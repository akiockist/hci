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aleway"/>
      <p:regular r:id="rId44"/>
      <p:bold r:id="rId45"/>
      <p:italic r:id="rId46"/>
      <p:boldItalic r:id="rId47"/>
    </p:embeddedFont>
    <p:embeddedFont>
      <p:font typeface="Alef"/>
      <p:regular r:id="rId48"/>
      <p:bold r:id="rId49"/>
    </p:embeddedFont>
    <p:embeddedFont>
      <p:font typeface="Comfortaa Regular"/>
      <p:regular r:id="rId50"/>
      <p:bold r:id="rId51"/>
    </p:embeddedFont>
    <p:embeddedFont>
      <p:font typeface="Saira SemiCondensed SemiBold"/>
      <p:regular r:id="rId52"/>
      <p:bold r:id="rId53"/>
    </p:embeddedFont>
    <p:embeddedFont>
      <p:font typeface="Fjalla One"/>
      <p:regular r:id="rId54"/>
    </p:embeddedFont>
    <p:embeddedFont>
      <p:font typeface="Pacifico"/>
      <p:regular r:id="rId55"/>
    </p:embeddedFont>
    <p:embeddedFont>
      <p:font typeface="Abel"/>
      <p:regular r:id="rId56"/>
    </p:embeddedFont>
    <p:embeddedFont>
      <p:font typeface="Lexend Deca"/>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989">
          <p15:clr>
            <a:srgbClr val="9AA0A6"/>
          </p15:clr>
        </p15:guide>
        <p15:guide id="2" orient="horz" pos="863">
          <p15:clr>
            <a:srgbClr val="9AA0A6"/>
          </p15:clr>
        </p15:guide>
        <p15:guide id="3" orient="horz" pos="2043">
          <p15:clr>
            <a:srgbClr val="9AA0A6"/>
          </p15:clr>
        </p15:guide>
        <p15:guide id="4" orient="horz" pos="2854">
          <p15:clr>
            <a:srgbClr val="9AA0A6"/>
          </p15:clr>
        </p15:guide>
        <p15:guide id="5" orient="horz" pos="1364">
          <p15:clr>
            <a:srgbClr val="9AA0A6"/>
          </p15:clr>
        </p15:guide>
        <p15:guide id="6" pos="219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989"/>
        <p:guide pos="863" orient="horz"/>
        <p:guide pos="2043" orient="horz"/>
        <p:guide pos="2854" orient="horz"/>
        <p:guide pos="1364" orient="horz"/>
        <p:guide pos="219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regular.fntdata"/><Relationship Id="rId43" Type="http://schemas.openxmlformats.org/officeDocument/2006/relationships/slide" Target="slides/slide38.xml"/><Relationship Id="rId46" Type="http://schemas.openxmlformats.org/officeDocument/2006/relationships/font" Target="fonts/Raleway-italic.fntdata"/><Relationship Id="rId45"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lef-regular.fntdata"/><Relationship Id="rId47" Type="http://schemas.openxmlformats.org/officeDocument/2006/relationships/font" Target="fonts/Raleway-boldItalic.fntdata"/><Relationship Id="rId49" Type="http://schemas.openxmlformats.org/officeDocument/2006/relationships/font" Target="fonts/Alef-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mfortaaRegular-bold.fntdata"/><Relationship Id="rId50" Type="http://schemas.openxmlformats.org/officeDocument/2006/relationships/font" Target="fonts/ComfortaaRegular-regular.fntdata"/><Relationship Id="rId53" Type="http://schemas.openxmlformats.org/officeDocument/2006/relationships/font" Target="fonts/SairaSemiCondensedSemiBold-bold.fntdata"/><Relationship Id="rId52" Type="http://schemas.openxmlformats.org/officeDocument/2006/relationships/font" Target="fonts/SairaSemiCondensedSemiBold-regular.fntdata"/><Relationship Id="rId11" Type="http://schemas.openxmlformats.org/officeDocument/2006/relationships/slide" Target="slides/slide6.xml"/><Relationship Id="rId55" Type="http://schemas.openxmlformats.org/officeDocument/2006/relationships/font" Target="fonts/Pacifico-regular.fntdata"/><Relationship Id="rId10" Type="http://schemas.openxmlformats.org/officeDocument/2006/relationships/slide" Target="slides/slide5.xml"/><Relationship Id="rId54" Type="http://schemas.openxmlformats.org/officeDocument/2006/relationships/font" Target="fonts/FjallaOne-regular.fntdata"/><Relationship Id="rId13" Type="http://schemas.openxmlformats.org/officeDocument/2006/relationships/slide" Target="slides/slide8.xml"/><Relationship Id="rId57" Type="http://schemas.openxmlformats.org/officeDocument/2006/relationships/font" Target="fonts/LexendDeca-regular.fntdata"/><Relationship Id="rId12" Type="http://schemas.openxmlformats.org/officeDocument/2006/relationships/slide" Target="slides/slide7.xml"/><Relationship Id="rId56" Type="http://schemas.openxmlformats.org/officeDocument/2006/relationships/font" Target="fonts/Abel-regular.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LexendDec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1" name="Shape 2931"/>
        <p:cNvGrpSpPr/>
        <p:nvPr/>
      </p:nvGrpSpPr>
      <p:grpSpPr>
        <a:xfrm>
          <a:off x="0" y="0"/>
          <a:ext cx="0" cy="0"/>
          <a:chOff x="0" y="0"/>
          <a:chExt cx="0" cy="0"/>
        </a:xfrm>
      </p:grpSpPr>
      <p:sp>
        <p:nvSpPr>
          <p:cNvPr id="2932" name="Google Shape;2932;gcb1d83d6ae_0_58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3" name="Google Shape;2933;gcb1d83d6ae_0_58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0" name="Shape 2940"/>
        <p:cNvGrpSpPr/>
        <p:nvPr/>
      </p:nvGrpSpPr>
      <p:grpSpPr>
        <a:xfrm>
          <a:off x="0" y="0"/>
          <a:ext cx="0" cy="0"/>
          <a:chOff x="0" y="0"/>
          <a:chExt cx="0" cy="0"/>
        </a:xfrm>
      </p:grpSpPr>
      <p:sp>
        <p:nvSpPr>
          <p:cNvPr id="2941" name="Google Shape;2941;g41b2464216_0_6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2" name="Google Shape;2942;g41b2464216_0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6" name="Shape 2946"/>
        <p:cNvGrpSpPr/>
        <p:nvPr/>
      </p:nvGrpSpPr>
      <p:grpSpPr>
        <a:xfrm>
          <a:off x="0" y="0"/>
          <a:ext cx="0" cy="0"/>
          <a:chOff x="0" y="0"/>
          <a:chExt cx="0" cy="0"/>
        </a:xfrm>
      </p:grpSpPr>
      <p:sp>
        <p:nvSpPr>
          <p:cNvPr id="2947" name="Google Shape;2947;g8a054e67f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8" name="Google Shape;2948;g8a054e67f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9" name="Google Shape;2949;g8a054e67f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3" name="Shape 2953"/>
        <p:cNvGrpSpPr/>
        <p:nvPr/>
      </p:nvGrpSpPr>
      <p:grpSpPr>
        <a:xfrm>
          <a:off x="0" y="0"/>
          <a:ext cx="0" cy="0"/>
          <a:chOff x="0" y="0"/>
          <a:chExt cx="0" cy="0"/>
        </a:xfrm>
      </p:grpSpPr>
      <p:sp>
        <p:nvSpPr>
          <p:cNvPr id="2954" name="Google Shape;2954;g8a054e67f7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5" name="Google Shape;2955;g8a054e67f7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6" name="Google Shape;2956;g8a054e67f7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g8a054e67f7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2" name="Google Shape;2962;g8a054e67f7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3" name="Google Shape;2963;g8a054e67f7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9" name="Shape 2969"/>
        <p:cNvGrpSpPr/>
        <p:nvPr/>
      </p:nvGrpSpPr>
      <p:grpSpPr>
        <a:xfrm>
          <a:off x="0" y="0"/>
          <a:ext cx="0" cy="0"/>
          <a:chOff x="0" y="0"/>
          <a:chExt cx="0" cy="0"/>
        </a:xfrm>
      </p:grpSpPr>
      <p:sp>
        <p:nvSpPr>
          <p:cNvPr id="2970" name="Google Shape;2970;g8931b3dddd_0_15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1" name="Google Shape;2971;g8931b3dddd_0_1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5" name="Shape 3265"/>
        <p:cNvGrpSpPr/>
        <p:nvPr/>
      </p:nvGrpSpPr>
      <p:grpSpPr>
        <a:xfrm>
          <a:off x="0" y="0"/>
          <a:ext cx="0" cy="0"/>
          <a:chOff x="0" y="0"/>
          <a:chExt cx="0" cy="0"/>
        </a:xfrm>
      </p:grpSpPr>
      <p:sp>
        <p:nvSpPr>
          <p:cNvPr id="3266" name="Google Shape;3266;g81eb3e2e52_0_9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7" name="Google Shape;3267;g81eb3e2e52_0_9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8" name="Google Shape;3268;g81eb3e2e52_0_9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1" name="Shape 3321"/>
        <p:cNvGrpSpPr/>
        <p:nvPr/>
      </p:nvGrpSpPr>
      <p:grpSpPr>
        <a:xfrm>
          <a:off x="0" y="0"/>
          <a:ext cx="0" cy="0"/>
          <a:chOff x="0" y="0"/>
          <a:chExt cx="0" cy="0"/>
        </a:xfrm>
      </p:grpSpPr>
      <p:sp>
        <p:nvSpPr>
          <p:cNvPr id="3322" name="Google Shape;3322;g8a38ec5111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3" name="Google Shape;3323;g8a38ec5111_0_1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4" name="Google Shape;3324;g8a38ec5111_0_10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g8a38ec5111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3" name="Google Shape;3343;g8a38ec5111_0_1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4" name="Google Shape;3344;g8a38ec5111_0_1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8" name="Shape 3358"/>
        <p:cNvGrpSpPr/>
        <p:nvPr/>
      </p:nvGrpSpPr>
      <p:grpSpPr>
        <a:xfrm>
          <a:off x="0" y="0"/>
          <a:ext cx="0" cy="0"/>
          <a:chOff x="0" y="0"/>
          <a:chExt cx="0" cy="0"/>
        </a:xfrm>
      </p:grpSpPr>
      <p:sp>
        <p:nvSpPr>
          <p:cNvPr id="3359" name="Google Shape;3359;g8a38ec5111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60" name="Google Shape;3360;g8a38ec5111_0_1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1" name="Google Shape;3361;g8a38ec5111_0_1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2" name="Shape 3382"/>
        <p:cNvGrpSpPr/>
        <p:nvPr/>
      </p:nvGrpSpPr>
      <p:grpSpPr>
        <a:xfrm>
          <a:off x="0" y="0"/>
          <a:ext cx="0" cy="0"/>
          <a:chOff x="0" y="0"/>
          <a:chExt cx="0" cy="0"/>
        </a:xfrm>
      </p:grpSpPr>
      <p:sp>
        <p:nvSpPr>
          <p:cNvPr id="3383" name="Google Shape;3383;g8a38ec5111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4" name="Google Shape;3384;g8a38ec5111_0_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5" name="Google Shape;3385;g8a38ec5111_0_2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4" name="Shape 3394"/>
        <p:cNvGrpSpPr/>
        <p:nvPr/>
      </p:nvGrpSpPr>
      <p:grpSpPr>
        <a:xfrm>
          <a:off x="0" y="0"/>
          <a:ext cx="0" cy="0"/>
          <a:chOff x="0" y="0"/>
          <a:chExt cx="0" cy="0"/>
        </a:xfrm>
      </p:grpSpPr>
      <p:sp>
        <p:nvSpPr>
          <p:cNvPr id="3395" name="Google Shape;3395;g8a38ec5111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6" name="Google Shape;3396;g8a38ec5111_0_2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7" name="Google Shape;3397;g8a38ec5111_0_2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1" name="Shape 3411"/>
        <p:cNvGrpSpPr/>
        <p:nvPr/>
      </p:nvGrpSpPr>
      <p:grpSpPr>
        <a:xfrm>
          <a:off x="0" y="0"/>
          <a:ext cx="0" cy="0"/>
          <a:chOff x="0" y="0"/>
          <a:chExt cx="0" cy="0"/>
        </a:xfrm>
      </p:grpSpPr>
      <p:sp>
        <p:nvSpPr>
          <p:cNvPr id="3412" name="Google Shape;3412;g8a38ec5111_0_4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13" name="Google Shape;3413;g8a38ec5111_0_4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4" name="Google Shape;3414;g8a38ec5111_0_4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7" name="Shape 3427"/>
        <p:cNvGrpSpPr/>
        <p:nvPr/>
      </p:nvGrpSpPr>
      <p:grpSpPr>
        <a:xfrm>
          <a:off x="0" y="0"/>
          <a:ext cx="0" cy="0"/>
          <a:chOff x="0" y="0"/>
          <a:chExt cx="0" cy="0"/>
        </a:xfrm>
      </p:grpSpPr>
      <p:sp>
        <p:nvSpPr>
          <p:cNvPr id="3428" name="Google Shape;3428;g8931b3dddd_0_1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29" name="Google Shape;3429;g8931b3dddd_0_11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0" name="Google Shape;3430;g8931b3dddd_0_11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4" name="Shape 3434"/>
        <p:cNvGrpSpPr/>
        <p:nvPr/>
      </p:nvGrpSpPr>
      <p:grpSpPr>
        <a:xfrm>
          <a:off x="0" y="0"/>
          <a:ext cx="0" cy="0"/>
          <a:chOff x="0" y="0"/>
          <a:chExt cx="0" cy="0"/>
        </a:xfrm>
      </p:grpSpPr>
      <p:sp>
        <p:nvSpPr>
          <p:cNvPr id="3435" name="Google Shape;3435;g8a38ec5111_0_5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6" name="Google Shape;3436;g8a38ec5111_0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7" name="Shape 3467"/>
        <p:cNvGrpSpPr/>
        <p:nvPr/>
      </p:nvGrpSpPr>
      <p:grpSpPr>
        <a:xfrm>
          <a:off x="0" y="0"/>
          <a:ext cx="0" cy="0"/>
          <a:chOff x="0" y="0"/>
          <a:chExt cx="0" cy="0"/>
        </a:xfrm>
      </p:grpSpPr>
      <p:sp>
        <p:nvSpPr>
          <p:cNvPr id="3468" name="Google Shape;3468;g8a38ec5111_0_8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9" name="Google Shape;3469;g8a38ec5111_0_8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3" name="Shape 3483"/>
        <p:cNvGrpSpPr/>
        <p:nvPr/>
      </p:nvGrpSpPr>
      <p:grpSpPr>
        <a:xfrm>
          <a:off x="0" y="0"/>
          <a:ext cx="0" cy="0"/>
          <a:chOff x="0" y="0"/>
          <a:chExt cx="0" cy="0"/>
        </a:xfrm>
      </p:grpSpPr>
      <p:sp>
        <p:nvSpPr>
          <p:cNvPr id="3484" name="Google Shape;3484;g8a38ec5111_0_8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5" name="Google Shape;3485;g8a38ec5111_0_8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8a38ec5111_0_8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1" name="Google Shape;3501;g8a38ec5111_0_8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5" name="Shape 3515"/>
        <p:cNvGrpSpPr/>
        <p:nvPr/>
      </p:nvGrpSpPr>
      <p:grpSpPr>
        <a:xfrm>
          <a:off x="0" y="0"/>
          <a:ext cx="0" cy="0"/>
          <a:chOff x="0" y="0"/>
          <a:chExt cx="0" cy="0"/>
        </a:xfrm>
      </p:grpSpPr>
      <p:sp>
        <p:nvSpPr>
          <p:cNvPr id="3516" name="Google Shape;3516;g8a38ec5111_0_8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7" name="Google Shape;3517;g8a38ec5111_0_8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1" name="Shape 3531"/>
        <p:cNvGrpSpPr/>
        <p:nvPr/>
      </p:nvGrpSpPr>
      <p:grpSpPr>
        <a:xfrm>
          <a:off x="0" y="0"/>
          <a:ext cx="0" cy="0"/>
          <a:chOff x="0" y="0"/>
          <a:chExt cx="0" cy="0"/>
        </a:xfrm>
      </p:grpSpPr>
      <p:sp>
        <p:nvSpPr>
          <p:cNvPr id="3532" name="Google Shape;3532;g8a38ec5111_0_8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3" name="Google Shape;3533;g8a38ec5111_0_8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7" name="Shape 3547"/>
        <p:cNvGrpSpPr/>
        <p:nvPr/>
      </p:nvGrpSpPr>
      <p:grpSpPr>
        <a:xfrm>
          <a:off x="0" y="0"/>
          <a:ext cx="0" cy="0"/>
          <a:chOff x="0" y="0"/>
          <a:chExt cx="0" cy="0"/>
        </a:xfrm>
      </p:grpSpPr>
      <p:sp>
        <p:nvSpPr>
          <p:cNvPr id="3548" name="Google Shape;3548;g8a38ec5111_0_9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9" name="Google Shape;3549;g8a38ec5111_0_9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0" name="Shape 3560"/>
        <p:cNvGrpSpPr/>
        <p:nvPr/>
      </p:nvGrpSpPr>
      <p:grpSpPr>
        <a:xfrm>
          <a:off x="0" y="0"/>
          <a:ext cx="0" cy="0"/>
          <a:chOff x="0" y="0"/>
          <a:chExt cx="0" cy="0"/>
        </a:xfrm>
      </p:grpSpPr>
      <p:sp>
        <p:nvSpPr>
          <p:cNvPr id="3561" name="Google Shape;3561;g8a38ec5111_0_9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2" name="Google Shape;3562;g8a38ec5111_0_9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2" name="Shape 3572"/>
        <p:cNvGrpSpPr/>
        <p:nvPr/>
      </p:nvGrpSpPr>
      <p:grpSpPr>
        <a:xfrm>
          <a:off x="0" y="0"/>
          <a:ext cx="0" cy="0"/>
          <a:chOff x="0" y="0"/>
          <a:chExt cx="0" cy="0"/>
        </a:xfrm>
      </p:grpSpPr>
      <p:sp>
        <p:nvSpPr>
          <p:cNvPr id="3573" name="Google Shape;3573;g8a38ec5111_0_9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4" name="Google Shape;3574;g8a38ec5111_0_9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4" name="Shape 3584"/>
        <p:cNvGrpSpPr/>
        <p:nvPr/>
      </p:nvGrpSpPr>
      <p:grpSpPr>
        <a:xfrm>
          <a:off x="0" y="0"/>
          <a:ext cx="0" cy="0"/>
          <a:chOff x="0" y="0"/>
          <a:chExt cx="0" cy="0"/>
        </a:xfrm>
      </p:grpSpPr>
      <p:sp>
        <p:nvSpPr>
          <p:cNvPr id="3585" name="Google Shape;3585;g8a38ec5111_0_9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6" name="Google Shape;3586;g8a38ec5111_0_9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0" name="Shape 3600"/>
        <p:cNvGrpSpPr/>
        <p:nvPr/>
      </p:nvGrpSpPr>
      <p:grpSpPr>
        <a:xfrm>
          <a:off x="0" y="0"/>
          <a:ext cx="0" cy="0"/>
          <a:chOff x="0" y="0"/>
          <a:chExt cx="0" cy="0"/>
        </a:xfrm>
      </p:grpSpPr>
      <p:sp>
        <p:nvSpPr>
          <p:cNvPr id="3601" name="Google Shape;3601;g8a38ec5111_0_10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2" name="Google Shape;3602;g8a38ec5111_0_1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6" name="Shape 3616"/>
        <p:cNvGrpSpPr/>
        <p:nvPr/>
      </p:nvGrpSpPr>
      <p:grpSpPr>
        <a:xfrm>
          <a:off x="0" y="0"/>
          <a:ext cx="0" cy="0"/>
          <a:chOff x="0" y="0"/>
          <a:chExt cx="0" cy="0"/>
        </a:xfrm>
      </p:grpSpPr>
      <p:sp>
        <p:nvSpPr>
          <p:cNvPr id="3617" name="Google Shape;3617;g8a38ec5111_0_10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8" name="Google Shape;3618;g8a38ec5111_0_10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1" name="Shape 3631"/>
        <p:cNvGrpSpPr/>
        <p:nvPr/>
      </p:nvGrpSpPr>
      <p:grpSpPr>
        <a:xfrm>
          <a:off x="0" y="0"/>
          <a:ext cx="0" cy="0"/>
          <a:chOff x="0" y="0"/>
          <a:chExt cx="0" cy="0"/>
        </a:xfrm>
      </p:grpSpPr>
      <p:sp>
        <p:nvSpPr>
          <p:cNvPr id="3632" name="Google Shape;3632;g8a38ec5111_0_10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3" name="Google Shape;3633;g8a38ec5111_0_10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1" name="Shape 3641"/>
        <p:cNvGrpSpPr/>
        <p:nvPr/>
      </p:nvGrpSpPr>
      <p:grpSpPr>
        <a:xfrm>
          <a:off x="0" y="0"/>
          <a:ext cx="0" cy="0"/>
          <a:chOff x="0" y="0"/>
          <a:chExt cx="0" cy="0"/>
        </a:xfrm>
      </p:grpSpPr>
      <p:sp>
        <p:nvSpPr>
          <p:cNvPr id="3642" name="Google Shape;3642;g8a38ec5111_0_10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3" name="Google Shape;3643;g8a38ec5111_0_10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1" name="Shape 3651"/>
        <p:cNvGrpSpPr/>
        <p:nvPr/>
      </p:nvGrpSpPr>
      <p:grpSpPr>
        <a:xfrm>
          <a:off x="0" y="0"/>
          <a:ext cx="0" cy="0"/>
          <a:chOff x="0" y="0"/>
          <a:chExt cx="0" cy="0"/>
        </a:xfrm>
      </p:grpSpPr>
      <p:sp>
        <p:nvSpPr>
          <p:cNvPr id="3652" name="Google Shape;3652;g8a38ec5111_0_1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3" name="Google Shape;3653;g8a38ec5111_0_1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2" name="Shape 3662"/>
        <p:cNvGrpSpPr/>
        <p:nvPr/>
      </p:nvGrpSpPr>
      <p:grpSpPr>
        <a:xfrm>
          <a:off x="0" y="0"/>
          <a:ext cx="0" cy="0"/>
          <a:chOff x="0" y="0"/>
          <a:chExt cx="0" cy="0"/>
        </a:xfrm>
      </p:grpSpPr>
      <p:sp>
        <p:nvSpPr>
          <p:cNvPr id="3663" name="Google Shape;3663;g81eb3e2e52_0_1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64" name="Google Shape;3664;g81eb3e2e52_0_12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5" name="Google Shape;3665;g81eb3e2e52_0_12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g8a38ec5111_0_1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72" name="Google Shape;3672;g8a38ec5111_0_1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3" name="Google Shape;3673;g8a38ec5111_0_11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3" name="Shape 3683"/>
        <p:cNvGrpSpPr/>
        <p:nvPr/>
      </p:nvGrpSpPr>
      <p:grpSpPr>
        <a:xfrm>
          <a:off x="0" y="0"/>
          <a:ext cx="0" cy="0"/>
          <a:chOff x="0" y="0"/>
          <a:chExt cx="0" cy="0"/>
        </a:xfrm>
      </p:grpSpPr>
      <p:sp>
        <p:nvSpPr>
          <p:cNvPr id="3684" name="Google Shape;3684;g8a38ec5111_0_1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85" name="Google Shape;3685;g8a38ec5111_0_1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6" name="Google Shape;3686;g8a38ec5111_0_1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6" name="Shape 3696"/>
        <p:cNvGrpSpPr/>
        <p:nvPr/>
      </p:nvGrpSpPr>
      <p:grpSpPr>
        <a:xfrm>
          <a:off x="0" y="0"/>
          <a:ext cx="0" cy="0"/>
          <a:chOff x="0" y="0"/>
          <a:chExt cx="0" cy="0"/>
        </a:xfrm>
      </p:grpSpPr>
      <p:sp>
        <p:nvSpPr>
          <p:cNvPr id="3697" name="Google Shape;3697;g8a38ec5111_0_1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98" name="Google Shape;3698;g8a38ec5111_0_1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9" name="Google Shape;3699;g8a38ec5111_0_11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9" name="Shape 3709"/>
        <p:cNvGrpSpPr/>
        <p:nvPr/>
      </p:nvGrpSpPr>
      <p:grpSpPr>
        <a:xfrm>
          <a:off x="0" y="0"/>
          <a:ext cx="0" cy="0"/>
          <a:chOff x="0" y="0"/>
          <a:chExt cx="0" cy="0"/>
        </a:xfrm>
      </p:grpSpPr>
      <p:sp>
        <p:nvSpPr>
          <p:cNvPr id="3710" name="Google Shape;3710;g8a38ec5111_0_1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11" name="Google Shape;3711;g8a38ec5111_0_11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2" name="Google Shape;3712;g8a38ec5111_0_11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7" name="Shape 3717"/>
        <p:cNvGrpSpPr/>
        <p:nvPr/>
      </p:nvGrpSpPr>
      <p:grpSpPr>
        <a:xfrm>
          <a:off x="0" y="0"/>
          <a:ext cx="0" cy="0"/>
          <a:chOff x="0" y="0"/>
          <a:chExt cx="0" cy="0"/>
        </a:xfrm>
      </p:grpSpPr>
      <p:sp>
        <p:nvSpPr>
          <p:cNvPr id="3718" name="Google Shape;3718;g8a38ec5111_0_1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19" name="Google Shape;3719;g8a38ec5111_0_11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0" name="Google Shape;3720;g8a38ec5111_0_11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5" name="Shape 3725"/>
        <p:cNvGrpSpPr/>
        <p:nvPr/>
      </p:nvGrpSpPr>
      <p:grpSpPr>
        <a:xfrm>
          <a:off x="0" y="0"/>
          <a:ext cx="0" cy="0"/>
          <a:chOff x="0" y="0"/>
          <a:chExt cx="0" cy="0"/>
        </a:xfrm>
      </p:grpSpPr>
      <p:sp>
        <p:nvSpPr>
          <p:cNvPr id="3726" name="Google Shape;3726;g8a38ec5111_0_1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27" name="Google Shape;3727;g8a38ec5111_0_11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8" name="Google Shape;3728;g8a38ec5111_0_11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2" name="Shape 3732"/>
        <p:cNvGrpSpPr/>
        <p:nvPr/>
      </p:nvGrpSpPr>
      <p:grpSpPr>
        <a:xfrm>
          <a:off x="0" y="0"/>
          <a:ext cx="0" cy="0"/>
          <a:chOff x="0" y="0"/>
          <a:chExt cx="0" cy="0"/>
        </a:xfrm>
      </p:grpSpPr>
      <p:sp>
        <p:nvSpPr>
          <p:cNvPr id="3733" name="Google Shape;3733;g8a38ec5111_0_11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4" name="Google Shape;3734;g8a38ec5111_0_1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4" name="Shape 3884"/>
        <p:cNvGrpSpPr/>
        <p:nvPr/>
      </p:nvGrpSpPr>
      <p:grpSpPr>
        <a:xfrm>
          <a:off x="0" y="0"/>
          <a:ext cx="0" cy="0"/>
          <a:chOff x="0" y="0"/>
          <a:chExt cx="0" cy="0"/>
        </a:xfrm>
      </p:grpSpPr>
      <p:sp>
        <p:nvSpPr>
          <p:cNvPr id="3885" name="Google Shape;3885;gcb1d83d6ae_0_2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6" name="Google Shape;3886;gcb1d83d6ae_0_29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flipH="1">
            <a:off x="0" y="0"/>
            <a:ext cx="3923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3920" y="39188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610297" y="4478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2557002" y="-12"/>
            <a:ext cx="6861861" cy="5143530"/>
            <a:chOff x="-3799077" y="-5268675"/>
            <a:chExt cx="6861861" cy="5143530"/>
          </a:xfrm>
        </p:grpSpPr>
        <p:sp>
          <p:nvSpPr>
            <p:cNvPr id="18" name="Google Shape;18;p2"/>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2"/>
          <p:cNvSpPr/>
          <p:nvPr/>
        </p:nvSpPr>
        <p:spPr>
          <a:xfrm flipH="1">
            <a:off x="3923500" y="0"/>
            <a:ext cx="454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2"/>
          <p:cNvGrpSpPr/>
          <p:nvPr/>
        </p:nvGrpSpPr>
        <p:grpSpPr>
          <a:xfrm>
            <a:off x="8720580" y="1912541"/>
            <a:ext cx="1209708" cy="1147945"/>
            <a:chOff x="5235125" y="2636100"/>
            <a:chExt cx="796175" cy="755525"/>
          </a:xfrm>
        </p:grpSpPr>
        <p:sp>
          <p:nvSpPr>
            <p:cNvPr id="86" name="Google Shape;86;p2"/>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
          <p:cNvSpPr/>
          <p:nvPr/>
        </p:nvSpPr>
        <p:spPr>
          <a:xfrm>
            <a:off x="1733088" y="932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
          <p:cNvGrpSpPr/>
          <p:nvPr/>
        </p:nvGrpSpPr>
        <p:grpSpPr>
          <a:xfrm>
            <a:off x="3539540" y="4393300"/>
            <a:ext cx="754524" cy="750237"/>
            <a:chOff x="8523754" y="10"/>
            <a:chExt cx="516408" cy="513439"/>
          </a:xfrm>
        </p:grpSpPr>
        <p:sp>
          <p:nvSpPr>
            <p:cNvPr id="154" name="Google Shape;154;p2"/>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2"/>
          <p:cNvSpPr txBox="1"/>
          <p:nvPr>
            <p:ph type="ctrTitle"/>
          </p:nvPr>
        </p:nvSpPr>
        <p:spPr>
          <a:xfrm>
            <a:off x="4304753" y="1484801"/>
            <a:ext cx="4114800" cy="137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2"/>
          <p:cNvSpPr txBox="1"/>
          <p:nvPr>
            <p:ph idx="1" type="subTitle"/>
          </p:nvPr>
        </p:nvSpPr>
        <p:spPr>
          <a:xfrm>
            <a:off x="4304753" y="3109999"/>
            <a:ext cx="34422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Font typeface="Dosis"/>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3"/>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ph type="title"/>
          </p:nvPr>
        </p:nvSpPr>
        <p:spPr>
          <a:xfrm>
            <a:off x="3014400" y="2680488"/>
            <a:ext cx="3115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1" name="Google Shape;161;p3"/>
          <p:cNvSpPr txBox="1"/>
          <p:nvPr>
            <p:ph idx="1" type="subTitle"/>
          </p:nvPr>
        </p:nvSpPr>
        <p:spPr>
          <a:xfrm>
            <a:off x="3037200" y="3290867"/>
            <a:ext cx="3069600" cy="39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62" name="Google Shape;162;p3"/>
          <p:cNvSpPr txBox="1"/>
          <p:nvPr>
            <p:ph hasCustomPrompt="1" idx="2" type="title"/>
          </p:nvPr>
        </p:nvSpPr>
        <p:spPr>
          <a:xfrm>
            <a:off x="4027950" y="169348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63" name="Google Shape;163;p3"/>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3"/>
          <p:cNvGrpSpPr/>
          <p:nvPr/>
        </p:nvGrpSpPr>
        <p:grpSpPr>
          <a:xfrm>
            <a:off x="3970982" y="4599416"/>
            <a:ext cx="1205112" cy="520243"/>
            <a:chOff x="3970982" y="4599416"/>
            <a:chExt cx="1205112" cy="520243"/>
          </a:xfrm>
        </p:grpSpPr>
        <p:sp>
          <p:nvSpPr>
            <p:cNvPr id="206" name="Google Shape;206;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3"/>
          <p:cNvGrpSpPr/>
          <p:nvPr/>
        </p:nvGrpSpPr>
        <p:grpSpPr>
          <a:xfrm>
            <a:off x="3969444" y="51341"/>
            <a:ext cx="1205112" cy="520243"/>
            <a:chOff x="3970982" y="4599416"/>
            <a:chExt cx="1205112" cy="520243"/>
          </a:xfrm>
        </p:grpSpPr>
        <p:sp>
          <p:nvSpPr>
            <p:cNvPr id="239" name="Google Shape;239;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3"/>
          <p:cNvGrpSpPr/>
          <p:nvPr/>
        </p:nvGrpSpPr>
        <p:grpSpPr>
          <a:xfrm>
            <a:off x="335952" y="4224312"/>
            <a:ext cx="754524" cy="750237"/>
            <a:chOff x="8523754" y="10"/>
            <a:chExt cx="516408" cy="513439"/>
          </a:xfrm>
        </p:grpSpPr>
        <p:sp>
          <p:nvSpPr>
            <p:cNvPr id="272" name="Google Shape;272;p3"/>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3"/>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3"/>
          <p:cNvGrpSpPr/>
          <p:nvPr/>
        </p:nvGrpSpPr>
        <p:grpSpPr>
          <a:xfrm flipH="1" rot="2700000">
            <a:off x="-2243747" y="347213"/>
            <a:ext cx="2946912" cy="1512954"/>
            <a:chOff x="-1306807" y="-1638114"/>
            <a:chExt cx="2946940" cy="1512969"/>
          </a:xfrm>
        </p:grpSpPr>
        <p:sp>
          <p:nvSpPr>
            <p:cNvPr id="277" name="Google Shape;277;p3"/>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3"/>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2876020" y="48110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6" name="Shape 286"/>
        <p:cNvGrpSpPr/>
        <p:nvPr/>
      </p:nvGrpSpPr>
      <p:grpSpPr>
        <a:xfrm>
          <a:off x="0" y="0"/>
          <a:ext cx="0" cy="0"/>
          <a:chOff x="0" y="0"/>
          <a:chExt cx="0" cy="0"/>
        </a:xfrm>
      </p:grpSpPr>
      <p:sp>
        <p:nvSpPr>
          <p:cNvPr id="287" name="Google Shape;287;p4"/>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88" name="Google Shape;288;p4"/>
          <p:cNvSpPr txBox="1"/>
          <p:nvPr>
            <p:ph idx="1" type="body"/>
          </p:nvPr>
        </p:nvSpPr>
        <p:spPr>
          <a:xfrm>
            <a:off x="959775" y="1040100"/>
            <a:ext cx="7470900" cy="3559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30200" lvl="1" marL="914400" rtl="0">
              <a:spcBef>
                <a:spcPts val="0"/>
              </a:spcBef>
              <a:spcAft>
                <a:spcPts val="0"/>
              </a:spcAft>
              <a:buSzPts val="1600"/>
              <a:buAutoNum type="alphaLcPeriod"/>
              <a:defRPr/>
            </a:lvl2pPr>
            <a:lvl3pPr indent="-330200" lvl="2" marL="1371600" rtl="0">
              <a:spcBef>
                <a:spcPts val="0"/>
              </a:spcBef>
              <a:spcAft>
                <a:spcPts val="0"/>
              </a:spcAft>
              <a:buSzPts val="1600"/>
              <a:buAutoNum type="romanLcPeriod"/>
              <a:defRPr/>
            </a:lvl3pPr>
            <a:lvl4pPr indent="-330200" lvl="3" marL="1828800" rtl="0">
              <a:spcBef>
                <a:spcPts val="0"/>
              </a:spcBef>
              <a:spcAft>
                <a:spcPts val="0"/>
              </a:spcAft>
              <a:buSzPts val="1600"/>
              <a:buAutoNum type="arabicPeriod"/>
              <a:defRPr/>
            </a:lvl4pPr>
            <a:lvl5pPr indent="-330200" lvl="4" marL="2286000" rtl="0">
              <a:spcBef>
                <a:spcPts val="0"/>
              </a:spcBef>
              <a:spcAft>
                <a:spcPts val="0"/>
              </a:spcAft>
              <a:buSzPts val="1600"/>
              <a:buAutoNum type="alphaLcPeriod"/>
              <a:defRPr/>
            </a:lvl5pPr>
            <a:lvl6pPr indent="-330200" lvl="5" marL="2743200" rtl="0">
              <a:spcBef>
                <a:spcPts val="0"/>
              </a:spcBef>
              <a:spcAft>
                <a:spcPts val="0"/>
              </a:spcAft>
              <a:buSzPts val="1600"/>
              <a:buAutoNum type="romanLcPeriod"/>
              <a:defRPr/>
            </a:lvl6pPr>
            <a:lvl7pPr indent="-330200" lvl="6" marL="3200400" rtl="0">
              <a:spcBef>
                <a:spcPts val="0"/>
              </a:spcBef>
              <a:spcAft>
                <a:spcPts val="0"/>
              </a:spcAft>
              <a:buSzPts val="1600"/>
              <a:buAutoNum type="arabicPeriod"/>
              <a:defRPr/>
            </a:lvl7pPr>
            <a:lvl8pPr indent="-330200" lvl="7" marL="3657600" rtl="0">
              <a:spcBef>
                <a:spcPts val="0"/>
              </a:spcBef>
              <a:spcAft>
                <a:spcPts val="0"/>
              </a:spcAft>
              <a:buSzPts val="1600"/>
              <a:buAutoNum type="alphaLcPeriod"/>
              <a:defRPr/>
            </a:lvl8pPr>
            <a:lvl9pPr indent="-330200" lvl="8" marL="4114800" rtl="0">
              <a:spcBef>
                <a:spcPts val="0"/>
              </a:spcBef>
              <a:spcAft>
                <a:spcPts val="0"/>
              </a:spcAft>
              <a:buSzPts val="1600"/>
              <a:buAutoNum type="romanLcPeriod"/>
              <a:defRPr/>
            </a:lvl9pPr>
          </a:lstStyle>
          <a:p/>
        </p:txBody>
      </p:sp>
      <p:sp>
        <p:nvSpPr>
          <p:cNvPr id="289" name="Google Shape;289;p4"/>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4"/>
          <p:cNvGrpSpPr/>
          <p:nvPr/>
        </p:nvGrpSpPr>
        <p:grpSpPr>
          <a:xfrm>
            <a:off x="-395554" y="1878269"/>
            <a:ext cx="1001862" cy="1525380"/>
            <a:chOff x="2060921" y="-3413869"/>
            <a:chExt cx="1001862" cy="1525380"/>
          </a:xfrm>
        </p:grpSpPr>
        <p:sp>
          <p:nvSpPr>
            <p:cNvPr id="291" name="Google Shape;291;p4"/>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4"/>
          <p:cNvGrpSpPr/>
          <p:nvPr/>
        </p:nvGrpSpPr>
        <p:grpSpPr>
          <a:xfrm>
            <a:off x="-2233707" y="-256851"/>
            <a:ext cx="2946940" cy="1512969"/>
            <a:chOff x="-1306807" y="-1638114"/>
            <a:chExt cx="2946940" cy="1512969"/>
          </a:xfrm>
        </p:grpSpPr>
        <p:sp>
          <p:nvSpPr>
            <p:cNvPr id="294" name="Google Shape;294;p4"/>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
          <p:cNvSpPr/>
          <p:nvPr/>
        </p:nvSpPr>
        <p:spPr>
          <a:xfrm>
            <a:off x="128050" y="35059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128063" y="40376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4176595" y="4757340"/>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4"/>
          <p:cNvGrpSpPr/>
          <p:nvPr/>
        </p:nvGrpSpPr>
        <p:grpSpPr>
          <a:xfrm>
            <a:off x="3967146" y="-825334"/>
            <a:ext cx="1209708" cy="1147945"/>
            <a:chOff x="5235125" y="2636100"/>
            <a:chExt cx="796175" cy="755525"/>
          </a:xfrm>
        </p:grpSpPr>
        <p:sp>
          <p:nvSpPr>
            <p:cNvPr id="301" name="Google Shape;301;p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5" name="Shape 365"/>
        <p:cNvGrpSpPr/>
        <p:nvPr/>
      </p:nvGrpSpPr>
      <p:grpSpPr>
        <a:xfrm>
          <a:off x="0" y="0"/>
          <a:ext cx="0" cy="0"/>
          <a:chOff x="0" y="0"/>
          <a:chExt cx="0" cy="0"/>
        </a:xfrm>
      </p:grpSpPr>
      <p:sp>
        <p:nvSpPr>
          <p:cNvPr id="366" name="Google Shape;366;p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
          <p:cNvSpPr txBox="1"/>
          <p:nvPr>
            <p:ph idx="1" type="subTitle"/>
          </p:nvPr>
        </p:nvSpPr>
        <p:spPr>
          <a:xfrm>
            <a:off x="1353275" y="2834834"/>
            <a:ext cx="2578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8" name="Google Shape;368;p5"/>
          <p:cNvSpPr txBox="1"/>
          <p:nvPr>
            <p:ph idx="2" type="subTitle"/>
          </p:nvPr>
        </p:nvSpPr>
        <p:spPr>
          <a:xfrm>
            <a:off x="5213525" y="2834834"/>
            <a:ext cx="2575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9" name="Google Shape;369;p5"/>
          <p:cNvSpPr txBox="1"/>
          <p:nvPr>
            <p:ph idx="3" type="subTitle"/>
          </p:nvPr>
        </p:nvSpPr>
        <p:spPr>
          <a:xfrm>
            <a:off x="1354775" y="3226684"/>
            <a:ext cx="257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0" name="Google Shape;370;p5"/>
          <p:cNvSpPr txBox="1"/>
          <p:nvPr>
            <p:ph idx="4" type="subTitle"/>
          </p:nvPr>
        </p:nvSpPr>
        <p:spPr>
          <a:xfrm>
            <a:off x="5212025" y="3229059"/>
            <a:ext cx="2578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1" name="Google Shape;371;p5"/>
          <p:cNvSpPr/>
          <p:nvPr/>
        </p:nvSpPr>
        <p:spPr>
          <a:xfrm>
            <a:off x="-607780" y="-650361"/>
            <a:ext cx="1170000" cy="1170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5"/>
          <p:cNvGrpSpPr/>
          <p:nvPr/>
        </p:nvGrpSpPr>
        <p:grpSpPr>
          <a:xfrm flipH="1">
            <a:off x="-1670733" y="-144769"/>
            <a:ext cx="2383952" cy="1642730"/>
            <a:chOff x="497192" y="-5154682"/>
            <a:chExt cx="2383952" cy="1642730"/>
          </a:xfrm>
        </p:grpSpPr>
        <p:sp>
          <p:nvSpPr>
            <p:cNvPr id="373" name="Google Shape;373;p5"/>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5"/>
          <p:cNvSpPr/>
          <p:nvPr/>
        </p:nvSpPr>
        <p:spPr>
          <a:xfrm>
            <a:off x="146963" y="45272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76776" y="119510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rot="5400000">
            <a:off x="76811" y="18184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4572000" y="0"/>
            <a:ext cx="4600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8614188" y="9785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8747301" y="11229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8861238" y="11837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7790515" y="-14831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7862690" y="-7948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7966509" y="299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 name="Google Shape;386;p5"/>
          <p:cNvGrpSpPr/>
          <p:nvPr/>
        </p:nvGrpSpPr>
        <p:grpSpPr>
          <a:xfrm>
            <a:off x="1162260" y="4250607"/>
            <a:ext cx="2960526" cy="1551321"/>
            <a:chOff x="1162260" y="4250607"/>
            <a:chExt cx="2960526" cy="1551321"/>
          </a:xfrm>
        </p:grpSpPr>
        <p:sp>
          <p:nvSpPr>
            <p:cNvPr id="387" name="Google Shape;387;p5"/>
            <p:cNvSpPr/>
            <p:nvPr/>
          </p:nvSpPr>
          <p:spPr>
            <a:xfrm>
              <a:off x="1162260" y="4250607"/>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1326960" y="4373601"/>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1475895" y="4628534"/>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5"/>
          <p:cNvSpPr/>
          <p:nvPr/>
        </p:nvSpPr>
        <p:spPr>
          <a:xfrm>
            <a:off x="8432548" y="27193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8724715" y="28422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7728806" y="46383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7884505" y="48053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8740763" y="40194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9502037" y="28276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8890201" y="2672917"/>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9054181" y="19564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8637957" y="476694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8635665" y="4764710"/>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10574937" y="3307063"/>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10551288" y="3330767"/>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8581725" y="1009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5"/>
          <p:cNvGrpSpPr/>
          <p:nvPr/>
        </p:nvGrpSpPr>
        <p:grpSpPr>
          <a:xfrm>
            <a:off x="4725677" y="4534063"/>
            <a:ext cx="2338846" cy="1739785"/>
            <a:chOff x="4725677" y="4534063"/>
            <a:chExt cx="2338846" cy="1739785"/>
          </a:xfrm>
        </p:grpSpPr>
        <p:sp>
          <p:nvSpPr>
            <p:cNvPr id="404" name="Google Shape;404;p5"/>
            <p:cNvSpPr/>
            <p:nvPr/>
          </p:nvSpPr>
          <p:spPr>
            <a:xfrm rot="10800000">
              <a:off x="4775279" y="453406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rot="10800000">
              <a:off x="5869686" y="4710085"/>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rot="10800000">
              <a:off x="4850875" y="46920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rot="10800000">
              <a:off x="5935099" y="4759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rot="10800000">
              <a:off x="5074290" y="506429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rot="10800000">
              <a:off x="5370998" y="5496405"/>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rot="10800000">
              <a:off x="4727969" y="5773987"/>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rot="10800000">
              <a:off x="4725677" y="5771695"/>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rot="10800000">
              <a:off x="5991512" y="4807087"/>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rot="10800000">
              <a:off x="5966688" y="4833084"/>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5"/>
          <p:cNvSpPr/>
          <p:nvPr/>
        </p:nvSpPr>
        <p:spPr>
          <a:xfrm>
            <a:off x="-354230" y="307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5" name="Shape 415"/>
        <p:cNvGrpSpPr/>
        <p:nvPr/>
      </p:nvGrpSpPr>
      <p:grpSpPr>
        <a:xfrm>
          <a:off x="0" y="0"/>
          <a:ext cx="0" cy="0"/>
          <a:chOff x="0" y="0"/>
          <a:chExt cx="0" cy="0"/>
        </a:xfrm>
      </p:grpSpPr>
      <p:sp>
        <p:nvSpPr>
          <p:cNvPr id="416" name="Google Shape;416;p6"/>
          <p:cNvSpPr/>
          <p:nvPr/>
        </p:nvSpPr>
        <p:spPr>
          <a:xfrm flipH="1">
            <a:off x="0" y="4591500"/>
            <a:ext cx="91440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 name="Google Shape;418;p6"/>
          <p:cNvSpPr/>
          <p:nvPr/>
        </p:nvSpPr>
        <p:spPr>
          <a:xfrm>
            <a:off x="85749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
          <p:cNvSpPr/>
          <p:nvPr/>
        </p:nvSpPr>
        <p:spPr>
          <a:xfrm>
            <a:off x="85749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6"/>
          <p:cNvGrpSpPr/>
          <p:nvPr/>
        </p:nvGrpSpPr>
        <p:grpSpPr>
          <a:xfrm>
            <a:off x="-4552" y="1997778"/>
            <a:ext cx="717765" cy="1144906"/>
            <a:chOff x="-4552" y="1997778"/>
            <a:chExt cx="717765" cy="1144906"/>
          </a:xfrm>
        </p:grpSpPr>
        <p:sp>
          <p:nvSpPr>
            <p:cNvPr id="421" name="Google Shape;421;p6"/>
            <p:cNvSpPr/>
            <p:nvPr/>
          </p:nvSpPr>
          <p:spPr>
            <a:xfrm>
              <a:off x="330286" y="2465335"/>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
            <p:cNvSpPr/>
            <p:nvPr/>
          </p:nvSpPr>
          <p:spPr>
            <a:xfrm>
              <a:off x="491988" y="2618642"/>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
            <p:cNvSpPr/>
            <p:nvPr/>
          </p:nvSpPr>
          <p:spPr>
            <a:xfrm>
              <a:off x="1564"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
            <p:cNvSpPr/>
            <p:nvPr/>
          </p:nvSpPr>
          <p:spPr>
            <a:xfrm>
              <a:off x="168584" y="1997778"/>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p:nvPr/>
          </p:nvSpPr>
          <p:spPr>
            <a:xfrm>
              <a:off x="493508" y="3084680"/>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
            <p:cNvSpPr/>
            <p:nvPr/>
          </p:nvSpPr>
          <p:spPr>
            <a:xfrm>
              <a:off x="3083"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
            <p:cNvSpPr/>
            <p:nvPr/>
          </p:nvSpPr>
          <p:spPr>
            <a:xfrm>
              <a:off x="166305" y="2152643"/>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
            <p:cNvSpPr/>
            <p:nvPr/>
          </p:nvSpPr>
          <p:spPr>
            <a:xfrm>
              <a:off x="332565" y="2153402"/>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
            <p:cNvSpPr/>
            <p:nvPr/>
          </p:nvSpPr>
          <p:spPr>
            <a:xfrm>
              <a:off x="328007" y="308620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
            <p:cNvSpPr/>
            <p:nvPr/>
          </p:nvSpPr>
          <p:spPr>
            <a:xfrm>
              <a:off x="163266" y="3083161"/>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
            <p:cNvSpPr/>
            <p:nvPr/>
          </p:nvSpPr>
          <p:spPr>
            <a:xfrm>
              <a:off x="804"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
            <p:cNvSpPr/>
            <p:nvPr/>
          </p:nvSpPr>
          <p:spPr>
            <a:xfrm>
              <a:off x="495027" y="293137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
            <p:cNvSpPr/>
            <p:nvPr/>
          </p:nvSpPr>
          <p:spPr>
            <a:xfrm>
              <a:off x="-4552"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
            <p:cNvSpPr/>
            <p:nvPr/>
          </p:nvSpPr>
          <p:spPr>
            <a:xfrm>
              <a:off x="167824" y="2308989"/>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332565" y="2309748"/>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330286" y="2925257"/>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164785" y="292985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804"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494267" y="2774229"/>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1475"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
            <p:cNvSpPr/>
            <p:nvPr/>
          </p:nvSpPr>
          <p:spPr>
            <a:xfrm>
              <a:off x="167065" y="2464575"/>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333363" y="1998575"/>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330286" y="2775786"/>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162506" y="2771190"/>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804"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326488" y="262092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804"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p:nvPr/>
          </p:nvSpPr>
          <p:spPr>
            <a:xfrm>
              <a:off x="167065" y="261788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
            <p:cNvSpPr/>
            <p:nvPr/>
          </p:nvSpPr>
          <p:spPr>
            <a:xfrm>
              <a:off x="497344" y="2000854"/>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
            <p:cNvSpPr/>
            <p:nvPr/>
          </p:nvSpPr>
          <p:spPr>
            <a:xfrm>
              <a:off x="659806" y="262168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
            <p:cNvSpPr/>
            <p:nvPr/>
          </p:nvSpPr>
          <p:spPr>
            <a:xfrm>
              <a:off x="649094" y="3085440"/>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
            <p:cNvSpPr/>
            <p:nvPr/>
          </p:nvSpPr>
          <p:spPr>
            <a:xfrm>
              <a:off x="495787" y="2465335"/>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
            <p:cNvSpPr/>
            <p:nvPr/>
          </p:nvSpPr>
          <p:spPr>
            <a:xfrm>
              <a:off x="659046" y="2776546"/>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
            <p:cNvSpPr/>
            <p:nvPr/>
          </p:nvSpPr>
          <p:spPr>
            <a:xfrm>
              <a:off x="496584" y="2155681"/>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
            <p:cNvSpPr/>
            <p:nvPr/>
          </p:nvSpPr>
          <p:spPr>
            <a:xfrm>
              <a:off x="495787" y="2311268"/>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
            <p:cNvSpPr/>
            <p:nvPr/>
          </p:nvSpPr>
          <p:spPr>
            <a:xfrm>
              <a:off x="658249" y="293137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
            <p:cNvSpPr/>
            <p:nvPr/>
          </p:nvSpPr>
          <p:spPr>
            <a:xfrm>
              <a:off x="659806" y="2467614"/>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658249" y="2312787"/>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
            <p:cNvSpPr/>
            <p:nvPr/>
          </p:nvSpPr>
          <p:spPr>
            <a:xfrm>
              <a:off x="660566" y="2157201"/>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
            <p:cNvSpPr/>
            <p:nvPr/>
          </p:nvSpPr>
          <p:spPr>
            <a:xfrm>
              <a:off x="661325" y="2001614"/>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6"/>
          <p:cNvSpPr/>
          <p:nvPr/>
        </p:nvSpPr>
        <p:spPr>
          <a:xfrm flipH="1" rot="-4956197">
            <a:off x="7632555" y="3926549"/>
            <a:ext cx="1596445" cy="180296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
          <p:cNvSpPr/>
          <p:nvPr/>
        </p:nvSpPr>
        <p:spPr>
          <a:xfrm flipH="1" rot="-4956197">
            <a:off x="7746076" y="3985059"/>
            <a:ext cx="1395625" cy="165067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
          <p:cNvSpPr/>
          <p:nvPr/>
        </p:nvSpPr>
        <p:spPr>
          <a:xfrm flipH="1" rot="-4956197">
            <a:off x="7846970" y="4097316"/>
            <a:ext cx="1193686" cy="142726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flipH="1" rot="-4956197">
            <a:off x="7975705" y="4243332"/>
            <a:ext cx="901512" cy="110456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
          <p:cNvSpPr/>
          <p:nvPr/>
        </p:nvSpPr>
        <p:spPr>
          <a:xfrm flipH="1">
            <a:off x="50" y="0"/>
            <a:ext cx="26481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
          <p:cNvSpPr/>
          <p:nvPr/>
        </p:nvSpPr>
        <p:spPr>
          <a:xfrm flipH="1">
            <a:off x="1843950" y="-10536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flipH="1">
            <a:off x="1988360" y="-3653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
          <p:cNvSpPr/>
          <p:nvPr/>
        </p:nvSpPr>
        <p:spPr>
          <a:xfrm flipH="1">
            <a:off x="2132827" y="729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
          <p:cNvSpPr/>
          <p:nvPr/>
        </p:nvSpPr>
        <p:spPr>
          <a:xfrm>
            <a:off x="115625" y="38166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
          <p:cNvSpPr/>
          <p:nvPr/>
        </p:nvSpPr>
        <p:spPr>
          <a:xfrm rot="5400000">
            <a:off x="115625" y="44217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
          <p:cNvSpPr/>
          <p:nvPr/>
        </p:nvSpPr>
        <p:spPr>
          <a:xfrm flipH="1">
            <a:off x="645130" y="-405428"/>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
          <p:cNvSpPr/>
          <p:nvPr/>
        </p:nvSpPr>
        <p:spPr>
          <a:xfrm flipH="1">
            <a:off x="746662" y="-29825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flipH="1">
            <a:off x="509761" y="687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flipH="1">
            <a:off x="281161" y="306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flipH="1">
            <a:off x="1347961" y="1540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flipH="1">
            <a:off x="2262361" y="2302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flipH="1">
            <a:off x="738361" y="1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7312070" y="-32433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9" name="Shape 479"/>
        <p:cNvGrpSpPr/>
        <p:nvPr/>
      </p:nvGrpSpPr>
      <p:grpSpPr>
        <a:xfrm>
          <a:off x="0" y="0"/>
          <a:ext cx="0" cy="0"/>
          <a:chOff x="0" y="0"/>
          <a:chExt cx="0" cy="0"/>
        </a:xfrm>
      </p:grpSpPr>
      <p:sp>
        <p:nvSpPr>
          <p:cNvPr id="480" name="Google Shape;480;p7"/>
          <p:cNvSpPr txBox="1"/>
          <p:nvPr>
            <p:ph type="title"/>
          </p:nvPr>
        </p:nvSpPr>
        <p:spPr>
          <a:xfrm>
            <a:off x="875453" y="1695457"/>
            <a:ext cx="36849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sz="45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1" name="Google Shape;481;p7"/>
          <p:cNvSpPr txBox="1"/>
          <p:nvPr>
            <p:ph idx="1" type="subTitle"/>
          </p:nvPr>
        </p:nvSpPr>
        <p:spPr>
          <a:xfrm>
            <a:off x="875453" y="2350643"/>
            <a:ext cx="36849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100"/>
              <a:buNone/>
              <a:defRPr sz="18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82" name="Google Shape;482;p7"/>
          <p:cNvSpPr/>
          <p:nvPr/>
        </p:nvSpPr>
        <p:spPr>
          <a:xfrm>
            <a:off x="169575" y="12946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
          <p:cNvSpPr/>
          <p:nvPr/>
        </p:nvSpPr>
        <p:spPr>
          <a:xfrm>
            <a:off x="169588" y="18264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p:nvPr/>
        </p:nvSpPr>
        <p:spPr>
          <a:xfrm>
            <a:off x="99376" y="3833359"/>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
          <p:cNvSpPr/>
          <p:nvPr/>
        </p:nvSpPr>
        <p:spPr>
          <a:xfrm rot="5400000">
            <a:off x="99411" y="44566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p:nvPr/>
        </p:nvSpPr>
        <p:spPr>
          <a:xfrm>
            <a:off x="5238625" y="0"/>
            <a:ext cx="393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7"/>
          <p:cNvGrpSpPr/>
          <p:nvPr/>
        </p:nvGrpSpPr>
        <p:grpSpPr>
          <a:xfrm rot="10800000">
            <a:off x="5378348" y="-98900"/>
            <a:ext cx="6861861" cy="5143530"/>
            <a:chOff x="-3799077" y="-5268675"/>
            <a:chExt cx="6861861" cy="5143530"/>
          </a:xfrm>
        </p:grpSpPr>
        <p:sp>
          <p:nvSpPr>
            <p:cNvPr id="490" name="Google Shape;490;p7"/>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7"/>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7"/>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7"/>
          <p:cNvGrpSpPr/>
          <p:nvPr/>
        </p:nvGrpSpPr>
        <p:grpSpPr>
          <a:xfrm>
            <a:off x="7135796" y="3599491"/>
            <a:ext cx="1209708" cy="1147945"/>
            <a:chOff x="5235125" y="2636100"/>
            <a:chExt cx="796175" cy="755525"/>
          </a:xfrm>
        </p:grpSpPr>
        <p:sp>
          <p:nvSpPr>
            <p:cNvPr id="557" name="Google Shape;557;p7"/>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7"/>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7"/>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7"/>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1" name="Shape 621"/>
        <p:cNvGrpSpPr/>
        <p:nvPr/>
      </p:nvGrpSpPr>
      <p:grpSpPr>
        <a:xfrm>
          <a:off x="0" y="0"/>
          <a:ext cx="0" cy="0"/>
          <a:chOff x="0" y="0"/>
          <a:chExt cx="0" cy="0"/>
        </a:xfrm>
      </p:grpSpPr>
      <p:sp>
        <p:nvSpPr>
          <p:cNvPr id="622" name="Google Shape;622;p8"/>
          <p:cNvSpPr txBox="1"/>
          <p:nvPr>
            <p:ph type="title"/>
          </p:nvPr>
        </p:nvSpPr>
        <p:spPr>
          <a:xfrm>
            <a:off x="1827300" y="1626600"/>
            <a:ext cx="5489400" cy="1890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3" name="Google Shape;623;p8"/>
          <p:cNvSpPr/>
          <p:nvPr/>
        </p:nvSpPr>
        <p:spPr>
          <a:xfrm flipH="1">
            <a:off x="-37500" y="394710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flipH="1">
            <a:off x="-37500" y="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689070" y="38051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flipH="1">
            <a:off x="80418" y="35168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flipH="1">
            <a:off x="282366" y="35733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flipH="1">
            <a:off x="568954" y="36804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flipH="1">
            <a:off x="1140961" y="40911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8495347" y="204440"/>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flipH="1">
            <a:off x="6624317" y="-129457"/>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flipH="1">
            <a:off x="7823600" y="1072027"/>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flipH="1">
            <a:off x="6751789" y="1494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flipH="1">
            <a:off x="7968010" y="1140848"/>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flipH="1">
            <a:off x="6877024" y="75831"/>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flipH="1">
            <a:off x="8112477" y="1250313"/>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414425" y="21111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rot="5400000">
            <a:off x="414425" y="81621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8"/>
          <p:cNvGrpSpPr/>
          <p:nvPr/>
        </p:nvGrpSpPr>
        <p:grpSpPr>
          <a:xfrm>
            <a:off x="3970979" y="4195255"/>
            <a:ext cx="1205112" cy="835252"/>
            <a:chOff x="3970979" y="4168866"/>
            <a:chExt cx="1205112" cy="835252"/>
          </a:xfrm>
        </p:grpSpPr>
        <p:sp>
          <p:nvSpPr>
            <p:cNvPr id="642" name="Google Shape;642;p8"/>
            <p:cNvSpPr/>
            <p:nvPr/>
          </p:nvSpPr>
          <p:spPr>
            <a:xfrm>
              <a:off x="4793924" y="46364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4955626" y="478973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4465201" y="41688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4632221" y="41688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4466721" y="43244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4629942" y="43237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4796203" y="43244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4459086" y="44754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4631462" y="44800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4796203" y="44808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4957905" y="49453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4462163" y="46349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p:nvPr/>
          </p:nvSpPr>
          <p:spPr>
            <a:xfrm>
              <a:off x="4630702" y="46356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
            <p:cNvSpPr/>
            <p:nvPr/>
          </p:nvSpPr>
          <p:spPr>
            <a:xfrm>
              <a:off x="4797000" y="41696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8"/>
            <p:cNvSpPr/>
            <p:nvPr/>
          </p:nvSpPr>
          <p:spPr>
            <a:xfrm>
              <a:off x="4793924" y="49468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
            <p:cNvSpPr/>
            <p:nvPr/>
          </p:nvSpPr>
          <p:spPr>
            <a:xfrm>
              <a:off x="4626144" y="49422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
            <p:cNvSpPr/>
            <p:nvPr/>
          </p:nvSpPr>
          <p:spPr>
            <a:xfrm>
              <a:off x="4464442" y="49445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
            <p:cNvSpPr/>
            <p:nvPr/>
          </p:nvSpPr>
          <p:spPr>
            <a:xfrm>
              <a:off x="4299701" y="49399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8"/>
            <p:cNvSpPr/>
            <p:nvPr/>
          </p:nvSpPr>
          <p:spPr>
            <a:xfrm>
              <a:off x="4790125" y="479201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8"/>
            <p:cNvSpPr/>
            <p:nvPr/>
          </p:nvSpPr>
          <p:spPr>
            <a:xfrm>
              <a:off x="4464442" y="479049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
            <p:cNvSpPr/>
            <p:nvPr/>
          </p:nvSpPr>
          <p:spPr>
            <a:xfrm>
              <a:off x="4630702" y="4788971"/>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
            <p:cNvSpPr/>
            <p:nvPr/>
          </p:nvSpPr>
          <p:spPr>
            <a:xfrm>
              <a:off x="4960982" y="41719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
            <p:cNvSpPr/>
            <p:nvPr/>
          </p:nvSpPr>
          <p:spPr>
            <a:xfrm>
              <a:off x="4301220" y="4787451"/>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
            <p:cNvSpPr/>
            <p:nvPr/>
          </p:nvSpPr>
          <p:spPr>
            <a:xfrm>
              <a:off x="5123443" y="4792769"/>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
            <p:cNvSpPr/>
            <p:nvPr/>
          </p:nvSpPr>
          <p:spPr>
            <a:xfrm>
              <a:off x="4303499" y="41696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4137239" y="49437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8"/>
            <p:cNvSpPr/>
            <p:nvPr/>
          </p:nvSpPr>
          <p:spPr>
            <a:xfrm>
              <a:off x="4136479" y="4785932"/>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4303499" y="43244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
            <p:cNvSpPr/>
            <p:nvPr/>
          </p:nvSpPr>
          <p:spPr>
            <a:xfrm>
              <a:off x="4959424" y="46364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
            <p:cNvSpPr/>
            <p:nvPr/>
          </p:nvSpPr>
          <p:spPr>
            <a:xfrm>
              <a:off x="4301980" y="46356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
            <p:cNvSpPr/>
            <p:nvPr/>
          </p:nvSpPr>
          <p:spPr>
            <a:xfrm>
              <a:off x="5122684" y="49476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8"/>
            <p:cNvSpPr/>
            <p:nvPr/>
          </p:nvSpPr>
          <p:spPr>
            <a:xfrm>
              <a:off x="4960222" y="43267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8"/>
            <p:cNvSpPr/>
            <p:nvPr/>
          </p:nvSpPr>
          <p:spPr>
            <a:xfrm>
              <a:off x="4137239" y="46341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
            <p:cNvSpPr/>
            <p:nvPr/>
          </p:nvSpPr>
          <p:spPr>
            <a:xfrm>
              <a:off x="4959424" y="44823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
            <p:cNvSpPr/>
            <p:nvPr/>
          </p:nvSpPr>
          <p:spPr>
            <a:xfrm>
              <a:off x="4302740" y="44793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8"/>
            <p:cNvSpPr/>
            <p:nvPr/>
          </p:nvSpPr>
          <p:spPr>
            <a:xfrm>
              <a:off x="4138758" y="44709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
            <p:cNvSpPr/>
            <p:nvPr/>
          </p:nvSpPr>
          <p:spPr>
            <a:xfrm>
              <a:off x="3970979" y="46349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3973258" y="44800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8"/>
            <p:cNvSpPr/>
            <p:nvPr/>
          </p:nvSpPr>
          <p:spPr>
            <a:xfrm>
              <a:off x="5123443" y="46387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3970979" y="478973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
            <p:cNvSpPr/>
            <p:nvPr/>
          </p:nvSpPr>
          <p:spPr>
            <a:xfrm>
              <a:off x="4137239" y="43260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
            <p:cNvSpPr/>
            <p:nvPr/>
          </p:nvSpPr>
          <p:spPr>
            <a:xfrm>
              <a:off x="3972498" y="49453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
            <p:cNvSpPr/>
            <p:nvPr/>
          </p:nvSpPr>
          <p:spPr>
            <a:xfrm>
              <a:off x="4134960" y="41704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
            <p:cNvSpPr/>
            <p:nvPr/>
          </p:nvSpPr>
          <p:spPr>
            <a:xfrm>
              <a:off x="5121886" y="44838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8"/>
            <p:cNvSpPr/>
            <p:nvPr/>
          </p:nvSpPr>
          <p:spPr>
            <a:xfrm>
              <a:off x="5124203" y="43282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
            <p:cNvSpPr/>
            <p:nvPr/>
          </p:nvSpPr>
          <p:spPr>
            <a:xfrm>
              <a:off x="3974777" y="43237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
            <p:cNvSpPr/>
            <p:nvPr/>
          </p:nvSpPr>
          <p:spPr>
            <a:xfrm>
              <a:off x="3975537" y="41688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
            <p:cNvSpPr/>
            <p:nvPr/>
          </p:nvSpPr>
          <p:spPr>
            <a:xfrm>
              <a:off x="5124963" y="41727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8"/>
          <p:cNvSpPr/>
          <p:nvPr/>
        </p:nvSpPr>
        <p:spPr>
          <a:xfrm flipH="1">
            <a:off x="8130627" y="147086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
          <p:cNvSpPr/>
          <p:nvPr/>
        </p:nvSpPr>
        <p:spPr>
          <a:xfrm flipH="1">
            <a:off x="7216227" y="57626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
          <p:cNvSpPr/>
          <p:nvPr/>
        </p:nvSpPr>
        <p:spPr>
          <a:xfrm flipH="1">
            <a:off x="7978227" y="85467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8"/>
          <p:cNvSpPr/>
          <p:nvPr/>
        </p:nvSpPr>
        <p:spPr>
          <a:xfrm flipH="1">
            <a:off x="1674905" y="1151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8"/>
          <p:cNvSpPr/>
          <p:nvPr/>
        </p:nvSpPr>
        <p:spPr>
          <a:xfrm flipH="1">
            <a:off x="1776437" y="2222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
          <p:cNvSpPr/>
          <p:nvPr/>
        </p:nvSpPr>
        <p:spPr>
          <a:xfrm flipH="1">
            <a:off x="1773752" y="691105"/>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
          <p:cNvSpPr/>
          <p:nvPr/>
        </p:nvSpPr>
        <p:spPr>
          <a:xfrm flipH="1">
            <a:off x="2058760" y="41530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
          <p:cNvSpPr/>
          <p:nvPr/>
        </p:nvSpPr>
        <p:spPr>
          <a:xfrm flipH="1">
            <a:off x="2058760" y="49649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8" name="Shape 698"/>
        <p:cNvGrpSpPr/>
        <p:nvPr/>
      </p:nvGrpSpPr>
      <p:grpSpPr>
        <a:xfrm>
          <a:off x="0" y="0"/>
          <a:ext cx="0" cy="0"/>
          <a:chOff x="0" y="0"/>
          <a:chExt cx="0" cy="0"/>
        </a:xfrm>
      </p:grpSpPr>
      <p:sp>
        <p:nvSpPr>
          <p:cNvPr id="699" name="Google Shape;699;p9"/>
          <p:cNvSpPr txBox="1"/>
          <p:nvPr>
            <p:ph type="title"/>
          </p:nvPr>
        </p:nvSpPr>
        <p:spPr>
          <a:xfrm>
            <a:off x="2148900" y="2510023"/>
            <a:ext cx="4846200" cy="411600"/>
          </a:xfrm>
          <a:prstGeom prst="rect">
            <a:avLst/>
          </a:prstGeom>
          <a:effectLst>
            <a:outerShdw rotWithShape="0" algn="bl" dir="5400000" dist="19050">
              <a:schemeClr val="lt1"/>
            </a:outerShdw>
          </a:effectLst>
        </p:spPr>
        <p:txBody>
          <a:bodyPr anchorCtr="0" anchor="ctr" bIns="91425" lIns="91425" spcFirstLastPara="1" rIns="91425" wrap="square" tIns="91425">
            <a:noAutofit/>
          </a:bodyPr>
          <a:lstStyle>
            <a:lvl1pPr lvl="0">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0" name="Google Shape;700;p9"/>
          <p:cNvSpPr txBox="1"/>
          <p:nvPr>
            <p:ph idx="1" type="subTitle"/>
          </p:nvPr>
        </p:nvSpPr>
        <p:spPr>
          <a:xfrm>
            <a:off x="2148900" y="3077090"/>
            <a:ext cx="4846200" cy="731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01" name="Google Shape;701;p9"/>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9"/>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
          <p:cNvSpPr/>
          <p:nvPr/>
        </p:nvSpPr>
        <p:spPr>
          <a:xfrm>
            <a:off x="440572" y="5625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flipH="1">
            <a:off x="-1430458" y="2286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flipH="1">
            <a:off x="-231175" y="14300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flipH="1">
            <a:off x="-1302986" y="3730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9"/>
          <p:cNvSpPr/>
          <p:nvPr/>
        </p:nvSpPr>
        <p:spPr>
          <a:xfrm flipH="1">
            <a:off x="-86765" y="14989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
          <p:cNvSpPr/>
          <p:nvPr/>
        </p:nvSpPr>
        <p:spPr>
          <a:xfrm flipH="1">
            <a:off x="-1177751" y="4338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
          <p:cNvSpPr/>
          <p:nvPr/>
        </p:nvSpPr>
        <p:spPr>
          <a:xfrm flipH="1">
            <a:off x="57702" y="16083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9"/>
          <p:cNvSpPr/>
          <p:nvPr/>
        </p:nvSpPr>
        <p:spPr>
          <a:xfrm flipH="1">
            <a:off x="8481959" y="30538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
          <p:cNvSpPr/>
          <p:nvPr/>
        </p:nvSpPr>
        <p:spPr>
          <a:xfrm flipH="1">
            <a:off x="8140105" y="4230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9"/>
          <p:cNvSpPr/>
          <p:nvPr/>
        </p:nvSpPr>
        <p:spPr>
          <a:xfrm flipH="1">
            <a:off x="8601547" y="31407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9"/>
          <p:cNvSpPr/>
          <p:nvPr/>
        </p:nvSpPr>
        <p:spPr>
          <a:xfrm flipH="1">
            <a:off x="8241637" y="4337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9"/>
          <p:cNvSpPr/>
          <p:nvPr/>
        </p:nvSpPr>
        <p:spPr>
          <a:xfrm flipH="1">
            <a:off x="8701959" y="32524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
          <p:cNvSpPr/>
          <p:nvPr/>
        </p:nvSpPr>
        <p:spPr>
          <a:xfrm flipH="1">
            <a:off x="8861019" y="33946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
          <p:cNvSpPr/>
          <p:nvPr/>
        </p:nvSpPr>
        <p:spPr>
          <a:xfrm flipH="1">
            <a:off x="8942266" y="35051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
          <p:cNvSpPr/>
          <p:nvPr/>
        </p:nvSpPr>
        <p:spPr>
          <a:xfrm flipH="1">
            <a:off x="9011089" y="36462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
          <p:cNvSpPr/>
          <p:nvPr/>
        </p:nvSpPr>
        <p:spPr>
          <a:xfrm flipH="1">
            <a:off x="8985147" y="36710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
          <p:cNvSpPr/>
          <p:nvPr/>
        </p:nvSpPr>
        <p:spPr>
          <a:xfrm>
            <a:off x="8489408" y="1177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
          <p:cNvSpPr/>
          <p:nvPr/>
        </p:nvSpPr>
        <p:spPr>
          <a:xfrm rot="5400000">
            <a:off x="8489408" y="7228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9"/>
          <p:cNvGrpSpPr/>
          <p:nvPr/>
        </p:nvGrpSpPr>
        <p:grpSpPr>
          <a:xfrm>
            <a:off x="111415" y="4314125"/>
            <a:ext cx="754524" cy="750237"/>
            <a:chOff x="8523754" y="10"/>
            <a:chExt cx="516408" cy="513439"/>
          </a:xfrm>
        </p:grpSpPr>
        <p:sp>
          <p:nvSpPr>
            <p:cNvPr id="722" name="Google Shape;722;p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9"/>
          <p:cNvGrpSpPr/>
          <p:nvPr/>
        </p:nvGrpSpPr>
        <p:grpSpPr>
          <a:xfrm>
            <a:off x="3960075" y="4692585"/>
            <a:ext cx="1202833" cy="365416"/>
            <a:chOff x="3973270" y="4603191"/>
            <a:chExt cx="1202833" cy="365416"/>
          </a:xfrm>
        </p:grpSpPr>
        <p:sp>
          <p:nvSpPr>
            <p:cNvPr id="725" name="Google Shape;725;p9"/>
            <p:cNvSpPr/>
            <p:nvPr/>
          </p:nvSpPr>
          <p:spPr>
            <a:xfrm>
              <a:off x="4465214" y="460319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
            <p:cNvSpPr/>
            <p:nvPr/>
          </p:nvSpPr>
          <p:spPr>
            <a:xfrm>
              <a:off x="4632234" y="460319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
            <p:cNvSpPr/>
            <p:nvPr/>
          </p:nvSpPr>
          <p:spPr>
            <a:xfrm>
              <a:off x="4466733" y="475881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9"/>
            <p:cNvSpPr/>
            <p:nvPr/>
          </p:nvSpPr>
          <p:spPr>
            <a:xfrm>
              <a:off x="4629955" y="475805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9"/>
            <p:cNvSpPr/>
            <p:nvPr/>
          </p:nvSpPr>
          <p:spPr>
            <a:xfrm>
              <a:off x="4796215" y="475881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9"/>
            <p:cNvSpPr/>
            <p:nvPr/>
          </p:nvSpPr>
          <p:spPr>
            <a:xfrm>
              <a:off x="4459098" y="490980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9"/>
            <p:cNvSpPr/>
            <p:nvPr/>
          </p:nvSpPr>
          <p:spPr>
            <a:xfrm>
              <a:off x="4631474" y="491440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9"/>
            <p:cNvSpPr/>
            <p:nvPr/>
          </p:nvSpPr>
          <p:spPr>
            <a:xfrm>
              <a:off x="4796215" y="491516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9"/>
            <p:cNvSpPr/>
            <p:nvPr/>
          </p:nvSpPr>
          <p:spPr>
            <a:xfrm>
              <a:off x="4797013" y="460398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9"/>
            <p:cNvSpPr/>
            <p:nvPr/>
          </p:nvSpPr>
          <p:spPr>
            <a:xfrm>
              <a:off x="4960994" y="460626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9"/>
            <p:cNvSpPr/>
            <p:nvPr/>
          </p:nvSpPr>
          <p:spPr>
            <a:xfrm>
              <a:off x="4303512" y="460398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9"/>
            <p:cNvSpPr/>
            <p:nvPr/>
          </p:nvSpPr>
          <p:spPr>
            <a:xfrm>
              <a:off x="4303512" y="475881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9"/>
            <p:cNvSpPr/>
            <p:nvPr/>
          </p:nvSpPr>
          <p:spPr>
            <a:xfrm>
              <a:off x="4960234" y="476109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9"/>
            <p:cNvSpPr/>
            <p:nvPr/>
          </p:nvSpPr>
          <p:spPr>
            <a:xfrm>
              <a:off x="4959437" y="491668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9"/>
            <p:cNvSpPr/>
            <p:nvPr/>
          </p:nvSpPr>
          <p:spPr>
            <a:xfrm>
              <a:off x="4302752" y="491364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9"/>
            <p:cNvSpPr/>
            <p:nvPr/>
          </p:nvSpPr>
          <p:spPr>
            <a:xfrm>
              <a:off x="4138771" y="490524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9"/>
            <p:cNvSpPr/>
            <p:nvPr/>
          </p:nvSpPr>
          <p:spPr>
            <a:xfrm>
              <a:off x="3973270" y="491440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9"/>
            <p:cNvSpPr/>
            <p:nvPr/>
          </p:nvSpPr>
          <p:spPr>
            <a:xfrm>
              <a:off x="4137251" y="476033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
            <p:cNvSpPr/>
            <p:nvPr/>
          </p:nvSpPr>
          <p:spPr>
            <a:xfrm>
              <a:off x="4134972" y="460474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9"/>
            <p:cNvSpPr/>
            <p:nvPr/>
          </p:nvSpPr>
          <p:spPr>
            <a:xfrm>
              <a:off x="5121899" y="491820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9"/>
            <p:cNvSpPr/>
            <p:nvPr/>
          </p:nvSpPr>
          <p:spPr>
            <a:xfrm>
              <a:off x="5124216" y="476261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9"/>
            <p:cNvSpPr/>
            <p:nvPr/>
          </p:nvSpPr>
          <p:spPr>
            <a:xfrm>
              <a:off x="3974790" y="475805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9"/>
            <p:cNvSpPr/>
            <p:nvPr/>
          </p:nvSpPr>
          <p:spPr>
            <a:xfrm>
              <a:off x="3975549" y="460319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9"/>
            <p:cNvSpPr/>
            <p:nvPr/>
          </p:nvSpPr>
          <p:spPr>
            <a:xfrm>
              <a:off x="5124975" y="460702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9"/>
          <p:cNvSpPr/>
          <p:nvPr/>
        </p:nvSpPr>
        <p:spPr>
          <a:xfrm flipH="1">
            <a:off x="8638349" y="30862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9"/>
          <p:cNvSpPr/>
          <p:nvPr/>
        </p:nvSpPr>
        <p:spPr>
          <a:xfrm flipH="1">
            <a:off x="8790749" y="36196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9"/>
          <p:cNvSpPr/>
          <p:nvPr/>
        </p:nvSpPr>
        <p:spPr>
          <a:xfrm flipH="1">
            <a:off x="8638349" y="45077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9"/>
          <p:cNvSpPr/>
          <p:nvPr/>
        </p:nvSpPr>
        <p:spPr>
          <a:xfrm flipH="1">
            <a:off x="865949" y="1320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9"/>
          <p:cNvSpPr/>
          <p:nvPr/>
        </p:nvSpPr>
        <p:spPr>
          <a:xfrm flipH="1">
            <a:off x="256349" y="12574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4" name="Shape 754"/>
        <p:cNvGrpSpPr/>
        <p:nvPr/>
      </p:nvGrpSpPr>
      <p:grpSpPr>
        <a:xfrm>
          <a:off x="0" y="0"/>
          <a:ext cx="0" cy="0"/>
          <a:chOff x="0" y="0"/>
          <a:chExt cx="0" cy="0"/>
        </a:xfrm>
      </p:grpSpPr>
      <p:sp>
        <p:nvSpPr>
          <p:cNvPr id="755" name="Google Shape;755;p10"/>
          <p:cNvSpPr/>
          <p:nvPr/>
        </p:nvSpPr>
        <p:spPr>
          <a:xfrm>
            <a:off x="0" y="1450"/>
            <a:ext cx="4572000" cy="1935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
          <p:cNvSpPr/>
          <p:nvPr/>
        </p:nvSpPr>
        <p:spPr>
          <a:xfrm>
            <a:off x="8561250" y="1929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
          <p:cNvSpPr/>
          <p:nvPr/>
        </p:nvSpPr>
        <p:spPr>
          <a:xfrm>
            <a:off x="8561263" y="7246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0"/>
          <p:cNvGrpSpPr/>
          <p:nvPr/>
        </p:nvGrpSpPr>
        <p:grpSpPr>
          <a:xfrm rot="-5400000">
            <a:off x="2692007" y="-1167429"/>
            <a:ext cx="1730784" cy="1441910"/>
            <a:chOff x="-979618" y="-5128741"/>
            <a:chExt cx="1730784" cy="1441910"/>
          </a:xfrm>
        </p:grpSpPr>
        <p:sp>
          <p:nvSpPr>
            <p:cNvPr id="759" name="Google Shape;759;p10"/>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10"/>
          <p:cNvGrpSpPr/>
          <p:nvPr/>
        </p:nvGrpSpPr>
        <p:grpSpPr>
          <a:xfrm>
            <a:off x="-1975258" y="34168"/>
            <a:ext cx="2383952" cy="1642730"/>
            <a:chOff x="497192" y="-5154682"/>
            <a:chExt cx="2383952" cy="1642730"/>
          </a:xfrm>
        </p:grpSpPr>
        <p:sp>
          <p:nvSpPr>
            <p:cNvPr id="763" name="Google Shape;763;p10"/>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10"/>
          <p:cNvSpPr/>
          <p:nvPr/>
        </p:nvSpPr>
        <p:spPr>
          <a:xfrm>
            <a:off x="131905" y="37770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
          <p:cNvSpPr/>
          <p:nvPr/>
        </p:nvSpPr>
        <p:spPr>
          <a:xfrm rot="5400000">
            <a:off x="739740" y="438212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
          <p:cNvSpPr/>
          <p:nvPr/>
        </p:nvSpPr>
        <p:spPr>
          <a:xfrm rot="5400000">
            <a:off x="131905" y="43821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10"/>
          <p:cNvGrpSpPr/>
          <p:nvPr/>
        </p:nvGrpSpPr>
        <p:grpSpPr>
          <a:xfrm>
            <a:off x="7934296" y="4599416"/>
            <a:ext cx="1209708" cy="1147945"/>
            <a:chOff x="5235125" y="2636100"/>
            <a:chExt cx="796175" cy="755525"/>
          </a:xfrm>
        </p:grpSpPr>
        <p:sp>
          <p:nvSpPr>
            <p:cNvPr id="770" name="Google Shape;770;p10"/>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0"/>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0"/>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0"/>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0"/>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0"/>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0"/>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0"/>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0"/>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0"/>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0"/>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0"/>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0"/>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0"/>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0"/>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0"/>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0"/>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0"/>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0"/>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0"/>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0"/>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0"/>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0"/>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0"/>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0"/>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0"/>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0"/>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0"/>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0"/>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0"/>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0"/>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0"/>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0"/>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0"/>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0"/>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0"/>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10"/>
          <p:cNvSpPr txBox="1"/>
          <p:nvPr>
            <p:ph idx="1" type="body"/>
          </p:nvPr>
        </p:nvSpPr>
        <p:spPr>
          <a:xfrm>
            <a:off x="713225" y="844300"/>
            <a:ext cx="3402900" cy="7209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b="1" sz="2800">
                <a:latin typeface="Lexend Deca"/>
                <a:ea typeface="Lexend Deca"/>
                <a:cs typeface="Lexend Deca"/>
                <a:sym typeface="Lexend Deca"/>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11"/>
          <p:cNvSpPr txBox="1"/>
          <p:nvPr>
            <p:ph hasCustomPrompt="1" type="title"/>
          </p:nvPr>
        </p:nvSpPr>
        <p:spPr>
          <a:xfrm>
            <a:off x="1517400" y="1704150"/>
            <a:ext cx="6109200" cy="1371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37" name="Google Shape;837;p11"/>
          <p:cNvSpPr txBox="1"/>
          <p:nvPr>
            <p:ph idx="1" type="body"/>
          </p:nvPr>
        </p:nvSpPr>
        <p:spPr>
          <a:xfrm>
            <a:off x="1576800" y="3241200"/>
            <a:ext cx="5990400" cy="1830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838" name="Google Shape;838;p11"/>
          <p:cNvSpPr/>
          <p:nvPr/>
        </p:nvSpPr>
        <p:spPr>
          <a:xfrm flipH="1">
            <a:off x="7635600"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flipH="1">
            <a:off x="-99"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8457005" y="377370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rot="5400000">
            <a:off x="8457005" y="437880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 name="Google Shape;844;p11"/>
          <p:cNvGrpSpPr/>
          <p:nvPr/>
        </p:nvGrpSpPr>
        <p:grpSpPr>
          <a:xfrm>
            <a:off x="3970508" y="100006"/>
            <a:ext cx="1202833" cy="365416"/>
            <a:chOff x="3973358" y="4599416"/>
            <a:chExt cx="1202833" cy="365416"/>
          </a:xfrm>
        </p:grpSpPr>
        <p:sp>
          <p:nvSpPr>
            <p:cNvPr id="845" name="Google Shape;845;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11"/>
          <p:cNvGrpSpPr/>
          <p:nvPr/>
        </p:nvGrpSpPr>
        <p:grpSpPr>
          <a:xfrm>
            <a:off x="3973358" y="4712231"/>
            <a:ext cx="1202833" cy="365416"/>
            <a:chOff x="3973358" y="4599416"/>
            <a:chExt cx="1202833" cy="365416"/>
          </a:xfrm>
        </p:grpSpPr>
        <p:sp>
          <p:nvSpPr>
            <p:cNvPr id="870" name="Google Shape;870;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4" name="Google Shape;894;p11"/>
          <p:cNvSpPr/>
          <p:nvPr/>
        </p:nvSpPr>
        <p:spPr>
          <a:xfrm flipH="1">
            <a:off x="307771" y="1300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
          <p:cNvSpPr/>
          <p:nvPr/>
        </p:nvSpPr>
        <p:spPr>
          <a:xfrm flipH="1">
            <a:off x="456659" y="1423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1"/>
          <p:cNvSpPr/>
          <p:nvPr/>
        </p:nvSpPr>
        <p:spPr>
          <a:xfrm flipH="1">
            <a:off x="8159359" y="2417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1"/>
          <p:cNvSpPr/>
          <p:nvPr/>
        </p:nvSpPr>
        <p:spPr>
          <a:xfrm flipH="1">
            <a:off x="7817505" y="1418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1"/>
          <p:cNvSpPr/>
          <p:nvPr/>
        </p:nvSpPr>
        <p:spPr>
          <a:xfrm flipH="1">
            <a:off x="8278947" y="3286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1"/>
          <p:cNvSpPr/>
          <p:nvPr/>
        </p:nvSpPr>
        <p:spPr>
          <a:xfrm flipH="1">
            <a:off x="7919037" y="1525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1"/>
          <p:cNvSpPr/>
          <p:nvPr/>
        </p:nvSpPr>
        <p:spPr>
          <a:xfrm flipH="1">
            <a:off x="8379359" y="4403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1"/>
          <p:cNvSpPr/>
          <p:nvPr/>
        </p:nvSpPr>
        <p:spPr>
          <a:xfrm flipH="1">
            <a:off x="8538419" y="5824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
          <p:cNvSpPr/>
          <p:nvPr/>
        </p:nvSpPr>
        <p:spPr>
          <a:xfrm flipH="1">
            <a:off x="8619666" y="6930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
          <p:cNvSpPr/>
          <p:nvPr/>
        </p:nvSpPr>
        <p:spPr>
          <a:xfrm flipH="1">
            <a:off x="8688489" y="8340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1"/>
          <p:cNvSpPr/>
          <p:nvPr/>
        </p:nvSpPr>
        <p:spPr>
          <a:xfrm flipH="1">
            <a:off x="8662547" y="8588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1"/>
          <p:cNvSpPr/>
          <p:nvPr/>
        </p:nvSpPr>
        <p:spPr>
          <a:xfrm flipH="1">
            <a:off x="-1651941" y="3249282"/>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1"/>
          <p:cNvSpPr/>
          <p:nvPr/>
        </p:nvSpPr>
        <p:spPr>
          <a:xfrm flipH="1">
            <a:off x="-682782" y="3372276"/>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flipH="1">
            <a:off x="200616" y="3627209"/>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flipH="1">
            <a:off x="719610" y="3878788"/>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flipH="1">
            <a:off x="695905" y="3902492"/>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flipH="1">
            <a:off x="8234036" y="20053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flipH="1">
            <a:off x="8761836" y="36916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flipH="1">
            <a:off x="8862311" y="1431335"/>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flipH="1">
            <a:off x="1261229" y="1903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flipH="1">
            <a:off x="403236" y="20561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1"/>
          <p:cNvSpPr/>
          <p:nvPr/>
        </p:nvSpPr>
        <p:spPr>
          <a:xfrm flipH="1">
            <a:off x="555636" y="37325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1"/>
          <p:cNvSpPr/>
          <p:nvPr/>
        </p:nvSpPr>
        <p:spPr>
          <a:xfrm flipH="1">
            <a:off x="1089036" y="4189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17" name="Shape 91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18" name="Shape 918"/>
        <p:cNvGrpSpPr/>
        <p:nvPr/>
      </p:nvGrpSpPr>
      <p:grpSpPr>
        <a:xfrm>
          <a:off x="0" y="0"/>
          <a:ext cx="0" cy="0"/>
          <a:chOff x="0" y="0"/>
          <a:chExt cx="0" cy="0"/>
        </a:xfrm>
      </p:grpSpPr>
      <p:sp>
        <p:nvSpPr>
          <p:cNvPr id="919" name="Google Shape;919;p13"/>
          <p:cNvSpPr txBox="1"/>
          <p:nvPr>
            <p:ph idx="1" type="subTitle"/>
          </p:nvPr>
        </p:nvSpPr>
        <p:spPr>
          <a:xfrm>
            <a:off x="714799"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0" name="Google Shape;920;p13"/>
          <p:cNvSpPr txBox="1"/>
          <p:nvPr>
            <p:ph idx="2" type="subTitle"/>
          </p:nvPr>
        </p:nvSpPr>
        <p:spPr>
          <a:xfrm>
            <a:off x="871699"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1" name="Google Shape;921;p13"/>
          <p:cNvSpPr txBox="1"/>
          <p:nvPr>
            <p:ph idx="3" type="subTitle"/>
          </p:nvPr>
        </p:nvSpPr>
        <p:spPr>
          <a:xfrm>
            <a:off x="714799"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2" name="Google Shape;922;p13"/>
          <p:cNvSpPr txBox="1"/>
          <p:nvPr>
            <p:ph idx="4" type="subTitle"/>
          </p:nvPr>
        </p:nvSpPr>
        <p:spPr>
          <a:xfrm>
            <a:off x="871699"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3" name="Google Shape;923;p13"/>
          <p:cNvSpPr txBox="1"/>
          <p:nvPr>
            <p:ph hasCustomPrompt="1" type="title"/>
          </p:nvPr>
        </p:nvSpPr>
        <p:spPr>
          <a:xfrm>
            <a:off x="1600099" y="1282367"/>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4" name="Google Shape;924;p13"/>
          <p:cNvSpPr txBox="1"/>
          <p:nvPr>
            <p:ph hasCustomPrompt="1" idx="5" type="title"/>
          </p:nvPr>
        </p:nvSpPr>
        <p:spPr>
          <a:xfrm>
            <a:off x="4174200"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5" name="Google Shape;925;p13"/>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926" name="Google Shape;926;p13"/>
          <p:cNvSpPr/>
          <p:nvPr/>
        </p:nvSpPr>
        <p:spPr>
          <a:xfrm flipH="1">
            <a:off x="854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txBox="1"/>
          <p:nvPr>
            <p:ph idx="7" type="subTitle"/>
          </p:nvPr>
        </p:nvSpPr>
        <p:spPr>
          <a:xfrm>
            <a:off x="3287250"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8" name="Google Shape;928;p13"/>
          <p:cNvSpPr txBox="1"/>
          <p:nvPr>
            <p:ph idx="8" type="subTitle"/>
          </p:nvPr>
        </p:nvSpPr>
        <p:spPr>
          <a:xfrm>
            <a:off x="3444150"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9" name="Google Shape;929;p13"/>
          <p:cNvSpPr txBox="1"/>
          <p:nvPr>
            <p:ph idx="9" type="subTitle"/>
          </p:nvPr>
        </p:nvSpPr>
        <p:spPr>
          <a:xfrm>
            <a:off x="3287250"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0" name="Google Shape;930;p13"/>
          <p:cNvSpPr txBox="1"/>
          <p:nvPr>
            <p:ph idx="13" type="subTitle"/>
          </p:nvPr>
        </p:nvSpPr>
        <p:spPr>
          <a:xfrm>
            <a:off x="3444150"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1" name="Google Shape;931;p13"/>
          <p:cNvSpPr txBox="1"/>
          <p:nvPr>
            <p:ph hasCustomPrompt="1" idx="14" type="title"/>
          </p:nvPr>
        </p:nvSpPr>
        <p:spPr>
          <a:xfrm>
            <a:off x="1600999" y="3175731"/>
            <a:ext cx="7971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32" name="Google Shape;932;p13"/>
          <p:cNvSpPr txBox="1"/>
          <p:nvPr>
            <p:ph hasCustomPrompt="1" idx="15" type="title"/>
          </p:nvPr>
        </p:nvSpPr>
        <p:spPr>
          <a:xfrm>
            <a:off x="4172550"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933" name="Google Shape;933;p13"/>
          <p:cNvGrpSpPr/>
          <p:nvPr/>
        </p:nvGrpSpPr>
        <p:grpSpPr>
          <a:xfrm rot="2456699">
            <a:off x="-1168525" y="4122558"/>
            <a:ext cx="2289126" cy="1739695"/>
            <a:chOff x="-1055215" y="-5268675"/>
            <a:chExt cx="2289244" cy="1739785"/>
          </a:xfrm>
        </p:grpSpPr>
        <p:sp>
          <p:nvSpPr>
            <p:cNvPr id="934" name="Google Shape;934;p13"/>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13"/>
          <p:cNvGrpSpPr/>
          <p:nvPr/>
        </p:nvGrpSpPr>
        <p:grpSpPr>
          <a:xfrm rot="-5400000">
            <a:off x="-245893" y="2684791"/>
            <a:ext cx="1205112" cy="520243"/>
            <a:chOff x="3970982" y="4604466"/>
            <a:chExt cx="1205112" cy="520243"/>
          </a:xfrm>
        </p:grpSpPr>
        <p:sp>
          <p:nvSpPr>
            <p:cNvPr id="938" name="Google Shape;938;p13"/>
            <p:cNvSpPr/>
            <p:nvPr/>
          </p:nvSpPr>
          <p:spPr>
            <a:xfrm>
              <a:off x="4793927" y="50720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
            <p:cNvSpPr/>
            <p:nvPr/>
          </p:nvSpPr>
          <p:spPr>
            <a:xfrm>
              <a:off x="4465205" y="46044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3"/>
            <p:cNvSpPr/>
            <p:nvPr/>
          </p:nvSpPr>
          <p:spPr>
            <a:xfrm>
              <a:off x="4632225" y="46044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
            <p:cNvSpPr/>
            <p:nvPr/>
          </p:nvSpPr>
          <p:spPr>
            <a:xfrm>
              <a:off x="4466725" y="47600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
            <p:cNvSpPr/>
            <p:nvPr/>
          </p:nvSpPr>
          <p:spPr>
            <a:xfrm>
              <a:off x="4629946" y="47593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
            <p:cNvSpPr/>
            <p:nvPr/>
          </p:nvSpPr>
          <p:spPr>
            <a:xfrm>
              <a:off x="4796206" y="47600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
            <p:cNvSpPr/>
            <p:nvPr/>
          </p:nvSpPr>
          <p:spPr>
            <a:xfrm>
              <a:off x="4459090" y="49110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
            <p:cNvSpPr/>
            <p:nvPr/>
          </p:nvSpPr>
          <p:spPr>
            <a:xfrm>
              <a:off x="4631466" y="49156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
            <p:cNvSpPr/>
            <p:nvPr/>
          </p:nvSpPr>
          <p:spPr>
            <a:xfrm>
              <a:off x="4796206" y="49164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
            <p:cNvSpPr/>
            <p:nvPr/>
          </p:nvSpPr>
          <p:spPr>
            <a:xfrm>
              <a:off x="4462166" y="50705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3"/>
            <p:cNvSpPr/>
            <p:nvPr/>
          </p:nvSpPr>
          <p:spPr>
            <a:xfrm>
              <a:off x="4630706" y="50712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3"/>
            <p:cNvSpPr/>
            <p:nvPr/>
          </p:nvSpPr>
          <p:spPr>
            <a:xfrm>
              <a:off x="4797004" y="46052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3"/>
            <p:cNvSpPr/>
            <p:nvPr/>
          </p:nvSpPr>
          <p:spPr>
            <a:xfrm>
              <a:off x="4960985" y="46075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3"/>
            <p:cNvSpPr/>
            <p:nvPr/>
          </p:nvSpPr>
          <p:spPr>
            <a:xfrm>
              <a:off x="4303503" y="46052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3"/>
            <p:cNvSpPr/>
            <p:nvPr/>
          </p:nvSpPr>
          <p:spPr>
            <a:xfrm>
              <a:off x="4303503" y="47600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
            <p:cNvSpPr/>
            <p:nvPr/>
          </p:nvSpPr>
          <p:spPr>
            <a:xfrm>
              <a:off x="4959428" y="50720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3"/>
            <p:cNvSpPr/>
            <p:nvPr/>
          </p:nvSpPr>
          <p:spPr>
            <a:xfrm>
              <a:off x="4301984" y="50712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3"/>
            <p:cNvSpPr/>
            <p:nvPr/>
          </p:nvSpPr>
          <p:spPr>
            <a:xfrm>
              <a:off x="4960226" y="47623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
            <p:cNvSpPr/>
            <p:nvPr/>
          </p:nvSpPr>
          <p:spPr>
            <a:xfrm>
              <a:off x="4137243" y="50697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3"/>
            <p:cNvSpPr/>
            <p:nvPr/>
          </p:nvSpPr>
          <p:spPr>
            <a:xfrm>
              <a:off x="4959428" y="49179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
            <p:cNvSpPr/>
            <p:nvPr/>
          </p:nvSpPr>
          <p:spPr>
            <a:xfrm>
              <a:off x="4302743" y="49149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3"/>
            <p:cNvSpPr/>
            <p:nvPr/>
          </p:nvSpPr>
          <p:spPr>
            <a:xfrm>
              <a:off x="4138762" y="49065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3"/>
            <p:cNvSpPr/>
            <p:nvPr/>
          </p:nvSpPr>
          <p:spPr>
            <a:xfrm>
              <a:off x="3970982" y="50705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3"/>
            <p:cNvSpPr/>
            <p:nvPr/>
          </p:nvSpPr>
          <p:spPr>
            <a:xfrm>
              <a:off x="3973261" y="49156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3"/>
            <p:cNvSpPr/>
            <p:nvPr/>
          </p:nvSpPr>
          <p:spPr>
            <a:xfrm>
              <a:off x="5123447" y="50743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3"/>
            <p:cNvSpPr/>
            <p:nvPr/>
          </p:nvSpPr>
          <p:spPr>
            <a:xfrm>
              <a:off x="4137243" y="47616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
            <p:cNvSpPr/>
            <p:nvPr/>
          </p:nvSpPr>
          <p:spPr>
            <a:xfrm>
              <a:off x="4134964" y="46060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3"/>
            <p:cNvSpPr/>
            <p:nvPr/>
          </p:nvSpPr>
          <p:spPr>
            <a:xfrm>
              <a:off x="5121890" y="49194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3"/>
            <p:cNvSpPr/>
            <p:nvPr/>
          </p:nvSpPr>
          <p:spPr>
            <a:xfrm>
              <a:off x="5124207" y="47638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3"/>
            <p:cNvSpPr/>
            <p:nvPr/>
          </p:nvSpPr>
          <p:spPr>
            <a:xfrm>
              <a:off x="3974781" y="47593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3"/>
            <p:cNvSpPr/>
            <p:nvPr/>
          </p:nvSpPr>
          <p:spPr>
            <a:xfrm>
              <a:off x="3975541" y="46044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
            <p:cNvSpPr/>
            <p:nvPr/>
          </p:nvSpPr>
          <p:spPr>
            <a:xfrm>
              <a:off x="5124967" y="46083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0" name="Google Shape;970;p13"/>
          <p:cNvSpPr/>
          <p:nvPr/>
        </p:nvSpPr>
        <p:spPr>
          <a:xfrm>
            <a:off x="-385975" y="-555275"/>
            <a:ext cx="1002000" cy="100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
          <p:cNvSpPr/>
          <p:nvPr/>
        </p:nvSpPr>
        <p:spPr>
          <a:xfrm>
            <a:off x="128050" y="6481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3"/>
          <p:cNvSpPr/>
          <p:nvPr/>
        </p:nvSpPr>
        <p:spPr>
          <a:xfrm>
            <a:off x="128063" y="11798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3"/>
          <p:cNvSpPr/>
          <p:nvPr/>
        </p:nvSpPr>
        <p:spPr>
          <a:xfrm flipH="1">
            <a:off x="843200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3"/>
          <p:cNvSpPr/>
          <p:nvPr/>
        </p:nvSpPr>
        <p:spPr>
          <a:xfrm flipH="1" rot="-5400000">
            <a:off x="8208225" y="-8"/>
            <a:ext cx="961200" cy="961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3"/>
          <p:cNvSpPr/>
          <p:nvPr/>
        </p:nvSpPr>
        <p:spPr>
          <a:xfrm>
            <a:off x="8868620" y="27893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13"/>
          <p:cNvGrpSpPr/>
          <p:nvPr/>
        </p:nvGrpSpPr>
        <p:grpSpPr>
          <a:xfrm>
            <a:off x="8563132" y="407721"/>
            <a:ext cx="1730784" cy="1441910"/>
            <a:chOff x="-979618" y="-5128741"/>
            <a:chExt cx="1730784" cy="1441910"/>
          </a:xfrm>
        </p:grpSpPr>
        <p:sp>
          <p:nvSpPr>
            <p:cNvPr id="977" name="Google Shape;977;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3"/>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13"/>
          <p:cNvGrpSpPr/>
          <p:nvPr/>
        </p:nvGrpSpPr>
        <p:grpSpPr>
          <a:xfrm>
            <a:off x="8716221" y="3079094"/>
            <a:ext cx="1001862" cy="1525380"/>
            <a:chOff x="2060921" y="-3413869"/>
            <a:chExt cx="1001862" cy="1525380"/>
          </a:xfrm>
        </p:grpSpPr>
        <p:sp>
          <p:nvSpPr>
            <p:cNvPr id="981" name="Google Shape;981;p13"/>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3"/>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3" name="Google Shape;983;p13"/>
          <p:cNvSpPr txBox="1"/>
          <p:nvPr>
            <p:ph hasCustomPrompt="1" idx="16" type="title"/>
          </p:nvPr>
        </p:nvSpPr>
        <p:spPr>
          <a:xfrm>
            <a:off x="6748988"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84" name="Google Shape;984;p13"/>
          <p:cNvSpPr txBox="1"/>
          <p:nvPr>
            <p:ph idx="17" type="subTitle"/>
          </p:nvPr>
        </p:nvSpPr>
        <p:spPr>
          <a:xfrm>
            <a:off x="5862038"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5" name="Google Shape;985;p13"/>
          <p:cNvSpPr txBox="1"/>
          <p:nvPr>
            <p:ph idx="18" type="subTitle"/>
          </p:nvPr>
        </p:nvSpPr>
        <p:spPr>
          <a:xfrm>
            <a:off x="6018938"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6" name="Google Shape;986;p13"/>
          <p:cNvSpPr txBox="1"/>
          <p:nvPr>
            <p:ph idx="19" type="subTitle"/>
          </p:nvPr>
        </p:nvSpPr>
        <p:spPr>
          <a:xfrm>
            <a:off x="5862038"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7" name="Google Shape;987;p13"/>
          <p:cNvSpPr txBox="1"/>
          <p:nvPr>
            <p:ph idx="20" type="subTitle"/>
          </p:nvPr>
        </p:nvSpPr>
        <p:spPr>
          <a:xfrm>
            <a:off x="6018938"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8" name="Google Shape;988;p13"/>
          <p:cNvSpPr txBox="1"/>
          <p:nvPr>
            <p:ph hasCustomPrompt="1" idx="21" type="title"/>
          </p:nvPr>
        </p:nvSpPr>
        <p:spPr>
          <a:xfrm>
            <a:off x="6747338"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989" name="Shape 989"/>
        <p:cNvGrpSpPr/>
        <p:nvPr/>
      </p:nvGrpSpPr>
      <p:grpSpPr>
        <a:xfrm>
          <a:off x="0" y="0"/>
          <a:ext cx="0" cy="0"/>
          <a:chOff x="0" y="0"/>
          <a:chExt cx="0" cy="0"/>
        </a:xfrm>
      </p:grpSpPr>
      <p:sp>
        <p:nvSpPr>
          <p:cNvPr id="990" name="Google Shape;990;p14"/>
          <p:cNvSpPr txBox="1"/>
          <p:nvPr>
            <p:ph type="title"/>
          </p:nvPr>
        </p:nvSpPr>
        <p:spPr>
          <a:xfrm>
            <a:off x="1371600" y="3114683"/>
            <a:ext cx="6400800" cy="183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800"/>
              <a:buNone/>
              <a:defRPr sz="2000"/>
            </a:lvl1pPr>
            <a:lvl2pPr lvl="1" rtl="0">
              <a:spcBef>
                <a:spcPts val="0"/>
              </a:spcBef>
              <a:spcAft>
                <a:spcPts val="0"/>
              </a:spcAft>
              <a:buSzPts val="1800"/>
              <a:buNone/>
              <a:defRPr b="1" sz="1800"/>
            </a:lvl2pPr>
            <a:lvl3pPr lvl="2" rtl="0">
              <a:spcBef>
                <a:spcPts val="0"/>
              </a:spcBef>
              <a:spcAft>
                <a:spcPts val="0"/>
              </a:spcAft>
              <a:buSzPts val="1800"/>
              <a:buNone/>
              <a:defRPr b="1" sz="1800"/>
            </a:lvl3pPr>
            <a:lvl4pPr lvl="3" rtl="0">
              <a:spcBef>
                <a:spcPts val="0"/>
              </a:spcBef>
              <a:spcAft>
                <a:spcPts val="0"/>
              </a:spcAft>
              <a:buSzPts val="1800"/>
              <a:buNone/>
              <a:defRPr b="1" sz="1800"/>
            </a:lvl4pPr>
            <a:lvl5pPr lvl="4" rtl="0">
              <a:spcBef>
                <a:spcPts val="0"/>
              </a:spcBef>
              <a:spcAft>
                <a:spcPts val="0"/>
              </a:spcAft>
              <a:buSzPts val="1800"/>
              <a:buNone/>
              <a:defRPr b="1" sz="1800"/>
            </a:lvl5pPr>
            <a:lvl6pPr lvl="5" rtl="0">
              <a:spcBef>
                <a:spcPts val="0"/>
              </a:spcBef>
              <a:spcAft>
                <a:spcPts val="0"/>
              </a:spcAft>
              <a:buSzPts val="1800"/>
              <a:buNone/>
              <a:defRPr b="1" sz="1800"/>
            </a:lvl6pPr>
            <a:lvl7pPr lvl="6" rtl="0">
              <a:spcBef>
                <a:spcPts val="0"/>
              </a:spcBef>
              <a:spcAft>
                <a:spcPts val="0"/>
              </a:spcAft>
              <a:buSzPts val="1800"/>
              <a:buNone/>
              <a:defRPr b="1" sz="1800"/>
            </a:lvl7pPr>
            <a:lvl8pPr lvl="7" rtl="0">
              <a:spcBef>
                <a:spcPts val="0"/>
              </a:spcBef>
              <a:spcAft>
                <a:spcPts val="0"/>
              </a:spcAft>
              <a:buSzPts val="1800"/>
              <a:buNone/>
              <a:defRPr b="1" sz="1800"/>
            </a:lvl8pPr>
            <a:lvl9pPr lvl="8" rtl="0">
              <a:spcBef>
                <a:spcPts val="0"/>
              </a:spcBef>
              <a:spcAft>
                <a:spcPts val="0"/>
              </a:spcAft>
              <a:buSzPts val="1800"/>
              <a:buNone/>
              <a:defRPr b="1" sz="1800"/>
            </a:lvl9pPr>
          </a:lstStyle>
          <a:p/>
        </p:txBody>
      </p:sp>
      <p:sp>
        <p:nvSpPr>
          <p:cNvPr id="991" name="Google Shape;991;p14"/>
          <p:cNvSpPr txBox="1"/>
          <p:nvPr>
            <p:ph idx="1" type="subTitle"/>
          </p:nvPr>
        </p:nvSpPr>
        <p:spPr>
          <a:xfrm>
            <a:off x="1371600" y="1845817"/>
            <a:ext cx="6400800" cy="109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25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992" name="Google Shape;992;p14"/>
          <p:cNvSpPr/>
          <p:nvPr/>
        </p:nvSpPr>
        <p:spPr>
          <a:xfrm flipH="1">
            <a:off x="0" y="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4"/>
          <p:cNvSpPr/>
          <p:nvPr/>
        </p:nvSpPr>
        <p:spPr>
          <a:xfrm flipH="1">
            <a:off x="0" y="380975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4" name="Google Shape;994;p14"/>
          <p:cNvGrpSpPr/>
          <p:nvPr/>
        </p:nvGrpSpPr>
        <p:grpSpPr>
          <a:xfrm>
            <a:off x="4194777" y="4230733"/>
            <a:ext cx="754445" cy="775380"/>
            <a:chOff x="4194777" y="3988596"/>
            <a:chExt cx="754445" cy="775380"/>
          </a:xfrm>
        </p:grpSpPr>
        <p:sp>
          <p:nvSpPr>
            <p:cNvPr id="995" name="Google Shape;995;p14"/>
            <p:cNvSpPr/>
            <p:nvPr/>
          </p:nvSpPr>
          <p:spPr>
            <a:xfrm>
              <a:off x="4194777" y="438664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4"/>
            <p:cNvSpPr/>
            <p:nvPr/>
          </p:nvSpPr>
          <p:spPr>
            <a:xfrm>
              <a:off x="4194777" y="3988596"/>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14"/>
          <p:cNvGrpSpPr/>
          <p:nvPr/>
        </p:nvGrpSpPr>
        <p:grpSpPr>
          <a:xfrm>
            <a:off x="3967142" y="49806"/>
            <a:ext cx="1209708" cy="682666"/>
            <a:chOff x="3967142" y="49806"/>
            <a:chExt cx="1209708" cy="682666"/>
          </a:xfrm>
        </p:grpSpPr>
        <p:sp>
          <p:nvSpPr>
            <p:cNvPr id="998" name="Google Shape;998;p14"/>
            <p:cNvSpPr/>
            <p:nvPr/>
          </p:nvSpPr>
          <p:spPr>
            <a:xfrm>
              <a:off x="4793924" y="52086"/>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4"/>
            <p:cNvSpPr/>
            <p:nvPr/>
          </p:nvSpPr>
          <p:spPr>
            <a:xfrm>
              <a:off x="4955626" y="205393"/>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4"/>
            <p:cNvSpPr/>
            <p:nvPr/>
          </p:nvSpPr>
          <p:spPr>
            <a:xfrm>
              <a:off x="4957145" y="671431"/>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4"/>
            <p:cNvSpPr/>
            <p:nvPr/>
          </p:nvSpPr>
          <p:spPr>
            <a:xfrm>
              <a:off x="4791644" y="67295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4"/>
            <p:cNvSpPr/>
            <p:nvPr/>
          </p:nvSpPr>
          <p:spPr>
            <a:xfrm>
              <a:off x="4626904" y="669912"/>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4"/>
            <p:cNvSpPr/>
            <p:nvPr/>
          </p:nvSpPr>
          <p:spPr>
            <a:xfrm>
              <a:off x="4464442" y="6706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4"/>
            <p:cNvSpPr/>
            <p:nvPr/>
          </p:nvSpPr>
          <p:spPr>
            <a:xfrm>
              <a:off x="4301980" y="6714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4"/>
            <p:cNvSpPr/>
            <p:nvPr/>
          </p:nvSpPr>
          <p:spPr>
            <a:xfrm>
              <a:off x="4958664" y="51812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
            <p:cNvSpPr/>
            <p:nvPr/>
          </p:nvSpPr>
          <p:spPr>
            <a:xfrm>
              <a:off x="4793924" y="512008"/>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4"/>
            <p:cNvSpPr/>
            <p:nvPr/>
          </p:nvSpPr>
          <p:spPr>
            <a:xfrm>
              <a:off x="4628423" y="51660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4"/>
            <p:cNvSpPr/>
            <p:nvPr/>
          </p:nvSpPr>
          <p:spPr>
            <a:xfrm>
              <a:off x="4464442" y="5127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4"/>
            <p:cNvSpPr/>
            <p:nvPr/>
          </p:nvSpPr>
          <p:spPr>
            <a:xfrm>
              <a:off x="4300460" y="5127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4"/>
            <p:cNvSpPr/>
            <p:nvPr/>
          </p:nvSpPr>
          <p:spPr>
            <a:xfrm>
              <a:off x="4957905" y="360980"/>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4"/>
            <p:cNvSpPr/>
            <p:nvPr/>
          </p:nvSpPr>
          <p:spPr>
            <a:xfrm>
              <a:off x="4462163" y="505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4"/>
            <p:cNvSpPr/>
            <p:nvPr/>
          </p:nvSpPr>
          <p:spPr>
            <a:xfrm>
              <a:off x="4630702" y="51326"/>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4"/>
            <p:cNvSpPr/>
            <p:nvPr/>
          </p:nvSpPr>
          <p:spPr>
            <a:xfrm>
              <a:off x="4793924" y="362537"/>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4"/>
            <p:cNvSpPr/>
            <p:nvPr/>
          </p:nvSpPr>
          <p:spPr>
            <a:xfrm>
              <a:off x="4626144" y="357941"/>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4"/>
            <p:cNvSpPr/>
            <p:nvPr/>
          </p:nvSpPr>
          <p:spPr>
            <a:xfrm>
              <a:off x="4464442" y="3602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4"/>
            <p:cNvSpPr/>
            <p:nvPr/>
          </p:nvSpPr>
          <p:spPr>
            <a:xfrm>
              <a:off x="4299701" y="3556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4"/>
            <p:cNvSpPr/>
            <p:nvPr/>
          </p:nvSpPr>
          <p:spPr>
            <a:xfrm>
              <a:off x="4790125" y="20767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4"/>
            <p:cNvSpPr/>
            <p:nvPr/>
          </p:nvSpPr>
          <p:spPr>
            <a:xfrm>
              <a:off x="4464442" y="2061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4"/>
            <p:cNvSpPr/>
            <p:nvPr/>
          </p:nvSpPr>
          <p:spPr>
            <a:xfrm>
              <a:off x="4630702" y="20463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4"/>
            <p:cNvSpPr/>
            <p:nvPr/>
          </p:nvSpPr>
          <p:spPr>
            <a:xfrm>
              <a:off x="4301220" y="2031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4"/>
            <p:cNvSpPr/>
            <p:nvPr/>
          </p:nvSpPr>
          <p:spPr>
            <a:xfrm>
              <a:off x="5123443" y="208432"/>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4"/>
            <p:cNvSpPr/>
            <p:nvPr/>
          </p:nvSpPr>
          <p:spPr>
            <a:xfrm>
              <a:off x="4137239" y="3594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4"/>
            <p:cNvSpPr/>
            <p:nvPr/>
          </p:nvSpPr>
          <p:spPr>
            <a:xfrm>
              <a:off x="4136479" y="2015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4"/>
            <p:cNvSpPr/>
            <p:nvPr/>
          </p:nvSpPr>
          <p:spPr>
            <a:xfrm>
              <a:off x="5112732" y="672191"/>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4"/>
            <p:cNvSpPr/>
            <p:nvPr/>
          </p:nvSpPr>
          <p:spPr>
            <a:xfrm>
              <a:off x="4959424" y="52086"/>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4"/>
            <p:cNvSpPr/>
            <p:nvPr/>
          </p:nvSpPr>
          <p:spPr>
            <a:xfrm>
              <a:off x="4301980" y="513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4"/>
            <p:cNvSpPr/>
            <p:nvPr/>
          </p:nvSpPr>
          <p:spPr>
            <a:xfrm>
              <a:off x="5122684" y="363297"/>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4"/>
            <p:cNvSpPr/>
            <p:nvPr/>
          </p:nvSpPr>
          <p:spPr>
            <a:xfrm>
              <a:off x="4137239" y="5158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4"/>
            <p:cNvSpPr/>
            <p:nvPr/>
          </p:nvSpPr>
          <p:spPr>
            <a:xfrm>
              <a:off x="4137239" y="498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4"/>
            <p:cNvSpPr/>
            <p:nvPr/>
          </p:nvSpPr>
          <p:spPr>
            <a:xfrm>
              <a:off x="4135719" y="6706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4"/>
            <p:cNvSpPr/>
            <p:nvPr/>
          </p:nvSpPr>
          <p:spPr>
            <a:xfrm>
              <a:off x="3967142" y="6675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4"/>
            <p:cNvSpPr/>
            <p:nvPr/>
          </p:nvSpPr>
          <p:spPr>
            <a:xfrm>
              <a:off x="5121886" y="51812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4"/>
            <p:cNvSpPr/>
            <p:nvPr/>
          </p:nvSpPr>
          <p:spPr>
            <a:xfrm>
              <a:off x="3970979" y="505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4"/>
            <p:cNvSpPr/>
            <p:nvPr/>
          </p:nvSpPr>
          <p:spPr>
            <a:xfrm>
              <a:off x="3972498" y="5150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4"/>
            <p:cNvSpPr/>
            <p:nvPr/>
          </p:nvSpPr>
          <p:spPr>
            <a:xfrm>
              <a:off x="5123443" y="54365"/>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4"/>
            <p:cNvSpPr/>
            <p:nvPr/>
          </p:nvSpPr>
          <p:spPr>
            <a:xfrm>
              <a:off x="3970979" y="2053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4"/>
            <p:cNvSpPr/>
            <p:nvPr/>
          </p:nvSpPr>
          <p:spPr>
            <a:xfrm>
              <a:off x="3972498" y="3609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14"/>
          <p:cNvSpPr/>
          <p:nvPr/>
        </p:nvSpPr>
        <p:spPr>
          <a:xfrm>
            <a:off x="-1202060" y="401567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4"/>
          <p:cNvSpPr/>
          <p:nvPr/>
        </p:nvSpPr>
        <p:spPr>
          <a:xfrm rot="10800000">
            <a:off x="6427817" y="-594069"/>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4"/>
          <p:cNvSpPr/>
          <p:nvPr/>
        </p:nvSpPr>
        <p:spPr>
          <a:xfrm rot="10800000">
            <a:off x="6555289" y="-28942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4"/>
          <p:cNvSpPr/>
          <p:nvPr/>
        </p:nvSpPr>
        <p:spPr>
          <a:xfrm rot="10800000">
            <a:off x="6680524" y="109922"/>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4"/>
          <p:cNvSpPr/>
          <p:nvPr/>
        </p:nvSpPr>
        <p:spPr>
          <a:xfrm flipH="1">
            <a:off x="587959" y="39288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4"/>
          <p:cNvSpPr/>
          <p:nvPr/>
        </p:nvSpPr>
        <p:spPr>
          <a:xfrm flipH="1">
            <a:off x="1617730" y="4051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4"/>
          <p:cNvSpPr/>
          <p:nvPr/>
        </p:nvSpPr>
        <p:spPr>
          <a:xfrm flipH="1">
            <a:off x="707547" y="40156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4"/>
          <p:cNvSpPr/>
          <p:nvPr/>
        </p:nvSpPr>
        <p:spPr>
          <a:xfrm flipH="1">
            <a:off x="1719262" y="4158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4"/>
          <p:cNvSpPr/>
          <p:nvPr/>
        </p:nvSpPr>
        <p:spPr>
          <a:xfrm flipH="1">
            <a:off x="807959" y="41273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4"/>
          <p:cNvSpPr/>
          <p:nvPr/>
        </p:nvSpPr>
        <p:spPr>
          <a:xfrm flipH="1">
            <a:off x="967019" y="42695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4"/>
          <p:cNvSpPr/>
          <p:nvPr/>
        </p:nvSpPr>
        <p:spPr>
          <a:xfrm flipH="1">
            <a:off x="1048266" y="43800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4"/>
          <p:cNvSpPr/>
          <p:nvPr/>
        </p:nvSpPr>
        <p:spPr>
          <a:xfrm flipH="1">
            <a:off x="1117089" y="45211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4"/>
          <p:cNvSpPr/>
          <p:nvPr/>
        </p:nvSpPr>
        <p:spPr>
          <a:xfrm flipH="1">
            <a:off x="1091147" y="45459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4"/>
          <p:cNvSpPr/>
          <p:nvPr/>
        </p:nvSpPr>
        <p:spPr>
          <a:xfrm>
            <a:off x="414425" y="2286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4"/>
          <p:cNvSpPr/>
          <p:nvPr/>
        </p:nvSpPr>
        <p:spPr>
          <a:xfrm rot="5400000">
            <a:off x="414425" y="8337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4"/>
          <p:cNvSpPr/>
          <p:nvPr/>
        </p:nvSpPr>
        <p:spPr>
          <a:xfrm flipH="1">
            <a:off x="7962321" y="39456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4"/>
          <p:cNvSpPr/>
          <p:nvPr/>
        </p:nvSpPr>
        <p:spPr>
          <a:xfrm flipH="1">
            <a:off x="8111209" y="40686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4"/>
          <p:cNvSpPr/>
          <p:nvPr/>
        </p:nvSpPr>
        <p:spPr>
          <a:xfrm flipH="1">
            <a:off x="8260143" y="4570694"/>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4"/>
          <p:cNvSpPr/>
          <p:nvPr/>
        </p:nvSpPr>
        <p:spPr>
          <a:xfrm flipH="1">
            <a:off x="8325556" y="4641807"/>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4"/>
          <p:cNvSpPr/>
          <p:nvPr/>
        </p:nvSpPr>
        <p:spPr>
          <a:xfrm flipH="1">
            <a:off x="8357145" y="471851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4"/>
          <p:cNvSpPr/>
          <p:nvPr/>
        </p:nvSpPr>
        <p:spPr>
          <a:xfrm flipH="1">
            <a:off x="8198093" y="33898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4"/>
          <p:cNvSpPr/>
          <p:nvPr/>
        </p:nvSpPr>
        <p:spPr>
          <a:xfrm flipH="1">
            <a:off x="8263506" y="41009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4"/>
          <p:cNvSpPr/>
          <p:nvPr/>
        </p:nvSpPr>
        <p:spPr>
          <a:xfrm flipH="1">
            <a:off x="8295095" y="48679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4"/>
          <p:cNvSpPr/>
          <p:nvPr/>
        </p:nvSpPr>
        <p:spPr>
          <a:xfrm flipH="1">
            <a:off x="6032243" y="8961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4"/>
          <p:cNvSpPr/>
          <p:nvPr/>
        </p:nvSpPr>
        <p:spPr>
          <a:xfrm flipH="1">
            <a:off x="6097656" y="160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4"/>
          <p:cNvSpPr/>
          <p:nvPr/>
        </p:nvSpPr>
        <p:spPr>
          <a:xfrm flipH="1">
            <a:off x="6129245" y="23743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4"/>
          <p:cNvSpPr/>
          <p:nvPr/>
        </p:nvSpPr>
        <p:spPr>
          <a:xfrm>
            <a:off x="2103168" y="401566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4"/>
          <p:cNvSpPr/>
          <p:nvPr/>
        </p:nvSpPr>
        <p:spPr>
          <a:xfrm>
            <a:off x="2165224" y="408678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4"/>
          <p:cNvSpPr/>
          <p:nvPr/>
        </p:nvSpPr>
        <p:spPr>
          <a:xfrm>
            <a:off x="2213751" y="416348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
          <p:cNvSpPr/>
          <p:nvPr/>
        </p:nvSpPr>
        <p:spPr>
          <a:xfrm flipH="1">
            <a:off x="8647184" y="854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
          <p:cNvSpPr/>
          <p:nvPr/>
        </p:nvSpPr>
        <p:spPr>
          <a:xfrm flipH="1">
            <a:off x="8189984" y="168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4"/>
          <p:cNvSpPr/>
          <p:nvPr/>
        </p:nvSpPr>
        <p:spPr>
          <a:xfrm flipH="1">
            <a:off x="651358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4"/>
          <p:cNvSpPr/>
          <p:nvPr/>
        </p:nvSpPr>
        <p:spPr>
          <a:xfrm flipH="1">
            <a:off x="1941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4"/>
          <p:cNvSpPr/>
          <p:nvPr/>
        </p:nvSpPr>
        <p:spPr>
          <a:xfrm flipH="1">
            <a:off x="1408184" y="4283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4"/>
          <p:cNvSpPr/>
          <p:nvPr/>
        </p:nvSpPr>
        <p:spPr>
          <a:xfrm flipH="1">
            <a:off x="8037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4"/>
          <p:cNvSpPr/>
          <p:nvPr/>
        </p:nvSpPr>
        <p:spPr>
          <a:xfrm flipH="1">
            <a:off x="8570984" y="4435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4"/>
          <p:cNvSpPr/>
          <p:nvPr/>
        </p:nvSpPr>
        <p:spPr>
          <a:xfrm flipH="1">
            <a:off x="887578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4"/>
          <p:cNvSpPr/>
          <p:nvPr/>
        </p:nvSpPr>
        <p:spPr>
          <a:xfrm flipH="1">
            <a:off x="874784" y="4054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076" name="Shape 1076"/>
        <p:cNvGrpSpPr/>
        <p:nvPr/>
      </p:nvGrpSpPr>
      <p:grpSpPr>
        <a:xfrm>
          <a:off x="0" y="0"/>
          <a:ext cx="0" cy="0"/>
          <a:chOff x="0" y="0"/>
          <a:chExt cx="0" cy="0"/>
        </a:xfrm>
      </p:grpSpPr>
      <p:sp>
        <p:nvSpPr>
          <p:cNvPr id="1077" name="Google Shape;1077;p15"/>
          <p:cNvSpPr/>
          <p:nvPr/>
        </p:nvSpPr>
        <p:spPr>
          <a:xfrm>
            <a:off x="1043501" y="4397225"/>
            <a:ext cx="404700" cy="40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5"/>
          <p:cNvSpPr/>
          <p:nvPr/>
        </p:nvSpPr>
        <p:spPr>
          <a:xfrm flipH="1">
            <a:off x="-50" y="0"/>
            <a:ext cx="125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5"/>
          <p:cNvSpPr txBox="1"/>
          <p:nvPr>
            <p:ph type="title"/>
          </p:nvPr>
        </p:nvSpPr>
        <p:spPr>
          <a:xfrm>
            <a:off x="2620991" y="2157263"/>
            <a:ext cx="50736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80" name="Google Shape;1080;p15"/>
          <p:cNvSpPr txBox="1"/>
          <p:nvPr>
            <p:ph idx="1" type="subTitle"/>
          </p:nvPr>
        </p:nvSpPr>
        <p:spPr>
          <a:xfrm>
            <a:off x="2620991" y="2803238"/>
            <a:ext cx="5074800" cy="1830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081" name="Google Shape;1081;p15"/>
          <p:cNvSpPr/>
          <p:nvPr/>
        </p:nvSpPr>
        <p:spPr>
          <a:xfrm>
            <a:off x="549120" y="-533624"/>
            <a:ext cx="1193700" cy="11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5"/>
          <p:cNvSpPr txBox="1"/>
          <p:nvPr>
            <p:ph hasCustomPrompt="1" idx="2" type="title"/>
          </p:nvPr>
        </p:nvSpPr>
        <p:spPr>
          <a:xfrm>
            <a:off x="1448209"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083" name="Google Shape;1083;p15"/>
          <p:cNvGrpSpPr/>
          <p:nvPr/>
        </p:nvGrpSpPr>
        <p:grpSpPr>
          <a:xfrm>
            <a:off x="8506980" y="1997778"/>
            <a:ext cx="560659" cy="1147945"/>
            <a:chOff x="8430780" y="1997778"/>
            <a:chExt cx="560659" cy="1147945"/>
          </a:xfrm>
        </p:grpSpPr>
        <p:sp>
          <p:nvSpPr>
            <p:cNvPr id="1084" name="Google Shape;1084;p15"/>
            <p:cNvSpPr/>
            <p:nvPr/>
          </p:nvSpPr>
          <p:spPr>
            <a:xfrm>
              <a:off x="89288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5"/>
            <p:cNvSpPr/>
            <p:nvPr/>
          </p:nvSpPr>
          <p:spPr>
            <a:xfrm>
              <a:off x="89303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
            <p:cNvSpPr/>
            <p:nvPr/>
          </p:nvSpPr>
          <p:spPr>
            <a:xfrm>
              <a:off x="89280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
            <p:cNvSpPr/>
            <p:nvPr/>
          </p:nvSpPr>
          <p:spPr>
            <a:xfrm>
              <a:off x="87656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
            <p:cNvSpPr/>
            <p:nvPr/>
          </p:nvSpPr>
          <p:spPr>
            <a:xfrm>
              <a:off x="89227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5"/>
            <p:cNvSpPr/>
            <p:nvPr/>
          </p:nvSpPr>
          <p:spPr>
            <a:xfrm>
              <a:off x="89280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5"/>
            <p:cNvSpPr/>
            <p:nvPr/>
          </p:nvSpPr>
          <p:spPr>
            <a:xfrm>
              <a:off x="87640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5"/>
            <p:cNvSpPr/>
            <p:nvPr/>
          </p:nvSpPr>
          <p:spPr>
            <a:xfrm>
              <a:off x="89258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5"/>
            <p:cNvSpPr/>
            <p:nvPr/>
          </p:nvSpPr>
          <p:spPr>
            <a:xfrm>
              <a:off x="89280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
            <p:cNvSpPr/>
            <p:nvPr/>
          </p:nvSpPr>
          <p:spPr>
            <a:xfrm>
              <a:off x="87633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
            <p:cNvSpPr/>
            <p:nvPr/>
          </p:nvSpPr>
          <p:spPr>
            <a:xfrm>
              <a:off x="89280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
            <p:cNvSpPr/>
            <p:nvPr/>
          </p:nvSpPr>
          <p:spPr>
            <a:xfrm>
              <a:off x="87648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
            <p:cNvSpPr/>
            <p:nvPr/>
          </p:nvSpPr>
          <p:spPr>
            <a:xfrm>
              <a:off x="87671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
            <p:cNvSpPr/>
            <p:nvPr/>
          </p:nvSpPr>
          <p:spPr>
            <a:xfrm>
              <a:off x="86008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5"/>
            <p:cNvSpPr/>
            <p:nvPr/>
          </p:nvSpPr>
          <p:spPr>
            <a:xfrm>
              <a:off x="86001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5"/>
            <p:cNvSpPr/>
            <p:nvPr/>
          </p:nvSpPr>
          <p:spPr>
            <a:xfrm>
              <a:off x="87671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5"/>
            <p:cNvSpPr/>
            <p:nvPr/>
          </p:nvSpPr>
          <p:spPr>
            <a:xfrm>
              <a:off x="87656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5"/>
            <p:cNvSpPr/>
            <p:nvPr/>
          </p:nvSpPr>
          <p:spPr>
            <a:xfrm>
              <a:off x="86008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5"/>
            <p:cNvSpPr/>
            <p:nvPr/>
          </p:nvSpPr>
          <p:spPr>
            <a:xfrm>
              <a:off x="86008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5"/>
            <p:cNvSpPr/>
            <p:nvPr/>
          </p:nvSpPr>
          <p:spPr>
            <a:xfrm>
              <a:off x="85993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5"/>
            <p:cNvSpPr/>
            <p:nvPr/>
          </p:nvSpPr>
          <p:spPr>
            <a:xfrm>
              <a:off x="84307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5"/>
            <p:cNvSpPr/>
            <p:nvPr/>
          </p:nvSpPr>
          <p:spPr>
            <a:xfrm>
              <a:off x="87663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5"/>
            <p:cNvSpPr/>
            <p:nvPr/>
          </p:nvSpPr>
          <p:spPr>
            <a:xfrm>
              <a:off x="86023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5"/>
            <p:cNvSpPr/>
            <p:nvPr/>
          </p:nvSpPr>
          <p:spPr>
            <a:xfrm>
              <a:off x="84346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5"/>
            <p:cNvSpPr/>
            <p:nvPr/>
          </p:nvSpPr>
          <p:spPr>
            <a:xfrm>
              <a:off x="84368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5"/>
            <p:cNvSpPr/>
            <p:nvPr/>
          </p:nvSpPr>
          <p:spPr>
            <a:xfrm>
              <a:off x="84361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5"/>
            <p:cNvSpPr/>
            <p:nvPr/>
          </p:nvSpPr>
          <p:spPr>
            <a:xfrm>
              <a:off x="84346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5"/>
            <p:cNvSpPr/>
            <p:nvPr/>
          </p:nvSpPr>
          <p:spPr>
            <a:xfrm>
              <a:off x="86008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84361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85985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84384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84391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6" name="Google Shape;1116;p15"/>
          <p:cNvSpPr/>
          <p:nvPr/>
        </p:nvSpPr>
        <p:spPr>
          <a:xfrm flipH="1">
            <a:off x="446346" y="1523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flipH="1">
            <a:off x="595234" y="2753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15"/>
          <p:cNvGrpSpPr/>
          <p:nvPr/>
        </p:nvGrpSpPr>
        <p:grpSpPr>
          <a:xfrm flipH="1">
            <a:off x="-1817332" y="3630549"/>
            <a:ext cx="2946940" cy="1512969"/>
            <a:chOff x="-64732" y="3630549"/>
            <a:chExt cx="2946940" cy="1512969"/>
          </a:xfrm>
        </p:grpSpPr>
        <p:sp>
          <p:nvSpPr>
            <p:cNvPr id="1119" name="Google Shape;1119;p15"/>
            <p:cNvSpPr/>
            <p:nvPr/>
          </p:nvSpPr>
          <p:spPr>
            <a:xfrm flipH="1">
              <a:off x="-64732" y="36305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flipH="1">
              <a:off x="137216" y="36869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flipH="1">
              <a:off x="995811" y="42048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2" name="Google Shape;1122;p15"/>
          <p:cNvSpPr/>
          <p:nvPr/>
        </p:nvSpPr>
        <p:spPr>
          <a:xfrm rot="1768943">
            <a:off x="-573228" y="1847838"/>
            <a:ext cx="1596426" cy="1802947"/>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rot="1768943">
            <a:off x="-494796" y="1923889"/>
            <a:ext cx="1395608" cy="165065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rot="1768943">
            <a:off x="-393343" y="2035865"/>
            <a:ext cx="1193672" cy="1427252"/>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rot="1768943">
            <a:off x="-249113" y="2174134"/>
            <a:ext cx="901502" cy="1104556"/>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rot="1768943">
            <a:off x="522166" y="2466225"/>
            <a:ext cx="130934"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flipH="1">
            <a:off x="950984" y="3925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flipH="1">
            <a:off x="10271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flipH="1">
            <a:off x="4175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flipH="1">
            <a:off x="569984" y="1464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flipH="1">
            <a:off x="1069391" y="1235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flipH="1">
            <a:off x="493784" y="4306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flipH="1">
            <a:off x="81907" y="3727360"/>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flipH="1">
            <a:off x="1600605" y="4330360"/>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flipH="1">
            <a:off x="1702137" y="4437532"/>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flipH="1">
            <a:off x="8131975" y="378567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flipH="1" rot="-5400000">
            <a:off x="8131975" y="4390781"/>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8131965" y="-14962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flipH="1">
            <a:off x="7161667" y="-746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4176600" y="459941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flipH="1">
            <a:off x="7289139" y="697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flipH="1">
            <a:off x="7414374" y="1305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5"/>
          <p:cNvSpPr/>
          <p:nvPr/>
        </p:nvSpPr>
        <p:spPr>
          <a:xfrm flipH="1" rot="10238554">
            <a:off x="3571755" y="-1362274"/>
            <a:ext cx="2383906" cy="1642699"/>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5"/>
          <p:cNvSpPr/>
          <p:nvPr/>
        </p:nvSpPr>
        <p:spPr>
          <a:xfrm flipH="1" rot="10238554">
            <a:off x="3717855" y="-1059166"/>
            <a:ext cx="2123326" cy="1193658"/>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flipH="1" rot="10238554">
            <a:off x="3859382" y="-661161"/>
            <a:ext cx="1884159" cy="733437"/>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_1">
    <p:spTree>
      <p:nvGrpSpPr>
        <p:cNvPr id="1146" name="Shape 1146"/>
        <p:cNvGrpSpPr/>
        <p:nvPr/>
      </p:nvGrpSpPr>
      <p:grpSpPr>
        <a:xfrm>
          <a:off x="0" y="0"/>
          <a:ext cx="0" cy="0"/>
          <a:chOff x="0" y="0"/>
          <a:chExt cx="0" cy="0"/>
        </a:xfrm>
      </p:grpSpPr>
      <p:sp>
        <p:nvSpPr>
          <p:cNvPr id="1147" name="Google Shape;1147;p16"/>
          <p:cNvSpPr txBox="1"/>
          <p:nvPr>
            <p:ph type="title"/>
          </p:nvPr>
        </p:nvSpPr>
        <p:spPr>
          <a:xfrm>
            <a:off x="1140488" y="2132184"/>
            <a:ext cx="56223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48" name="Google Shape;1148;p16"/>
          <p:cNvSpPr txBox="1"/>
          <p:nvPr>
            <p:ph idx="1" type="subTitle"/>
          </p:nvPr>
        </p:nvSpPr>
        <p:spPr>
          <a:xfrm>
            <a:off x="1139288" y="2828316"/>
            <a:ext cx="5623500" cy="183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49" name="Google Shape;1149;p16"/>
          <p:cNvSpPr txBox="1"/>
          <p:nvPr>
            <p:ph hasCustomPrompt="1" idx="2" type="title"/>
          </p:nvPr>
        </p:nvSpPr>
        <p:spPr>
          <a:xfrm>
            <a:off x="6916613"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150" name="Google Shape;1150;p16"/>
          <p:cNvGrpSpPr/>
          <p:nvPr/>
        </p:nvGrpSpPr>
        <p:grpSpPr>
          <a:xfrm>
            <a:off x="2607452" y="3919366"/>
            <a:ext cx="1209708" cy="1147945"/>
            <a:chOff x="5235125" y="2636100"/>
            <a:chExt cx="796175" cy="755525"/>
          </a:xfrm>
        </p:grpSpPr>
        <p:sp>
          <p:nvSpPr>
            <p:cNvPr id="1151" name="Google Shape;1151;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16"/>
          <p:cNvGrpSpPr/>
          <p:nvPr/>
        </p:nvGrpSpPr>
        <p:grpSpPr>
          <a:xfrm>
            <a:off x="7858180" y="99016"/>
            <a:ext cx="1209708" cy="1147945"/>
            <a:chOff x="5235125" y="2636100"/>
            <a:chExt cx="796175" cy="755525"/>
          </a:xfrm>
        </p:grpSpPr>
        <p:sp>
          <p:nvSpPr>
            <p:cNvPr id="1216" name="Google Shape;1216;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16"/>
          <p:cNvSpPr/>
          <p:nvPr/>
        </p:nvSpPr>
        <p:spPr>
          <a:xfrm flipH="1">
            <a:off x="-36" y="3578225"/>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flipH="1">
            <a:off x="-36" y="0"/>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6"/>
          <p:cNvSpPr/>
          <p:nvPr/>
        </p:nvSpPr>
        <p:spPr>
          <a:xfrm>
            <a:off x="6842470" y="-72909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6"/>
          <p:cNvSpPr/>
          <p:nvPr/>
        </p:nvSpPr>
        <p:spPr>
          <a:xfrm>
            <a:off x="3317210" y="-105347"/>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6"/>
          <p:cNvSpPr/>
          <p:nvPr/>
        </p:nvSpPr>
        <p:spPr>
          <a:xfrm flipH="1">
            <a:off x="2851457" y="373061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6"/>
          <p:cNvSpPr/>
          <p:nvPr/>
        </p:nvSpPr>
        <p:spPr>
          <a:xfrm flipH="1">
            <a:off x="1446180" y="-43924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6"/>
          <p:cNvSpPr/>
          <p:nvPr/>
        </p:nvSpPr>
        <p:spPr>
          <a:xfrm flipH="1">
            <a:off x="5852818" y="-48397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6"/>
          <p:cNvSpPr/>
          <p:nvPr/>
        </p:nvSpPr>
        <p:spPr>
          <a:xfrm flipH="1">
            <a:off x="2645462" y="7622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6"/>
          <p:cNvSpPr/>
          <p:nvPr/>
        </p:nvSpPr>
        <p:spPr>
          <a:xfrm flipH="1">
            <a:off x="3945865" y="479043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6"/>
          <p:cNvSpPr/>
          <p:nvPr/>
        </p:nvSpPr>
        <p:spPr>
          <a:xfrm flipH="1">
            <a:off x="6283366" y="-122767"/>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6"/>
          <p:cNvSpPr/>
          <p:nvPr/>
        </p:nvSpPr>
        <p:spPr>
          <a:xfrm flipH="1">
            <a:off x="2927054" y="3870546"/>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6"/>
          <p:cNvSpPr/>
          <p:nvPr/>
        </p:nvSpPr>
        <p:spPr>
          <a:xfrm flipH="1">
            <a:off x="1573651" y="-29483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6"/>
          <p:cNvSpPr/>
          <p:nvPr/>
        </p:nvSpPr>
        <p:spPr>
          <a:xfrm flipH="1">
            <a:off x="2789873" y="8310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6"/>
          <p:cNvSpPr/>
          <p:nvPr/>
        </p:nvSpPr>
        <p:spPr>
          <a:xfrm flipH="1">
            <a:off x="4011278" y="486154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6"/>
          <p:cNvSpPr/>
          <p:nvPr/>
        </p:nvSpPr>
        <p:spPr>
          <a:xfrm flipH="1">
            <a:off x="6569954" y="-15594"/>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6"/>
          <p:cNvSpPr/>
          <p:nvPr/>
        </p:nvSpPr>
        <p:spPr>
          <a:xfrm flipH="1">
            <a:off x="1698886" y="-2339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6"/>
          <p:cNvSpPr/>
          <p:nvPr/>
        </p:nvSpPr>
        <p:spPr>
          <a:xfrm flipH="1">
            <a:off x="2934340" y="9405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
          <p:cNvSpPr/>
          <p:nvPr/>
        </p:nvSpPr>
        <p:spPr>
          <a:xfrm flipH="1">
            <a:off x="3150469" y="394160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
          <p:cNvSpPr/>
          <p:nvPr/>
        </p:nvSpPr>
        <p:spPr>
          <a:xfrm flipH="1">
            <a:off x="7141961" y="395094"/>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6"/>
          <p:cNvSpPr/>
          <p:nvPr/>
        </p:nvSpPr>
        <p:spPr>
          <a:xfrm flipH="1">
            <a:off x="3447176" y="405218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6"/>
          <p:cNvSpPr/>
          <p:nvPr/>
        </p:nvSpPr>
        <p:spPr>
          <a:xfrm flipH="1">
            <a:off x="2898133" y="4875300"/>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6"/>
          <p:cNvSpPr/>
          <p:nvPr/>
        </p:nvSpPr>
        <p:spPr>
          <a:xfrm flipH="1">
            <a:off x="6427987" y="760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6"/>
          <p:cNvSpPr/>
          <p:nvPr/>
        </p:nvSpPr>
        <p:spPr>
          <a:xfrm flipH="1" rot="7510477">
            <a:off x="6092453" y="4413042"/>
            <a:ext cx="101587" cy="101643"/>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6"/>
          <p:cNvSpPr/>
          <p:nvPr/>
        </p:nvSpPr>
        <p:spPr>
          <a:xfrm flipH="1">
            <a:off x="2994648" y="413000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6"/>
          <p:cNvSpPr/>
          <p:nvPr/>
        </p:nvSpPr>
        <p:spPr>
          <a:xfrm flipH="1">
            <a:off x="3334673" y="56967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6"/>
          <p:cNvSpPr/>
          <p:nvPr/>
        </p:nvSpPr>
        <p:spPr>
          <a:xfrm flipH="1">
            <a:off x="3310968" y="59338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6"/>
          <p:cNvSpPr/>
          <p:nvPr/>
        </p:nvSpPr>
        <p:spPr>
          <a:xfrm flipH="1">
            <a:off x="4067690" y="5142025"/>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6"/>
          <p:cNvSpPr/>
          <p:nvPr/>
        </p:nvSpPr>
        <p:spPr>
          <a:xfrm flipH="1">
            <a:off x="4042867" y="516684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8" name="Google Shape;1308;p16"/>
          <p:cNvGrpSpPr/>
          <p:nvPr/>
        </p:nvGrpSpPr>
        <p:grpSpPr>
          <a:xfrm>
            <a:off x="4143084" y="3504855"/>
            <a:ext cx="2393464" cy="2343623"/>
            <a:chOff x="3516837" y="3428655"/>
            <a:chExt cx="2393464" cy="2343623"/>
          </a:xfrm>
        </p:grpSpPr>
        <p:sp>
          <p:nvSpPr>
            <p:cNvPr id="1309" name="Google Shape;1309;p16"/>
            <p:cNvSpPr/>
            <p:nvPr/>
          </p:nvSpPr>
          <p:spPr>
            <a:xfrm flipH="1" rot="7510477">
              <a:off x="3915329" y="3698962"/>
              <a:ext cx="1596481" cy="180300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6"/>
            <p:cNvSpPr/>
            <p:nvPr/>
          </p:nvSpPr>
          <p:spPr>
            <a:xfrm flipH="1" rot="7510477">
              <a:off x="3995921" y="3784607"/>
              <a:ext cx="1395656" cy="1650712"/>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6"/>
            <p:cNvSpPr/>
            <p:nvPr/>
          </p:nvSpPr>
          <p:spPr>
            <a:xfrm flipH="1" rot="7510477">
              <a:off x="4097216" y="3895863"/>
              <a:ext cx="1193712" cy="142730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6"/>
            <p:cNvSpPr/>
            <p:nvPr/>
          </p:nvSpPr>
          <p:spPr>
            <a:xfrm flipH="1" rot="7510477">
              <a:off x="4251510" y="4078874"/>
              <a:ext cx="901532" cy="110459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6"/>
            <p:cNvSpPr/>
            <p:nvPr/>
          </p:nvSpPr>
          <p:spPr>
            <a:xfrm flipH="1" rot="7510477">
              <a:off x="5013466" y="4329445"/>
              <a:ext cx="130939" cy="39046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6"/>
            <p:cNvSpPr/>
            <p:nvPr/>
          </p:nvSpPr>
          <p:spPr>
            <a:xfrm flipH="1" rot="7510477">
              <a:off x="5095056" y="4516892"/>
              <a:ext cx="4585" cy="55350"/>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
            <p:cNvSpPr/>
            <p:nvPr/>
          </p:nvSpPr>
          <p:spPr>
            <a:xfrm flipH="1" rot="7510477">
              <a:off x="5070454" y="4542140"/>
              <a:ext cx="55350" cy="4585"/>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6" name="Google Shape;1316;p16"/>
          <p:cNvSpPr/>
          <p:nvPr/>
        </p:nvSpPr>
        <p:spPr>
          <a:xfrm>
            <a:off x="8433200" y="384962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6"/>
          <p:cNvSpPr/>
          <p:nvPr/>
        </p:nvSpPr>
        <p:spPr>
          <a:xfrm rot="5400000">
            <a:off x="8431434" y="4454735"/>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6"/>
          <p:cNvSpPr/>
          <p:nvPr/>
        </p:nvSpPr>
        <p:spPr>
          <a:xfrm>
            <a:off x="144856" y="1398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6"/>
          <p:cNvSpPr/>
          <p:nvPr/>
        </p:nvSpPr>
        <p:spPr>
          <a:xfrm flipH="1">
            <a:off x="3451848" y="44252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6"/>
          <p:cNvSpPr/>
          <p:nvPr/>
        </p:nvSpPr>
        <p:spPr>
          <a:xfrm flipH="1">
            <a:off x="4975848" y="39299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6"/>
          <p:cNvSpPr/>
          <p:nvPr/>
        </p:nvSpPr>
        <p:spPr>
          <a:xfrm>
            <a:off x="144856" y="6220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
          <p:cNvSpPr/>
          <p:nvPr/>
        </p:nvSpPr>
        <p:spPr>
          <a:xfrm flipH="1">
            <a:off x="7094737" y="3808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
          <p:cNvSpPr/>
          <p:nvPr/>
        </p:nvSpPr>
        <p:spPr>
          <a:xfrm flipH="1">
            <a:off x="8466337" y="6094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6"/>
          <p:cNvSpPr/>
          <p:nvPr/>
        </p:nvSpPr>
        <p:spPr>
          <a:xfrm flipH="1">
            <a:off x="7780537" y="9714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0_1_1">
    <p:bg>
      <p:bgPr>
        <a:solidFill>
          <a:schemeClr val="lt2"/>
        </a:solidFill>
      </p:bgPr>
    </p:bg>
    <p:spTree>
      <p:nvGrpSpPr>
        <p:cNvPr id="1325" name="Shape 1325"/>
        <p:cNvGrpSpPr/>
        <p:nvPr/>
      </p:nvGrpSpPr>
      <p:grpSpPr>
        <a:xfrm>
          <a:off x="0" y="0"/>
          <a:ext cx="0" cy="0"/>
          <a:chOff x="0" y="0"/>
          <a:chExt cx="0" cy="0"/>
        </a:xfrm>
      </p:grpSpPr>
      <p:sp>
        <p:nvSpPr>
          <p:cNvPr id="1326" name="Google Shape;1326;p17"/>
          <p:cNvSpPr txBox="1"/>
          <p:nvPr>
            <p:ph type="title"/>
          </p:nvPr>
        </p:nvSpPr>
        <p:spPr>
          <a:xfrm>
            <a:off x="2514600" y="148447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7" name="Google Shape;1327;p17"/>
          <p:cNvSpPr txBox="1"/>
          <p:nvPr>
            <p:ph idx="1" type="subTitle"/>
          </p:nvPr>
        </p:nvSpPr>
        <p:spPr>
          <a:xfrm>
            <a:off x="3037200" y="210091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328" name="Google Shape;1328;p17"/>
          <p:cNvSpPr txBox="1"/>
          <p:nvPr>
            <p:ph hasCustomPrompt="1" idx="2" type="title"/>
          </p:nvPr>
        </p:nvSpPr>
        <p:spPr>
          <a:xfrm>
            <a:off x="4027950" y="2947572"/>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329" name="Google Shape;1329;p17"/>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7"/>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7"/>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7"/>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17"/>
          <p:cNvGrpSpPr/>
          <p:nvPr/>
        </p:nvGrpSpPr>
        <p:grpSpPr>
          <a:xfrm>
            <a:off x="3970982" y="4599416"/>
            <a:ext cx="1205112" cy="520243"/>
            <a:chOff x="3970982" y="4599416"/>
            <a:chExt cx="1205112" cy="520243"/>
          </a:xfrm>
        </p:grpSpPr>
        <p:sp>
          <p:nvSpPr>
            <p:cNvPr id="1373" name="Google Shape;1373;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17"/>
          <p:cNvGrpSpPr/>
          <p:nvPr/>
        </p:nvGrpSpPr>
        <p:grpSpPr>
          <a:xfrm>
            <a:off x="3969444" y="51341"/>
            <a:ext cx="1205112" cy="520243"/>
            <a:chOff x="3970982" y="4599416"/>
            <a:chExt cx="1205112" cy="520243"/>
          </a:xfrm>
        </p:grpSpPr>
        <p:sp>
          <p:nvSpPr>
            <p:cNvPr id="1406" name="Google Shape;1406;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8" name="Google Shape;1438;p17"/>
          <p:cNvGrpSpPr/>
          <p:nvPr/>
        </p:nvGrpSpPr>
        <p:grpSpPr>
          <a:xfrm>
            <a:off x="335952" y="4224312"/>
            <a:ext cx="754524" cy="750237"/>
            <a:chOff x="8523754" y="10"/>
            <a:chExt cx="516408" cy="513439"/>
          </a:xfrm>
        </p:grpSpPr>
        <p:sp>
          <p:nvSpPr>
            <p:cNvPr id="1439" name="Google Shape;1439;p1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1" name="Google Shape;1441;p17"/>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7"/>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17"/>
          <p:cNvGrpSpPr/>
          <p:nvPr/>
        </p:nvGrpSpPr>
        <p:grpSpPr>
          <a:xfrm flipH="1" rot="2700000">
            <a:off x="-2243747" y="347213"/>
            <a:ext cx="2946912" cy="1512954"/>
            <a:chOff x="-1306807" y="-1638114"/>
            <a:chExt cx="2946940" cy="1512969"/>
          </a:xfrm>
        </p:grpSpPr>
        <p:sp>
          <p:nvSpPr>
            <p:cNvPr id="1444" name="Google Shape;1444;p1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17"/>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7"/>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7"/>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7"/>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7"/>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0_1_1_1">
    <p:bg>
      <p:bgPr>
        <a:solidFill>
          <a:schemeClr val="lt2"/>
        </a:solidFill>
      </p:bgPr>
    </p:bg>
    <p:spTree>
      <p:nvGrpSpPr>
        <p:cNvPr id="1452" name="Shape 1452"/>
        <p:cNvGrpSpPr/>
        <p:nvPr/>
      </p:nvGrpSpPr>
      <p:grpSpPr>
        <a:xfrm>
          <a:off x="0" y="0"/>
          <a:ext cx="0" cy="0"/>
          <a:chOff x="0" y="0"/>
          <a:chExt cx="0" cy="0"/>
        </a:xfrm>
      </p:grpSpPr>
      <p:sp>
        <p:nvSpPr>
          <p:cNvPr id="1453" name="Google Shape;1453;p18"/>
          <p:cNvSpPr/>
          <p:nvPr/>
        </p:nvSpPr>
        <p:spPr>
          <a:xfrm>
            <a:off x="0" y="4075216"/>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0" y="0"/>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txBox="1"/>
          <p:nvPr>
            <p:ph type="title"/>
          </p:nvPr>
        </p:nvSpPr>
        <p:spPr>
          <a:xfrm>
            <a:off x="2514600" y="267160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56" name="Google Shape;1456;p18"/>
          <p:cNvSpPr txBox="1"/>
          <p:nvPr>
            <p:ph idx="1" type="subTitle"/>
          </p:nvPr>
        </p:nvSpPr>
        <p:spPr>
          <a:xfrm>
            <a:off x="3037200" y="328804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457" name="Google Shape;1457;p18"/>
          <p:cNvSpPr txBox="1"/>
          <p:nvPr>
            <p:ph hasCustomPrompt="1" idx="2" type="title"/>
          </p:nvPr>
        </p:nvSpPr>
        <p:spPr>
          <a:xfrm>
            <a:off x="4027950" y="1696303"/>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458" name="Google Shape;1458;p18"/>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8"/>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8"/>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8"/>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8"/>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8"/>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8"/>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8"/>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8"/>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8"/>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8"/>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8"/>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8"/>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8"/>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8"/>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8"/>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8"/>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8"/>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0" name="Google Shape;1500;p18"/>
          <p:cNvGrpSpPr/>
          <p:nvPr/>
        </p:nvGrpSpPr>
        <p:grpSpPr>
          <a:xfrm>
            <a:off x="3970982" y="4599416"/>
            <a:ext cx="1205112" cy="520243"/>
            <a:chOff x="3970982" y="4599416"/>
            <a:chExt cx="1205112" cy="520243"/>
          </a:xfrm>
        </p:grpSpPr>
        <p:sp>
          <p:nvSpPr>
            <p:cNvPr id="1501" name="Google Shape;1501;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18"/>
          <p:cNvGrpSpPr/>
          <p:nvPr/>
        </p:nvGrpSpPr>
        <p:grpSpPr>
          <a:xfrm>
            <a:off x="3969444" y="51341"/>
            <a:ext cx="1205112" cy="520243"/>
            <a:chOff x="3970982" y="4599416"/>
            <a:chExt cx="1205112" cy="520243"/>
          </a:xfrm>
        </p:grpSpPr>
        <p:sp>
          <p:nvSpPr>
            <p:cNvPr id="1534" name="Google Shape;1534;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18"/>
          <p:cNvGrpSpPr/>
          <p:nvPr/>
        </p:nvGrpSpPr>
        <p:grpSpPr>
          <a:xfrm>
            <a:off x="335952" y="4224312"/>
            <a:ext cx="754524" cy="750237"/>
            <a:chOff x="8523754" y="10"/>
            <a:chExt cx="516408" cy="513439"/>
          </a:xfrm>
        </p:grpSpPr>
        <p:sp>
          <p:nvSpPr>
            <p:cNvPr id="1567" name="Google Shape;1567;p18"/>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8"/>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9" name="Google Shape;1569;p18"/>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8"/>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1" name="Google Shape;1571;p18"/>
          <p:cNvGrpSpPr/>
          <p:nvPr/>
        </p:nvGrpSpPr>
        <p:grpSpPr>
          <a:xfrm flipH="1" rot="2700000">
            <a:off x="-2243747" y="347213"/>
            <a:ext cx="2946912" cy="1512954"/>
            <a:chOff x="-1306807" y="-1638114"/>
            <a:chExt cx="2946940" cy="1512969"/>
          </a:xfrm>
        </p:grpSpPr>
        <p:sp>
          <p:nvSpPr>
            <p:cNvPr id="1572" name="Google Shape;1572;p18"/>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8"/>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8"/>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5" name="Google Shape;1575;p18"/>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8"/>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8"/>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8"/>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8"/>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CUSTOM_10_1_1_1_1">
    <p:bg>
      <p:bgPr>
        <a:solidFill>
          <a:schemeClr val="lt2"/>
        </a:solidFill>
      </p:bgPr>
    </p:bg>
    <p:spTree>
      <p:nvGrpSpPr>
        <p:cNvPr id="1580" name="Shape 1580"/>
        <p:cNvGrpSpPr/>
        <p:nvPr/>
      </p:nvGrpSpPr>
      <p:grpSpPr>
        <a:xfrm>
          <a:off x="0" y="0"/>
          <a:ext cx="0" cy="0"/>
          <a:chOff x="0" y="0"/>
          <a:chExt cx="0" cy="0"/>
        </a:xfrm>
      </p:grpSpPr>
      <p:sp>
        <p:nvSpPr>
          <p:cNvPr id="1581" name="Google Shape;1581;p19"/>
          <p:cNvSpPr/>
          <p:nvPr/>
        </p:nvSpPr>
        <p:spPr>
          <a:xfrm flipH="1">
            <a:off x="8403688"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9"/>
          <p:cNvSpPr txBox="1"/>
          <p:nvPr>
            <p:ph type="title"/>
          </p:nvPr>
        </p:nvSpPr>
        <p:spPr>
          <a:xfrm>
            <a:off x="3110400" y="2065980"/>
            <a:ext cx="41148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83" name="Google Shape;1583;p19"/>
          <p:cNvSpPr txBox="1"/>
          <p:nvPr>
            <p:ph idx="1" type="subTitle"/>
          </p:nvPr>
        </p:nvSpPr>
        <p:spPr>
          <a:xfrm>
            <a:off x="3110400" y="2682420"/>
            <a:ext cx="3069600" cy="395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4" name="Google Shape;1584;p19"/>
          <p:cNvSpPr txBox="1"/>
          <p:nvPr>
            <p:ph hasCustomPrompt="1" idx="2" type="title"/>
          </p:nvPr>
        </p:nvSpPr>
        <p:spPr>
          <a:xfrm>
            <a:off x="1918800"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585" name="Google Shape;1585;p19"/>
          <p:cNvSpPr/>
          <p:nvPr/>
        </p:nvSpPr>
        <p:spPr>
          <a:xfrm flipH="1">
            <a:off x="25"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9"/>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9"/>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9"/>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9"/>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9"/>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9"/>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9"/>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9"/>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9"/>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9"/>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9"/>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9"/>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9"/>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9"/>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9"/>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9"/>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9"/>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9"/>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9"/>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9"/>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9"/>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9"/>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9"/>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9"/>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9"/>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9"/>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9"/>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9"/>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9"/>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9"/>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9"/>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9"/>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9"/>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9"/>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9"/>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8" name="Google Shape;1628;p19"/>
          <p:cNvGrpSpPr/>
          <p:nvPr/>
        </p:nvGrpSpPr>
        <p:grpSpPr>
          <a:xfrm>
            <a:off x="3970982" y="4599416"/>
            <a:ext cx="1205112" cy="520243"/>
            <a:chOff x="3970982" y="4599416"/>
            <a:chExt cx="1205112" cy="520243"/>
          </a:xfrm>
        </p:grpSpPr>
        <p:sp>
          <p:nvSpPr>
            <p:cNvPr id="1629" name="Google Shape;1629;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1" name="Google Shape;1661;p19"/>
          <p:cNvGrpSpPr/>
          <p:nvPr/>
        </p:nvGrpSpPr>
        <p:grpSpPr>
          <a:xfrm>
            <a:off x="3969444" y="51341"/>
            <a:ext cx="1205112" cy="520243"/>
            <a:chOff x="3970982" y="4599416"/>
            <a:chExt cx="1205112" cy="520243"/>
          </a:xfrm>
        </p:grpSpPr>
        <p:sp>
          <p:nvSpPr>
            <p:cNvPr id="1662" name="Google Shape;1662;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19"/>
          <p:cNvGrpSpPr/>
          <p:nvPr/>
        </p:nvGrpSpPr>
        <p:grpSpPr>
          <a:xfrm>
            <a:off x="335952" y="4224312"/>
            <a:ext cx="754524" cy="750237"/>
            <a:chOff x="8523754" y="10"/>
            <a:chExt cx="516408" cy="513439"/>
          </a:xfrm>
        </p:grpSpPr>
        <p:sp>
          <p:nvSpPr>
            <p:cNvPr id="1695" name="Google Shape;1695;p1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19"/>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9"/>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19"/>
          <p:cNvGrpSpPr/>
          <p:nvPr/>
        </p:nvGrpSpPr>
        <p:grpSpPr>
          <a:xfrm flipH="1" rot="2700000">
            <a:off x="-2243747" y="347213"/>
            <a:ext cx="2946912" cy="1512954"/>
            <a:chOff x="-1306807" y="-1638114"/>
            <a:chExt cx="2946940" cy="1512969"/>
          </a:xfrm>
        </p:grpSpPr>
        <p:sp>
          <p:nvSpPr>
            <p:cNvPr id="1700" name="Google Shape;1700;p19"/>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9"/>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9"/>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3" name="Google Shape;1703;p19"/>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9"/>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9"/>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9"/>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9"/>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708" name="Shape 1708"/>
        <p:cNvGrpSpPr/>
        <p:nvPr/>
      </p:nvGrpSpPr>
      <p:grpSpPr>
        <a:xfrm>
          <a:off x="0" y="0"/>
          <a:ext cx="0" cy="0"/>
          <a:chOff x="0" y="0"/>
          <a:chExt cx="0" cy="0"/>
        </a:xfrm>
      </p:grpSpPr>
      <p:sp>
        <p:nvSpPr>
          <p:cNvPr id="1709" name="Google Shape;1709;p20"/>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10" name="Google Shape;1710;p20"/>
          <p:cNvSpPr txBox="1"/>
          <p:nvPr>
            <p:ph idx="1" type="body"/>
          </p:nvPr>
        </p:nvSpPr>
        <p:spPr>
          <a:xfrm>
            <a:off x="2286000" y="1638900"/>
            <a:ext cx="4848000" cy="18657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rgbClr val="2A2828"/>
              </a:buClr>
              <a:buSzPts val="1400"/>
              <a:buFont typeface="Open Sans"/>
              <a:buAutoNum type="arabicPeriod"/>
              <a:defRPr/>
            </a:lvl1pPr>
            <a:lvl2pPr indent="-317500" lvl="1" marL="914400">
              <a:spcBef>
                <a:spcPts val="0"/>
              </a:spcBef>
              <a:spcAft>
                <a:spcPts val="0"/>
              </a:spcAft>
              <a:buClr>
                <a:srgbClr val="2A2828"/>
              </a:buClr>
              <a:buSzPts val="1400"/>
              <a:buFont typeface="Open Sans"/>
              <a:buAutoNum type="alphaLcPeriod"/>
              <a:defRPr/>
            </a:lvl2pPr>
            <a:lvl3pPr indent="-317500" lvl="2" marL="1371600">
              <a:spcBef>
                <a:spcPts val="0"/>
              </a:spcBef>
              <a:spcAft>
                <a:spcPts val="0"/>
              </a:spcAft>
              <a:buClr>
                <a:srgbClr val="2A2828"/>
              </a:buClr>
              <a:buSzPts val="1400"/>
              <a:buFont typeface="Open Sans"/>
              <a:buAutoNum type="romanLcPeriod"/>
              <a:defRPr/>
            </a:lvl3pPr>
            <a:lvl4pPr indent="-317500" lvl="3" marL="1828800">
              <a:spcBef>
                <a:spcPts val="0"/>
              </a:spcBef>
              <a:spcAft>
                <a:spcPts val="0"/>
              </a:spcAft>
              <a:buClr>
                <a:srgbClr val="2A2828"/>
              </a:buClr>
              <a:buSzPts val="1400"/>
              <a:buFont typeface="Open Sans"/>
              <a:buAutoNum type="arabicPeriod"/>
              <a:defRPr/>
            </a:lvl4pPr>
            <a:lvl5pPr indent="-317500" lvl="4" marL="2286000">
              <a:spcBef>
                <a:spcPts val="0"/>
              </a:spcBef>
              <a:spcAft>
                <a:spcPts val="0"/>
              </a:spcAft>
              <a:buClr>
                <a:srgbClr val="2A2828"/>
              </a:buClr>
              <a:buSzPts val="1400"/>
              <a:buFont typeface="Open Sans"/>
              <a:buAutoNum type="alphaLcPeriod"/>
              <a:defRPr/>
            </a:lvl5pPr>
            <a:lvl6pPr indent="-317500" lvl="5" marL="2743200">
              <a:spcBef>
                <a:spcPts val="0"/>
              </a:spcBef>
              <a:spcAft>
                <a:spcPts val="0"/>
              </a:spcAft>
              <a:buClr>
                <a:srgbClr val="2A2828"/>
              </a:buClr>
              <a:buSzPts val="1400"/>
              <a:buFont typeface="Open Sans"/>
              <a:buAutoNum type="romanLcPeriod"/>
              <a:defRPr/>
            </a:lvl6pPr>
            <a:lvl7pPr indent="-317500" lvl="6" marL="3200400">
              <a:spcBef>
                <a:spcPts val="0"/>
              </a:spcBef>
              <a:spcAft>
                <a:spcPts val="0"/>
              </a:spcAft>
              <a:buClr>
                <a:srgbClr val="2A2828"/>
              </a:buClr>
              <a:buSzPts val="1400"/>
              <a:buFont typeface="Open Sans"/>
              <a:buAutoNum type="arabicPeriod"/>
              <a:defRPr/>
            </a:lvl7pPr>
            <a:lvl8pPr indent="-317500" lvl="7" marL="3657600">
              <a:spcBef>
                <a:spcPts val="0"/>
              </a:spcBef>
              <a:spcAft>
                <a:spcPts val="0"/>
              </a:spcAft>
              <a:buClr>
                <a:srgbClr val="2A2828"/>
              </a:buClr>
              <a:buSzPts val="1400"/>
              <a:buFont typeface="Open Sans"/>
              <a:buAutoNum type="alphaLcPeriod"/>
              <a:defRPr/>
            </a:lvl8pPr>
            <a:lvl9pPr indent="-317500" lvl="8" marL="4114800">
              <a:spcBef>
                <a:spcPts val="0"/>
              </a:spcBef>
              <a:spcAft>
                <a:spcPts val="0"/>
              </a:spcAft>
              <a:buClr>
                <a:srgbClr val="2A2828"/>
              </a:buClr>
              <a:buSzPts val="1400"/>
              <a:buFont typeface="Open Sans"/>
              <a:buAutoNum type="romanLcPeriod"/>
              <a:defRPr/>
            </a:lvl9pPr>
          </a:lstStyle>
          <a:p/>
        </p:txBody>
      </p:sp>
      <p:sp>
        <p:nvSpPr>
          <p:cNvPr id="1711" name="Google Shape;1711;p20"/>
          <p:cNvSpPr/>
          <p:nvPr/>
        </p:nvSpPr>
        <p:spPr>
          <a:xfrm flipH="1">
            <a:off x="7934700"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0"/>
          <p:cNvSpPr/>
          <p:nvPr/>
        </p:nvSpPr>
        <p:spPr>
          <a:xfrm flipH="1">
            <a:off x="225"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
          <p:cNvSpPr/>
          <p:nvPr/>
        </p:nvSpPr>
        <p:spPr>
          <a:xfrm>
            <a:off x="3437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0"/>
          <p:cNvSpPr/>
          <p:nvPr/>
        </p:nvSpPr>
        <p:spPr>
          <a:xfrm>
            <a:off x="8352925" y="39037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0"/>
          <p:cNvSpPr/>
          <p:nvPr/>
        </p:nvSpPr>
        <p:spPr>
          <a:xfrm>
            <a:off x="8352938" y="44355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0"/>
          <p:cNvSpPr/>
          <p:nvPr/>
        </p:nvSpPr>
        <p:spPr>
          <a:xfrm>
            <a:off x="3437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7" name="Google Shape;1717;p20"/>
          <p:cNvGrpSpPr/>
          <p:nvPr/>
        </p:nvGrpSpPr>
        <p:grpSpPr>
          <a:xfrm>
            <a:off x="8389390" y="1997778"/>
            <a:ext cx="398956" cy="1147945"/>
            <a:chOff x="8644380" y="1997778"/>
            <a:chExt cx="398956" cy="1147945"/>
          </a:xfrm>
        </p:grpSpPr>
        <p:sp>
          <p:nvSpPr>
            <p:cNvPr id="1718" name="Google Shape;1718;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2" name="Google Shape;1742;p20"/>
          <p:cNvGrpSpPr/>
          <p:nvPr/>
        </p:nvGrpSpPr>
        <p:grpSpPr>
          <a:xfrm>
            <a:off x="351774" y="1997778"/>
            <a:ext cx="398956" cy="1147945"/>
            <a:chOff x="8644380" y="1997778"/>
            <a:chExt cx="398956" cy="1147945"/>
          </a:xfrm>
        </p:grpSpPr>
        <p:sp>
          <p:nvSpPr>
            <p:cNvPr id="1743" name="Google Shape;1743;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20"/>
          <p:cNvSpPr/>
          <p:nvPr/>
        </p:nvSpPr>
        <p:spPr>
          <a:xfrm>
            <a:off x="-636920" y="34880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0"/>
          <p:cNvSpPr/>
          <p:nvPr/>
        </p:nvSpPr>
        <p:spPr>
          <a:xfrm>
            <a:off x="366041" y="46647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0"/>
          <p:cNvSpPr/>
          <p:nvPr/>
        </p:nvSpPr>
        <p:spPr>
          <a:xfrm>
            <a:off x="-555688" y="35749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0"/>
          <p:cNvSpPr/>
          <p:nvPr/>
        </p:nvSpPr>
        <p:spPr>
          <a:xfrm>
            <a:off x="546506" y="47719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0"/>
          <p:cNvSpPr/>
          <p:nvPr/>
        </p:nvSpPr>
        <p:spPr>
          <a:xfrm>
            <a:off x="-454162" y="36866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0"/>
          <p:cNvSpPr/>
          <p:nvPr/>
        </p:nvSpPr>
        <p:spPr>
          <a:xfrm>
            <a:off x="-321049" y="38287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0"/>
          <p:cNvSpPr/>
          <p:nvPr/>
        </p:nvSpPr>
        <p:spPr>
          <a:xfrm>
            <a:off x="368277" y="39393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0"/>
          <p:cNvSpPr/>
          <p:nvPr/>
        </p:nvSpPr>
        <p:spPr>
          <a:xfrm>
            <a:off x="425805" y="40803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0"/>
          <p:cNvSpPr/>
          <p:nvPr/>
        </p:nvSpPr>
        <p:spPr>
          <a:xfrm>
            <a:off x="400982" y="41051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0"/>
          <p:cNvSpPr/>
          <p:nvPr/>
        </p:nvSpPr>
        <p:spPr>
          <a:xfrm flipH="1">
            <a:off x="8401164" y="3598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0"/>
          <p:cNvSpPr/>
          <p:nvPr/>
        </p:nvSpPr>
        <p:spPr>
          <a:xfrm>
            <a:off x="8317542" y="259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0"/>
          <p:cNvSpPr/>
          <p:nvPr/>
        </p:nvSpPr>
        <p:spPr>
          <a:xfrm>
            <a:off x="8870345" y="12273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0"/>
          <p:cNvSpPr/>
          <p:nvPr/>
        </p:nvSpPr>
        <p:spPr>
          <a:xfrm>
            <a:off x="8450655" y="1703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0"/>
          <p:cNvSpPr/>
          <p:nvPr/>
        </p:nvSpPr>
        <p:spPr>
          <a:xfrm>
            <a:off x="8942520" y="12962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0"/>
          <p:cNvSpPr/>
          <p:nvPr/>
        </p:nvSpPr>
        <p:spPr>
          <a:xfrm>
            <a:off x="8564592" y="2311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0"/>
          <p:cNvSpPr/>
          <p:nvPr/>
        </p:nvSpPr>
        <p:spPr>
          <a:xfrm>
            <a:off x="9046338" y="14056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0"/>
          <p:cNvSpPr/>
          <p:nvPr/>
        </p:nvSpPr>
        <p:spPr>
          <a:xfrm>
            <a:off x="4194777" y="471191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0"/>
          <p:cNvSpPr/>
          <p:nvPr/>
        </p:nvSpPr>
        <p:spPr>
          <a:xfrm>
            <a:off x="4194777" y="433456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_1">
    <p:spTree>
      <p:nvGrpSpPr>
        <p:cNvPr id="1785" name="Shape 1785"/>
        <p:cNvGrpSpPr/>
        <p:nvPr/>
      </p:nvGrpSpPr>
      <p:grpSpPr>
        <a:xfrm>
          <a:off x="0" y="0"/>
          <a:ext cx="0" cy="0"/>
          <a:chOff x="0" y="0"/>
          <a:chExt cx="0" cy="0"/>
        </a:xfrm>
      </p:grpSpPr>
      <p:sp>
        <p:nvSpPr>
          <p:cNvPr id="1786" name="Google Shape;1786;p21"/>
          <p:cNvSpPr txBox="1"/>
          <p:nvPr>
            <p:ph type="title"/>
          </p:nvPr>
        </p:nvSpPr>
        <p:spPr>
          <a:xfrm>
            <a:off x="4153050" y="1534200"/>
            <a:ext cx="4277700" cy="11220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87" name="Google Shape;1787;p21"/>
          <p:cNvSpPr txBox="1"/>
          <p:nvPr>
            <p:ph idx="1" type="subTitle"/>
          </p:nvPr>
        </p:nvSpPr>
        <p:spPr>
          <a:xfrm>
            <a:off x="5230300" y="2694900"/>
            <a:ext cx="3200400" cy="91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788" name="Google Shape;1788;p21"/>
          <p:cNvSpPr/>
          <p:nvPr/>
        </p:nvSpPr>
        <p:spPr>
          <a:xfrm flipH="1">
            <a:off x="-75" y="0"/>
            <a:ext cx="2700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2488747" y="4976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flipH="1">
            <a:off x="617717" y="1637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flipH="1">
            <a:off x="1817000" y="13652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flipH="1">
            <a:off x="745189" y="3081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flipH="1">
            <a:off x="1961410" y="14340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flipH="1">
            <a:off x="870424" y="3690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flipH="1">
            <a:off x="2105877" y="15435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772520" y="37664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flipH="1">
            <a:off x="163868" y="34781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flipH="1">
            <a:off x="365816" y="35345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flipH="1">
            <a:off x="652404" y="364173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flipH="1">
            <a:off x="1224411" y="40524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8496749" y="385286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rot="5400000">
            <a:off x="8496749" y="445796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3" name="Google Shape;1803;p21"/>
          <p:cNvGrpSpPr/>
          <p:nvPr/>
        </p:nvGrpSpPr>
        <p:grpSpPr>
          <a:xfrm>
            <a:off x="7825917" y="95832"/>
            <a:ext cx="1209708" cy="530878"/>
            <a:chOff x="7825917" y="-56568"/>
            <a:chExt cx="1209708" cy="530878"/>
          </a:xfrm>
        </p:grpSpPr>
        <p:sp>
          <p:nvSpPr>
            <p:cNvPr id="1804" name="Google Shape;1804;p21"/>
            <p:cNvSpPr/>
            <p:nvPr/>
          </p:nvSpPr>
          <p:spPr>
            <a:xfrm>
              <a:off x="8814401" y="-5277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8815920" y="413268"/>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8650419" y="414788"/>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8485679" y="411749"/>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8323217" y="412509"/>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8160755" y="413268"/>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8817439" y="259961"/>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8652699" y="253845"/>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8487198" y="258442"/>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8323217" y="254605"/>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8159235" y="254605"/>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8816680" y="1028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8652699" y="1043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8484919" y="997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8323217" y="1020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8158476" y="974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8648900" y="-5049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8323217" y="-5201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8489477" y="-53529"/>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8159995" y="-55049"/>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8982218" y="-4973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7996014" y="1012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7995254" y="-56568"/>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8971507" y="414028"/>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8981459" y="1051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7996014" y="257682"/>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7994494" y="412509"/>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7825917" y="409432"/>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8980661" y="259961"/>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
            <p:cNvSpPr/>
            <p:nvPr/>
          </p:nvSpPr>
          <p:spPr>
            <a:xfrm>
              <a:off x="7831273" y="256884"/>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
            <p:cNvSpPr/>
            <p:nvPr/>
          </p:nvSpPr>
          <p:spPr>
            <a:xfrm>
              <a:off x="7829754" y="-5277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1"/>
            <p:cNvSpPr/>
            <p:nvPr/>
          </p:nvSpPr>
          <p:spPr>
            <a:xfrm>
              <a:off x="7831273" y="1028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21"/>
          <p:cNvSpPr/>
          <p:nvPr/>
        </p:nvSpPr>
        <p:spPr>
          <a:xfrm flipH="1">
            <a:off x="8647205" y="999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
          <p:cNvSpPr/>
          <p:nvPr/>
        </p:nvSpPr>
        <p:spPr>
          <a:xfrm flipH="1">
            <a:off x="8748737" y="1106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5">
    <p:spTree>
      <p:nvGrpSpPr>
        <p:cNvPr id="1838" name="Shape 1838"/>
        <p:cNvGrpSpPr/>
        <p:nvPr/>
      </p:nvGrpSpPr>
      <p:grpSpPr>
        <a:xfrm>
          <a:off x="0" y="0"/>
          <a:ext cx="0" cy="0"/>
          <a:chOff x="0" y="0"/>
          <a:chExt cx="0" cy="0"/>
        </a:xfrm>
      </p:grpSpPr>
      <p:sp>
        <p:nvSpPr>
          <p:cNvPr id="1839" name="Google Shape;1839;p2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b="1"/>
            </a:lvl2pPr>
            <a:lvl3pPr lvl="2" rtl="0">
              <a:spcBef>
                <a:spcPts val="0"/>
              </a:spcBef>
              <a:spcAft>
                <a:spcPts val="0"/>
              </a:spcAft>
              <a:buSzPts val="2800"/>
              <a:buNone/>
              <a:defRPr b="1"/>
            </a:lvl3pPr>
            <a:lvl4pPr lvl="3" rtl="0">
              <a:spcBef>
                <a:spcPts val="0"/>
              </a:spcBef>
              <a:spcAft>
                <a:spcPts val="0"/>
              </a:spcAft>
              <a:buSzPts val="2800"/>
              <a:buNone/>
              <a:defRPr b="1"/>
            </a:lvl4pPr>
            <a:lvl5pPr lvl="4" rtl="0">
              <a:spcBef>
                <a:spcPts val="0"/>
              </a:spcBef>
              <a:spcAft>
                <a:spcPts val="0"/>
              </a:spcAft>
              <a:buSzPts val="2800"/>
              <a:buNone/>
              <a:defRPr b="1"/>
            </a:lvl5pPr>
            <a:lvl6pPr lvl="5" rtl="0">
              <a:spcBef>
                <a:spcPts val="0"/>
              </a:spcBef>
              <a:spcAft>
                <a:spcPts val="0"/>
              </a:spcAft>
              <a:buSzPts val="2800"/>
              <a:buNone/>
              <a:defRPr b="1"/>
            </a:lvl6pPr>
            <a:lvl7pPr lvl="6" rtl="0">
              <a:spcBef>
                <a:spcPts val="0"/>
              </a:spcBef>
              <a:spcAft>
                <a:spcPts val="0"/>
              </a:spcAft>
              <a:buSzPts val="2800"/>
              <a:buNone/>
              <a:defRPr b="1"/>
            </a:lvl7pPr>
            <a:lvl8pPr lvl="7" rtl="0">
              <a:spcBef>
                <a:spcPts val="0"/>
              </a:spcBef>
              <a:spcAft>
                <a:spcPts val="0"/>
              </a:spcAft>
              <a:buSzPts val="2800"/>
              <a:buNone/>
              <a:defRPr b="1"/>
            </a:lvl8pPr>
            <a:lvl9pPr lvl="8" rtl="0">
              <a:spcBef>
                <a:spcPts val="0"/>
              </a:spcBef>
              <a:spcAft>
                <a:spcPts val="0"/>
              </a:spcAft>
              <a:buSzPts val="2800"/>
              <a:buNone/>
              <a:defRPr b="1"/>
            </a:lvl9pPr>
          </a:lstStyle>
          <a:p/>
        </p:txBody>
      </p:sp>
      <p:sp>
        <p:nvSpPr>
          <p:cNvPr id="1840" name="Google Shape;1840;p22"/>
          <p:cNvSpPr txBox="1"/>
          <p:nvPr>
            <p:ph idx="1" type="body"/>
          </p:nvPr>
        </p:nvSpPr>
        <p:spPr>
          <a:xfrm>
            <a:off x="1740600" y="1428750"/>
            <a:ext cx="5662800" cy="22860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SzPts val="1200"/>
              <a:buChar char="●"/>
              <a:defRPr sz="16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1841" name="Google Shape;1841;p22"/>
          <p:cNvSpPr/>
          <p:nvPr/>
        </p:nvSpPr>
        <p:spPr>
          <a:xfrm flipH="1">
            <a:off x="4572000" y="0"/>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flipH="1">
            <a:off x="0" y="4599425"/>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410720" y="1622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rot="5400000">
            <a:off x="410720" y="7673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22"/>
          <p:cNvGrpSpPr/>
          <p:nvPr/>
        </p:nvGrpSpPr>
        <p:grpSpPr>
          <a:xfrm>
            <a:off x="4958737" y="4644318"/>
            <a:ext cx="1205112" cy="520243"/>
            <a:chOff x="5541266" y="4599416"/>
            <a:chExt cx="1205112" cy="520243"/>
          </a:xfrm>
        </p:grpSpPr>
        <p:sp>
          <p:nvSpPr>
            <p:cNvPr id="1846" name="Google Shape;1846;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22"/>
          <p:cNvGrpSpPr/>
          <p:nvPr/>
        </p:nvGrpSpPr>
        <p:grpSpPr>
          <a:xfrm>
            <a:off x="2982105" y="-6438"/>
            <a:ext cx="1205112" cy="520243"/>
            <a:chOff x="5541266" y="4599416"/>
            <a:chExt cx="1205112" cy="520243"/>
          </a:xfrm>
        </p:grpSpPr>
        <p:sp>
          <p:nvSpPr>
            <p:cNvPr id="1879" name="Google Shape;1879;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1" name="Google Shape;1911;p22"/>
          <p:cNvSpPr/>
          <p:nvPr/>
        </p:nvSpPr>
        <p:spPr>
          <a:xfrm>
            <a:off x="496925" y="39734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8202150" y="7578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341375" y="4816828"/>
            <a:ext cx="790800" cy="790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flipH="1" rot="-3594086">
            <a:off x="284520" y="4214679"/>
            <a:ext cx="1596467" cy="1802993"/>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flipH="1" rot="-3594086">
            <a:off x="7882295" y="-270166"/>
            <a:ext cx="935349" cy="741291"/>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flipH="1" rot="-3594086">
            <a:off x="403835" y="4279614"/>
            <a:ext cx="1395643" cy="165069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flipH="1" rot="-3594086">
            <a:off x="8023044" y="-140108"/>
            <a:ext cx="653347" cy="57211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flipH="1" rot="-3594086">
            <a:off x="504525" y="4391798"/>
            <a:ext cx="1193702" cy="1427288"/>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flipH="1" rot="-3594086">
            <a:off x="640527" y="4532303"/>
            <a:ext cx="901524" cy="110458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flipH="1" rot="-3594086">
            <a:off x="660066" y="5028769"/>
            <a:ext cx="130938" cy="39046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flipH="1" rot="-3594086">
            <a:off x="703144" y="5178147"/>
            <a:ext cx="4584" cy="55349"/>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flipH="1" rot="-3594086">
            <a:off x="676997" y="5203733"/>
            <a:ext cx="55349"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flipH="1">
            <a:off x="1941584" y="4740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flipH="1">
            <a:off x="1331984" y="4893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flipH="1">
            <a:off x="32197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flipH="1">
            <a:off x="7865774" y="321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flipH="1">
            <a:off x="870397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flipH="1">
            <a:off x="3501050" y="466441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flipH="1">
            <a:off x="3645460" y="473323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flipH="1">
            <a:off x="3789927" y="484270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flipH="1">
            <a:off x="3875698"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6">
    <p:spTree>
      <p:nvGrpSpPr>
        <p:cNvPr id="1934" name="Shape 1934"/>
        <p:cNvGrpSpPr/>
        <p:nvPr/>
      </p:nvGrpSpPr>
      <p:grpSpPr>
        <a:xfrm>
          <a:off x="0" y="0"/>
          <a:ext cx="0" cy="0"/>
          <a:chOff x="0" y="0"/>
          <a:chExt cx="0" cy="0"/>
        </a:xfrm>
      </p:grpSpPr>
      <p:sp>
        <p:nvSpPr>
          <p:cNvPr id="1935" name="Google Shape;1935;p23"/>
          <p:cNvSpPr txBox="1"/>
          <p:nvPr>
            <p:ph idx="1" type="subTitle"/>
          </p:nvPr>
        </p:nvSpPr>
        <p:spPr>
          <a:xfrm>
            <a:off x="837050" y="2565945"/>
            <a:ext cx="36576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0"/>
              </a:spcBef>
              <a:spcAft>
                <a:spcPts val="0"/>
              </a:spcAft>
              <a:buNone/>
              <a:defRPr sz="1600"/>
            </a:lvl2pPr>
            <a:lvl3pPr lvl="2" rtl="0" algn="r">
              <a:lnSpc>
                <a:spcPct val="100000"/>
              </a:lnSpc>
              <a:spcBef>
                <a:spcPts val="0"/>
              </a:spcBef>
              <a:spcAft>
                <a:spcPts val="0"/>
              </a:spcAft>
              <a:buNone/>
              <a:defRPr sz="1600"/>
            </a:lvl3pPr>
            <a:lvl4pPr lvl="3" rtl="0" algn="r">
              <a:lnSpc>
                <a:spcPct val="100000"/>
              </a:lnSpc>
              <a:spcBef>
                <a:spcPts val="0"/>
              </a:spcBef>
              <a:spcAft>
                <a:spcPts val="0"/>
              </a:spcAft>
              <a:buNone/>
              <a:defRPr sz="1600"/>
            </a:lvl4pPr>
            <a:lvl5pPr lvl="4" rtl="0" algn="r">
              <a:lnSpc>
                <a:spcPct val="100000"/>
              </a:lnSpc>
              <a:spcBef>
                <a:spcPts val="0"/>
              </a:spcBef>
              <a:spcAft>
                <a:spcPts val="0"/>
              </a:spcAft>
              <a:buNone/>
              <a:defRPr sz="1600"/>
            </a:lvl5pPr>
            <a:lvl6pPr lvl="5" rtl="0" algn="r">
              <a:lnSpc>
                <a:spcPct val="100000"/>
              </a:lnSpc>
              <a:spcBef>
                <a:spcPts val="0"/>
              </a:spcBef>
              <a:spcAft>
                <a:spcPts val="0"/>
              </a:spcAft>
              <a:buNone/>
              <a:defRPr sz="1600"/>
            </a:lvl6pPr>
            <a:lvl7pPr lvl="6" rtl="0" algn="r">
              <a:lnSpc>
                <a:spcPct val="100000"/>
              </a:lnSpc>
              <a:spcBef>
                <a:spcPts val="0"/>
              </a:spcBef>
              <a:spcAft>
                <a:spcPts val="0"/>
              </a:spcAft>
              <a:buNone/>
              <a:defRPr sz="1600"/>
            </a:lvl7pPr>
            <a:lvl8pPr lvl="7" rtl="0" algn="r">
              <a:lnSpc>
                <a:spcPct val="100000"/>
              </a:lnSpc>
              <a:spcBef>
                <a:spcPts val="0"/>
              </a:spcBef>
              <a:spcAft>
                <a:spcPts val="0"/>
              </a:spcAft>
              <a:buNone/>
              <a:defRPr sz="1600"/>
            </a:lvl8pPr>
            <a:lvl9pPr lvl="8" rtl="0" algn="r">
              <a:lnSpc>
                <a:spcPct val="100000"/>
              </a:lnSpc>
              <a:spcBef>
                <a:spcPts val="0"/>
              </a:spcBef>
              <a:spcAft>
                <a:spcPts val="0"/>
              </a:spcAft>
              <a:buNone/>
              <a:defRPr sz="1600"/>
            </a:lvl9pPr>
          </a:lstStyle>
          <a:p/>
        </p:txBody>
      </p:sp>
      <p:sp>
        <p:nvSpPr>
          <p:cNvPr id="1936" name="Google Shape;1936;p23"/>
          <p:cNvSpPr txBox="1"/>
          <p:nvPr>
            <p:ph type="title"/>
          </p:nvPr>
        </p:nvSpPr>
        <p:spPr>
          <a:xfrm>
            <a:off x="2786100" y="1480150"/>
            <a:ext cx="1708500" cy="914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37" name="Google Shape;1937;p23"/>
          <p:cNvSpPr/>
          <p:nvPr/>
        </p:nvSpPr>
        <p:spPr>
          <a:xfrm flipH="1">
            <a:off x="6540300"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
          <p:cNvSpPr/>
          <p:nvPr/>
        </p:nvSpPr>
        <p:spPr>
          <a:xfrm>
            <a:off x="2544682" y="1242"/>
            <a:ext cx="6330" cy="10086"/>
          </a:xfrm>
          <a:custGeom>
            <a:rect b="b" l="l" r="r" t="t"/>
            <a:pathLst>
              <a:path extrusionOk="0" h="145" w="91">
                <a:moveTo>
                  <a:pt x="0" y="0"/>
                </a:moveTo>
                <a:lnTo>
                  <a:pt x="72" y="144"/>
                </a:lnTo>
                <a:lnTo>
                  <a:pt x="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
          <p:cNvSpPr/>
          <p:nvPr/>
        </p:nvSpPr>
        <p:spPr>
          <a:xfrm flipH="1" rot="5400000">
            <a:off x="7235071"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
          <p:cNvSpPr/>
          <p:nvPr/>
        </p:nvSpPr>
        <p:spPr>
          <a:xfrm flipH="1" rot="5400000">
            <a:off x="7447159"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1" name="Google Shape;1941;p23"/>
          <p:cNvGrpSpPr/>
          <p:nvPr/>
        </p:nvGrpSpPr>
        <p:grpSpPr>
          <a:xfrm>
            <a:off x="170355" y="118041"/>
            <a:ext cx="1209708" cy="1147945"/>
            <a:chOff x="5235125" y="2636100"/>
            <a:chExt cx="796175" cy="755525"/>
          </a:xfrm>
        </p:grpSpPr>
        <p:sp>
          <p:nvSpPr>
            <p:cNvPr id="1942" name="Google Shape;1942;p2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23"/>
          <p:cNvGrpSpPr/>
          <p:nvPr/>
        </p:nvGrpSpPr>
        <p:grpSpPr>
          <a:xfrm>
            <a:off x="336002" y="4222100"/>
            <a:ext cx="754445" cy="754656"/>
            <a:chOff x="336002" y="4222100"/>
            <a:chExt cx="754445" cy="754656"/>
          </a:xfrm>
        </p:grpSpPr>
        <p:sp>
          <p:nvSpPr>
            <p:cNvPr id="2007" name="Google Shape;2007;p23"/>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3"/>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23"/>
          <p:cNvSpPr/>
          <p:nvPr/>
        </p:nvSpPr>
        <p:spPr>
          <a:xfrm flipH="1">
            <a:off x="778856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3"/>
          <p:cNvSpPr/>
          <p:nvPr/>
        </p:nvSpPr>
        <p:spPr>
          <a:xfrm flipH="1">
            <a:off x="7141914"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3"/>
          <p:cNvSpPr/>
          <p:nvPr/>
        </p:nvSpPr>
        <p:spPr>
          <a:xfrm flipH="1">
            <a:off x="790815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3"/>
          <p:cNvSpPr/>
          <p:nvPr/>
        </p:nvSpPr>
        <p:spPr>
          <a:xfrm flipH="1">
            <a:off x="7243446"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3"/>
          <p:cNvSpPr/>
          <p:nvPr/>
        </p:nvSpPr>
        <p:spPr>
          <a:xfrm flipH="1">
            <a:off x="8008568"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3"/>
          <p:cNvSpPr/>
          <p:nvPr/>
        </p:nvSpPr>
        <p:spPr>
          <a:xfrm flipH="1">
            <a:off x="8167628"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3"/>
          <p:cNvSpPr/>
          <p:nvPr/>
        </p:nvSpPr>
        <p:spPr>
          <a:xfrm flipH="1">
            <a:off x="8248875"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3"/>
          <p:cNvSpPr/>
          <p:nvPr/>
        </p:nvSpPr>
        <p:spPr>
          <a:xfrm flipH="1">
            <a:off x="8317698"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3"/>
          <p:cNvSpPr/>
          <p:nvPr/>
        </p:nvSpPr>
        <p:spPr>
          <a:xfrm flipH="1">
            <a:off x="8291757"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3"/>
          <p:cNvSpPr/>
          <p:nvPr/>
        </p:nvSpPr>
        <p:spPr>
          <a:xfrm>
            <a:off x="8587350"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3"/>
          <p:cNvSpPr/>
          <p:nvPr/>
        </p:nvSpPr>
        <p:spPr>
          <a:xfrm>
            <a:off x="8587363"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3"/>
          <p:cNvSpPr/>
          <p:nvPr/>
        </p:nvSpPr>
        <p:spPr>
          <a:xfrm flipH="1">
            <a:off x="7109773"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3"/>
          <p:cNvSpPr/>
          <p:nvPr/>
        </p:nvSpPr>
        <p:spPr>
          <a:xfrm flipH="1">
            <a:off x="8073983"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3"/>
          <p:cNvSpPr/>
          <p:nvPr/>
        </p:nvSpPr>
        <p:spPr>
          <a:xfrm flipH="1">
            <a:off x="8481373"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3"/>
          <p:cNvSpPr/>
          <p:nvPr/>
        </p:nvSpPr>
        <p:spPr>
          <a:xfrm rot="-5400000">
            <a:off x="8942300"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3"/>
          <p:cNvSpPr/>
          <p:nvPr/>
        </p:nvSpPr>
        <p:spPr>
          <a:xfrm flipH="1" rot="-5400000">
            <a:off x="8237792"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3"/>
          <p:cNvSpPr/>
          <p:nvPr/>
        </p:nvSpPr>
        <p:spPr>
          <a:xfrm flipH="1" rot="-5400000">
            <a:off x="8287966"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3"/>
          <p:cNvSpPr/>
          <p:nvPr/>
        </p:nvSpPr>
        <p:spPr>
          <a:xfrm flipH="1" rot="-5400000">
            <a:off x="8238319"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
    <p:spTree>
      <p:nvGrpSpPr>
        <p:cNvPr id="2027" name="Shape 2027"/>
        <p:cNvGrpSpPr/>
        <p:nvPr/>
      </p:nvGrpSpPr>
      <p:grpSpPr>
        <a:xfrm>
          <a:off x="0" y="0"/>
          <a:ext cx="0" cy="0"/>
          <a:chOff x="0" y="0"/>
          <a:chExt cx="0" cy="0"/>
        </a:xfrm>
      </p:grpSpPr>
      <p:sp>
        <p:nvSpPr>
          <p:cNvPr id="2028" name="Google Shape;2028;p24"/>
          <p:cNvSpPr txBox="1"/>
          <p:nvPr>
            <p:ph idx="1" type="subTitle"/>
          </p:nvPr>
        </p:nvSpPr>
        <p:spPr>
          <a:xfrm>
            <a:off x="4527400" y="2569464"/>
            <a:ext cx="3657600" cy="1097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2029" name="Google Shape;2029;p24"/>
          <p:cNvSpPr txBox="1"/>
          <p:nvPr>
            <p:ph type="title"/>
          </p:nvPr>
        </p:nvSpPr>
        <p:spPr>
          <a:xfrm>
            <a:off x="4527400" y="1481328"/>
            <a:ext cx="1788600" cy="91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0" name="Google Shape;2030;p24"/>
          <p:cNvSpPr/>
          <p:nvPr/>
        </p:nvSpPr>
        <p:spPr>
          <a:xfrm>
            <a:off x="5508"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4"/>
          <p:cNvSpPr/>
          <p:nvPr/>
        </p:nvSpPr>
        <p:spPr>
          <a:xfrm rot="-5400000">
            <a:off x="912575"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4"/>
          <p:cNvSpPr/>
          <p:nvPr/>
        </p:nvSpPr>
        <p:spPr>
          <a:xfrm rot="-5400000">
            <a:off x="1141541"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3" name="Google Shape;2033;p24"/>
          <p:cNvGrpSpPr/>
          <p:nvPr/>
        </p:nvGrpSpPr>
        <p:grpSpPr>
          <a:xfrm flipH="1">
            <a:off x="7769446" y="118041"/>
            <a:ext cx="1209708" cy="1147945"/>
            <a:chOff x="5235125" y="2636100"/>
            <a:chExt cx="796175" cy="755525"/>
          </a:xfrm>
        </p:grpSpPr>
        <p:sp>
          <p:nvSpPr>
            <p:cNvPr id="2034" name="Google Shape;2034;p2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8" name="Google Shape;2098;p24"/>
          <p:cNvGrpSpPr/>
          <p:nvPr/>
        </p:nvGrpSpPr>
        <p:grpSpPr>
          <a:xfrm flipH="1">
            <a:off x="8059061" y="4222100"/>
            <a:ext cx="754445" cy="754656"/>
            <a:chOff x="336002" y="4222100"/>
            <a:chExt cx="754445" cy="754656"/>
          </a:xfrm>
        </p:grpSpPr>
        <p:sp>
          <p:nvSpPr>
            <p:cNvPr id="2099" name="Google Shape;2099;p24"/>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4"/>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1" name="Google Shape;2101;p24"/>
          <p:cNvSpPr/>
          <p:nvPr/>
        </p:nvSpPr>
        <p:spPr>
          <a:xfrm>
            <a:off x="-23549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4"/>
          <p:cNvSpPr/>
          <p:nvPr/>
        </p:nvSpPr>
        <p:spPr>
          <a:xfrm>
            <a:off x="1072262"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4"/>
          <p:cNvSpPr/>
          <p:nvPr/>
        </p:nvSpPr>
        <p:spPr>
          <a:xfrm>
            <a:off x="-15426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4"/>
          <p:cNvSpPr/>
          <p:nvPr/>
        </p:nvSpPr>
        <p:spPr>
          <a:xfrm>
            <a:off x="1252727"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4"/>
          <p:cNvSpPr/>
          <p:nvPr/>
        </p:nvSpPr>
        <p:spPr>
          <a:xfrm>
            <a:off x="-52741"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4"/>
          <p:cNvSpPr/>
          <p:nvPr/>
        </p:nvSpPr>
        <p:spPr>
          <a:xfrm>
            <a:off x="80372"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4"/>
          <p:cNvSpPr/>
          <p:nvPr/>
        </p:nvSpPr>
        <p:spPr>
          <a:xfrm>
            <a:off x="769698"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4"/>
          <p:cNvSpPr/>
          <p:nvPr/>
        </p:nvSpPr>
        <p:spPr>
          <a:xfrm>
            <a:off x="827225"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4"/>
          <p:cNvSpPr/>
          <p:nvPr/>
        </p:nvSpPr>
        <p:spPr>
          <a:xfrm>
            <a:off x="802403"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4"/>
          <p:cNvSpPr/>
          <p:nvPr/>
        </p:nvSpPr>
        <p:spPr>
          <a:xfrm flipH="1">
            <a:off x="104921"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4"/>
          <p:cNvSpPr/>
          <p:nvPr/>
        </p:nvSpPr>
        <p:spPr>
          <a:xfrm flipH="1">
            <a:off x="104908"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4"/>
          <p:cNvSpPr/>
          <p:nvPr/>
        </p:nvSpPr>
        <p:spPr>
          <a:xfrm>
            <a:off x="1939270"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4"/>
          <p:cNvSpPr/>
          <p:nvPr/>
        </p:nvSpPr>
        <p:spPr>
          <a:xfrm>
            <a:off x="975059"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4"/>
          <p:cNvSpPr/>
          <p:nvPr/>
        </p:nvSpPr>
        <p:spPr>
          <a:xfrm>
            <a:off x="567670"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4"/>
          <p:cNvSpPr/>
          <p:nvPr/>
        </p:nvSpPr>
        <p:spPr>
          <a:xfrm flipH="1" rot="5400000">
            <a:off x="-222092"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4"/>
          <p:cNvSpPr/>
          <p:nvPr/>
        </p:nvSpPr>
        <p:spPr>
          <a:xfrm rot="5400000">
            <a:off x="-1472235"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4"/>
          <p:cNvSpPr/>
          <p:nvPr/>
        </p:nvSpPr>
        <p:spPr>
          <a:xfrm rot="5400000">
            <a:off x="-1261825"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4"/>
          <p:cNvSpPr/>
          <p:nvPr/>
        </p:nvSpPr>
        <p:spPr>
          <a:xfrm rot="5400000">
            <a:off x="-973005"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_1_1">
    <p:spTree>
      <p:nvGrpSpPr>
        <p:cNvPr id="2119" name="Shape 2119"/>
        <p:cNvGrpSpPr/>
        <p:nvPr/>
      </p:nvGrpSpPr>
      <p:grpSpPr>
        <a:xfrm>
          <a:off x="0" y="0"/>
          <a:ext cx="0" cy="0"/>
          <a:chOff x="0" y="0"/>
          <a:chExt cx="0" cy="0"/>
        </a:xfrm>
      </p:grpSpPr>
      <p:sp>
        <p:nvSpPr>
          <p:cNvPr id="2120" name="Google Shape;2120;p2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21" name="Google Shape;2121;p25"/>
          <p:cNvSpPr txBox="1"/>
          <p:nvPr>
            <p:ph idx="1" type="subTitle"/>
          </p:nvPr>
        </p:nvSpPr>
        <p:spPr>
          <a:xfrm>
            <a:off x="7132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2" name="Google Shape;2122;p25"/>
          <p:cNvSpPr txBox="1"/>
          <p:nvPr>
            <p:ph idx="2" type="subTitle"/>
          </p:nvPr>
        </p:nvSpPr>
        <p:spPr>
          <a:xfrm>
            <a:off x="45720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3" name="Google Shape;2123;p25"/>
          <p:cNvSpPr/>
          <p:nvPr/>
        </p:nvSpPr>
        <p:spPr>
          <a:xfrm>
            <a:off x="8430925" y="2073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rot="5400000">
            <a:off x="8430925" y="8124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1765585" y="-13563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flipH="1">
            <a:off x="-194140" y="-200037"/>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flipH="1">
            <a:off x="-118543" y="-601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flipH="1">
            <a:off x="104872" y="1095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flipH="1">
            <a:off x="401579" y="12153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flipH="1">
            <a:off x="-241449" y="19935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flipH="1">
            <a:off x="-243741" y="197122"/>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flipH="1">
            <a:off x="0" y="4474800"/>
            <a:ext cx="3923400" cy="66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flipH="1">
            <a:off x="-106954" y="32644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flipH="1">
            <a:off x="41934" y="33874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_1_1_1">
    <p:spTree>
      <p:nvGrpSpPr>
        <p:cNvPr id="2137" name="Shape 2137"/>
        <p:cNvGrpSpPr/>
        <p:nvPr/>
      </p:nvGrpSpPr>
      <p:grpSpPr>
        <a:xfrm>
          <a:off x="0" y="0"/>
          <a:ext cx="0" cy="0"/>
          <a:chOff x="0" y="0"/>
          <a:chExt cx="0" cy="0"/>
        </a:xfrm>
      </p:grpSpPr>
      <p:sp>
        <p:nvSpPr>
          <p:cNvPr id="2138" name="Google Shape;2138;p2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39" name="Google Shape;2139;p26"/>
          <p:cNvSpPr txBox="1"/>
          <p:nvPr>
            <p:ph idx="1" type="subTitle"/>
          </p:nvPr>
        </p:nvSpPr>
        <p:spPr>
          <a:xfrm>
            <a:off x="878975"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0" name="Google Shape;2140;p26"/>
          <p:cNvSpPr txBox="1"/>
          <p:nvPr>
            <p:ph idx="2" type="subTitle"/>
          </p:nvPr>
        </p:nvSpPr>
        <p:spPr>
          <a:xfrm>
            <a:off x="713225"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1" name="Google Shape;2141;p26"/>
          <p:cNvSpPr txBox="1"/>
          <p:nvPr>
            <p:ph idx="3" type="subTitle"/>
          </p:nvPr>
        </p:nvSpPr>
        <p:spPr>
          <a:xfrm>
            <a:off x="2945900"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2" name="Google Shape;2142;p26"/>
          <p:cNvSpPr txBox="1"/>
          <p:nvPr>
            <p:ph idx="4" type="subTitle"/>
          </p:nvPr>
        </p:nvSpPr>
        <p:spPr>
          <a:xfrm>
            <a:off x="2780150"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3" name="Google Shape;2143;p26"/>
          <p:cNvSpPr txBox="1"/>
          <p:nvPr>
            <p:ph idx="5" type="subTitle"/>
          </p:nvPr>
        </p:nvSpPr>
        <p:spPr>
          <a:xfrm>
            <a:off x="841632" y="1729225"/>
            <a:ext cx="3593400" cy="6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144" name="Google Shape;2144;p26"/>
          <p:cNvSpPr/>
          <p:nvPr/>
        </p:nvSpPr>
        <p:spPr>
          <a:xfrm>
            <a:off x="4932650" y="0"/>
            <a:ext cx="421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6"/>
          <p:cNvSpPr/>
          <p:nvPr/>
        </p:nvSpPr>
        <p:spPr>
          <a:xfrm>
            <a:off x="75025" y="382646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6"/>
          <p:cNvSpPr/>
          <p:nvPr/>
        </p:nvSpPr>
        <p:spPr>
          <a:xfrm rot="5400000">
            <a:off x="75025" y="443156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6"/>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
          <p:cNvSpPr/>
          <p:nvPr/>
        </p:nvSpPr>
        <p:spPr>
          <a:xfrm>
            <a:off x="8550863" y="6048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6"/>
          <p:cNvSpPr/>
          <p:nvPr/>
        </p:nvSpPr>
        <p:spPr>
          <a:xfrm>
            <a:off x="8550863"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6"/>
          <p:cNvSpPr/>
          <p:nvPr/>
        </p:nvSpPr>
        <p:spPr>
          <a:xfrm flipH="1">
            <a:off x="8601930" y="1355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6"/>
          <p:cNvSpPr/>
          <p:nvPr/>
        </p:nvSpPr>
        <p:spPr>
          <a:xfrm flipH="1">
            <a:off x="8703462" y="1462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6"/>
          <p:cNvSpPr/>
          <p:nvPr/>
        </p:nvSpPr>
        <p:spPr>
          <a:xfrm flipH="1">
            <a:off x="7997696" y="23432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6"/>
          <p:cNvSpPr/>
          <p:nvPr/>
        </p:nvSpPr>
        <p:spPr>
          <a:xfrm flipH="1">
            <a:off x="8146584" y="24661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6"/>
          <p:cNvSpPr/>
          <p:nvPr/>
        </p:nvSpPr>
        <p:spPr>
          <a:xfrm>
            <a:off x="6822995" y="387330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6"/>
          <p:cNvSpPr/>
          <p:nvPr/>
        </p:nvSpPr>
        <p:spPr>
          <a:xfrm flipH="1">
            <a:off x="6214343" y="358502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6"/>
          <p:cNvSpPr/>
          <p:nvPr/>
        </p:nvSpPr>
        <p:spPr>
          <a:xfrm flipH="1">
            <a:off x="6416291" y="3641433"/>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6"/>
          <p:cNvSpPr/>
          <p:nvPr/>
        </p:nvSpPr>
        <p:spPr>
          <a:xfrm flipH="1">
            <a:off x="6702879" y="3748606"/>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6"/>
          <p:cNvSpPr/>
          <p:nvPr/>
        </p:nvSpPr>
        <p:spPr>
          <a:xfrm flipH="1">
            <a:off x="8614854" y="370449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flipH="1">
            <a:off x="8767254" y="2428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flipH="1">
            <a:off x="8919654" y="1666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flipH="1">
            <a:off x="8919654" y="45624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3125286" y="5066798"/>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2796564" y="4599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2963584" y="4599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2798083" y="4754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2961305" y="4754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3127565" y="4754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2790448" y="4905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2962824" y="4910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3127565" y="4911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2793525" y="5065279"/>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2962065" y="5066038"/>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3128363" y="4600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3292344" y="4602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6"/>
          <p:cNvSpPr/>
          <p:nvPr/>
        </p:nvSpPr>
        <p:spPr>
          <a:xfrm>
            <a:off x="2634862" y="4600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6"/>
          <p:cNvSpPr/>
          <p:nvPr/>
        </p:nvSpPr>
        <p:spPr>
          <a:xfrm>
            <a:off x="2634862" y="4754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6"/>
          <p:cNvSpPr/>
          <p:nvPr/>
        </p:nvSpPr>
        <p:spPr>
          <a:xfrm>
            <a:off x="3290787" y="5066798"/>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6"/>
          <p:cNvSpPr/>
          <p:nvPr/>
        </p:nvSpPr>
        <p:spPr>
          <a:xfrm>
            <a:off x="2633342" y="50660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6"/>
          <p:cNvSpPr/>
          <p:nvPr/>
        </p:nvSpPr>
        <p:spPr>
          <a:xfrm>
            <a:off x="3291584" y="4757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6"/>
          <p:cNvSpPr/>
          <p:nvPr/>
        </p:nvSpPr>
        <p:spPr>
          <a:xfrm>
            <a:off x="2468601" y="50645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3290787" y="4912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2634102" y="4909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2470121" y="4901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2302341" y="50652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2304620" y="4910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3454806" y="5069077"/>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2468601" y="4756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2466322" y="4600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3453249" y="4914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3455566" y="4758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2306140" y="4754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2306899" y="4599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3456325" y="4603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
    <p:spTree>
      <p:nvGrpSpPr>
        <p:cNvPr id="2194" name="Shape 2194"/>
        <p:cNvGrpSpPr/>
        <p:nvPr/>
      </p:nvGrpSpPr>
      <p:grpSpPr>
        <a:xfrm>
          <a:off x="0" y="0"/>
          <a:ext cx="0" cy="0"/>
          <a:chOff x="0" y="0"/>
          <a:chExt cx="0" cy="0"/>
        </a:xfrm>
      </p:grpSpPr>
      <p:sp>
        <p:nvSpPr>
          <p:cNvPr id="2195" name="Google Shape;2195;p27"/>
          <p:cNvSpPr txBox="1"/>
          <p:nvPr>
            <p:ph idx="1" type="subTitle"/>
          </p:nvPr>
        </p:nvSpPr>
        <p:spPr>
          <a:xfrm>
            <a:off x="993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6" name="Google Shape;2196;p27"/>
          <p:cNvSpPr txBox="1"/>
          <p:nvPr>
            <p:ph idx="2" type="subTitle"/>
          </p:nvPr>
        </p:nvSpPr>
        <p:spPr>
          <a:xfrm>
            <a:off x="993600" y="3259225"/>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7" name="Google Shape;2197;p27"/>
          <p:cNvSpPr txBox="1"/>
          <p:nvPr>
            <p:ph idx="3" type="subTitle"/>
          </p:nvPr>
        </p:nvSpPr>
        <p:spPr>
          <a:xfrm>
            <a:off x="35661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8" name="Google Shape;2198;p27"/>
          <p:cNvSpPr txBox="1"/>
          <p:nvPr>
            <p:ph idx="4" type="subTitle"/>
          </p:nvPr>
        </p:nvSpPr>
        <p:spPr>
          <a:xfrm>
            <a:off x="35661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9" name="Google Shape;2199;p27"/>
          <p:cNvSpPr txBox="1"/>
          <p:nvPr>
            <p:ph idx="5" type="subTitle"/>
          </p:nvPr>
        </p:nvSpPr>
        <p:spPr>
          <a:xfrm>
            <a:off x="6138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200" name="Google Shape;2200;p27"/>
          <p:cNvSpPr txBox="1"/>
          <p:nvPr>
            <p:ph idx="6" type="subTitle"/>
          </p:nvPr>
        </p:nvSpPr>
        <p:spPr>
          <a:xfrm>
            <a:off x="61386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201" name="Google Shape;2201;p2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02" name="Google Shape;2202;p27"/>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7"/>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
          <p:cNvSpPr/>
          <p:nvPr/>
        </p:nvSpPr>
        <p:spPr>
          <a:xfrm flipH="1">
            <a:off x="8104938" y="410087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7"/>
          <p:cNvSpPr/>
          <p:nvPr/>
        </p:nvSpPr>
        <p:spPr>
          <a:xfrm>
            <a:off x="484613"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6" name="Google Shape;2206;p27"/>
          <p:cNvGrpSpPr/>
          <p:nvPr/>
        </p:nvGrpSpPr>
        <p:grpSpPr>
          <a:xfrm>
            <a:off x="8053502" y="4224312"/>
            <a:ext cx="754524" cy="750237"/>
            <a:chOff x="8523754" y="10"/>
            <a:chExt cx="516408" cy="513439"/>
          </a:xfrm>
        </p:grpSpPr>
        <p:sp>
          <p:nvSpPr>
            <p:cNvPr id="2207" name="Google Shape;2207;p2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9" name="Google Shape;2209;p27"/>
          <p:cNvSpPr/>
          <p:nvPr/>
        </p:nvSpPr>
        <p:spPr>
          <a:xfrm flipH="1" rot="5400000">
            <a:off x="2464850" y="-1754725"/>
            <a:ext cx="361800" cy="386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7"/>
          <p:cNvSpPr/>
          <p:nvPr/>
        </p:nvSpPr>
        <p:spPr>
          <a:xfrm flipH="1" rot="10800000">
            <a:off x="-971791" y="-267796"/>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
          <p:cNvSpPr/>
          <p:nvPr/>
        </p:nvSpPr>
        <p:spPr>
          <a:xfrm flipH="1" rot="10800000">
            <a:off x="-890559" y="-20238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7"/>
          <p:cNvSpPr/>
          <p:nvPr/>
        </p:nvSpPr>
        <p:spPr>
          <a:xfrm flipH="1" rot="10800000">
            <a:off x="-789033" y="-90677"/>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7"/>
          <p:cNvSpPr/>
          <p:nvPr/>
        </p:nvSpPr>
        <p:spPr>
          <a:xfrm flipH="1" rot="10800000">
            <a:off x="-655919" y="89851"/>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7"/>
          <p:cNvSpPr/>
          <p:nvPr/>
        </p:nvSpPr>
        <p:spPr>
          <a:xfrm flipH="1" rot="10800000">
            <a:off x="33406" y="69343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7"/>
          <p:cNvSpPr/>
          <p:nvPr/>
        </p:nvSpPr>
        <p:spPr>
          <a:xfrm flipH="1" rot="10800000">
            <a:off x="90934" y="887489"/>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7"/>
          <p:cNvSpPr/>
          <p:nvPr/>
        </p:nvSpPr>
        <p:spPr>
          <a:xfrm flipH="1" rot="10800000">
            <a:off x="66112" y="9134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
          <p:cNvSpPr/>
          <p:nvPr/>
        </p:nvSpPr>
        <p:spPr>
          <a:xfrm flipH="1" rot="5400000">
            <a:off x="-1584790" y="24860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7"/>
          <p:cNvSpPr/>
          <p:nvPr/>
        </p:nvSpPr>
        <p:spPr>
          <a:xfrm flipH="1" rot="5400000">
            <a:off x="-1296556" y="2431317"/>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7"/>
          <p:cNvSpPr/>
          <p:nvPr/>
        </p:nvSpPr>
        <p:spPr>
          <a:xfrm flipH="1" rot="5400000">
            <a:off x="-809712" y="2540177"/>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7"/>
          <p:cNvSpPr/>
          <p:nvPr/>
        </p:nvSpPr>
        <p:spPr>
          <a:xfrm flipH="1" rot="5400000">
            <a:off x="-346600" y="2805884"/>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7"/>
          <p:cNvSpPr/>
          <p:nvPr/>
        </p:nvSpPr>
        <p:spPr>
          <a:xfrm>
            <a:off x="4176570" y="455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2" name="Google Shape;2222;p27"/>
          <p:cNvGrpSpPr/>
          <p:nvPr/>
        </p:nvGrpSpPr>
        <p:grpSpPr>
          <a:xfrm>
            <a:off x="8520555" y="1997778"/>
            <a:ext cx="560659" cy="1147945"/>
            <a:chOff x="8491980" y="1997778"/>
            <a:chExt cx="560659" cy="1147945"/>
          </a:xfrm>
        </p:grpSpPr>
        <p:sp>
          <p:nvSpPr>
            <p:cNvPr id="2223" name="Google Shape;2223;p27"/>
            <p:cNvSpPr/>
            <p:nvPr/>
          </p:nvSpPr>
          <p:spPr>
            <a:xfrm>
              <a:off x="89900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7"/>
            <p:cNvSpPr/>
            <p:nvPr/>
          </p:nvSpPr>
          <p:spPr>
            <a:xfrm>
              <a:off x="89915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7"/>
            <p:cNvSpPr/>
            <p:nvPr/>
          </p:nvSpPr>
          <p:spPr>
            <a:xfrm>
              <a:off x="89892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7"/>
            <p:cNvSpPr/>
            <p:nvPr/>
          </p:nvSpPr>
          <p:spPr>
            <a:xfrm>
              <a:off x="88268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7"/>
            <p:cNvSpPr/>
            <p:nvPr/>
          </p:nvSpPr>
          <p:spPr>
            <a:xfrm>
              <a:off x="89839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7"/>
            <p:cNvSpPr/>
            <p:nvPr/>
          </p:nvSpPr>
          <p:spPr>
            <a:xfrm>
              <a:off x="89892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7"/>
            <p:cNvSpPr/>
            <p:nvPr/>
          </p:nvSpPr>
          <p:spPr>
            <a:xfrm>
              <a:off x="88252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7"/>
            <p:cNvSpPr/>
            <p:nvPr/>
          </p:nvSpPr>
          <p:spPr>
            <a:xfrm>
              <a:off x="89870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7"/>
            <p:cNvSpPr/>
            <p:nvPr/>
          </p:nvSpPr>
          <p:spPr>
            <a:xfrm>
              <a:off x="89892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7"/>
            <p:cNvSpPr/>
            <p:nvPr/>
          </p:nvSpPr>
          <p:spPr>
            <a:xfrm>
              <a:off x="88245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7"/>
            <p:cNvSpPr/>
            <p:nvPr/>
          </p:nvSpPr>
          <p:spPr>
            <a:xfrm>
              <a:off x="89892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7"/>
            <p:cNvSpPr/>
            <p:nvPr/>
          </p:nvSpPr>
          <p:spPr>
            <a:xfrm>
              <a:off x="88260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7"/>
            <p:cNvSpPr/>
            <p:nvPr/>
          </p:nvSpPr>
          <p:spPr>
            <a:xfrm>
              <a:off x="88283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7"/>
            <p:cNvSpPr/>
            <p:nvPr/>
          </p:nvSpPr>
          <p:spPr>
            <a:xfrm>
              <a:off x="86620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7"/>
            <p:cNvSpPr/>
            <p:nvPr/>
          </p:nvSpPr>
          <p:spPr>
            <a:xfrm>
              <a:off x="86613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7"/>
            <p:cNvSpPr/>
            <p:nvPr/>
          </p:nvSpPr>
          <p:spPr>
            <a:xfrm>
              <a:off x="88283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7"/>
            <p:cNvSpPr/>
            <p:nvPr/>
          </p:nvSpPr>
          <p:spPr>
            <a:xfrm>
              <a:off x="88268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7"/>
            <p:cNvSpPr/>
            <p:nvPr/>
          </p:nvSpPr>
          <p:spPr>
            <a:xfrm>
              <a:off x="86620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7"/>
            <p:cNvSpPr/>
            <p:nvPr/>
          </p:nvSpPr>
          <p:spPr>
            <a:xfrm>
              <a:off x="86620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7"/>
            <p:cNvSpPr/>
            <p:nvPr/>
          </p:nvSpPr>
          <p:spPr>
            <a:xfrm>
              <a:off x="86605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7"/>
            <p:cNvSpPr/>
            <p:nvPr/>
          </p:nvSpPr>
          <p:spPr>
            <a:xfrm>
              <a:off x="84919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7"/>
            <p:cNvSpPr/>
            <p:nvPr/>
          </p:nvSpPr>
          <p:spPr>
            <a:xfrm>
              <a:off x="88275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7"/>
            <p:cNvSpPr/>
            <p:nvPr/>
          </p:nvSpPr>
          <p:spPr>
            <a:xfrm>
              <a:off x="86635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7"/>
            <p:cNvSpPr/>
            <p:nvPr/>
          </p:nvSpPr>
          <p:spPr>
            <a:xfrm>
              <a:off x="84958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7"/>
            <p:cNvSpPr/>
            <p:nvPr/>
          </p:nvSpPr>
          <p:spPr>
            <a:xfrm>
              <a:off x="84980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7"/>
            <p:cNvSpPr/>
            <p:nvPr/>
          </p:nvSpPr>
          <p:spPr>
            <a:xfrm>
              <a:off x="84973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7"/>
            <p:cNvSpPr/>
            <p:nvPr/>
          </p:nvSpPr>
          <p:spPr>
            <a:xfrm>
              <a:off x="84958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7"/>
            <p:cNvSpPr/>
            <p:nvPr/>
          </p:nvSpPr>
          <p:spPr>
            <a:xfrm>
              <a:off x="86620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7"/>
            <p:cNvSpPr/>
            <p:nvPr/>
          </p:nvSpPr>
          <p:spPr>
            <a:xfrm>
              <a:off x="84973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7"/>
            <p:cNvSpPr/>
            <p:nvPr/>
          </p:nvSpPr>
          <p:spPr>
            <a:xfrm>
              <a:off x="86597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7"/>
            <p:cNvSpPr/>
            <p:nvPr/>
          </p:nvSpPr>
          <p:spPr>
            <a:xfrm>
              <a:off x="84996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7"/>
            <p:cNvSpPr/>
            <p:nvPr/>
          </p:nvSpPr>
          <p:spPr>
            <a:xfrm>
              <a:off x="85003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
    <p:spTree>
      <p:nvGrpSpPr>
        <p:cNvPr id="2255" name="Shape 2255"/>
        <p:cNvGrpSpPr/>
        <p:nvPr/>
      </p:nvGrpSpPr>
      <p:grpSpPr>
        <a:xfrm>
          <a:off x="0" y="0"/>
          <a:ext cx="0" cy="0"/>
          <a:chOff x="0" y="0"/>
          <a:chExt cx="0" cy="0"/>
        </a:xfrm>
      </p:grpSpPr>
      <p:sp>
        <p:nvSpPr>
          <p:cNvPr id="2256" name="Google Shape;2256;p28"/>
          <p:cNvSpPr txBox="1"/>
          <p:nvPr>
            <p:ph idx="1" type="subTitle"/>
          </p:nvPr>
        </p:nvSpPr>
        <p:spPr>
          <a:xfrm>
            <a:off x="967008" y="2845925"/>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57" name="Google Shape;2257;p28"/>
          <p:cNvSpPr txBox="1"/>
          <p:nvPr>
            <p:ph idx="2" type="subTitle"/>
          </p:nvPr>
        </p:nvSpPr>
        <p:spPr>
          <a:xfrm>
            <a:off x="838908"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58" name="Google Shape;2258;p2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59" name="Google Shape;2259;p28"/>
          <p:cNvSpPr txBox="1"/>
          <p:nvPr>
            <p:ph idx="3" type="subTitle"/>
          </p:nvPr>
        </p:nvSpPr>
        <p:spPr>
          <a:xfrm>
            <a:off x="6749531"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0" name="Google Shape;2260;p28"/>
          <p:cNvSpPr txBox="1"/>
          <p:nvPr>
            <p:ph idx="4" type="subTitle"/>
          </p:nvPr>
        </p:nvSpPr>
        <p:spPr>
          <a:xfrm>
            <a:off x="6621431"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1" name="Google Shape;2261;p28"/>
          <p:cNvSpPr txBox="1"/>
          <p:nvPr>
            <p:ph idx="5" type="subTitle"/>
          </p:nvPr>
        </p:nvSpPr>
        <p:spPr>
          <a:xfrm>
            <a:off x="2894516"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2" name="Google Shape;2262;p28"/>
          <p:cNvSpPr txBox="1"/>
          <p:nvPr>
            <p:ph idx="6" type="subTitle"/>
          </p:nvPr>
        </p:nvSpPr>
        <p:spPr>
          <a:xfrm>
            <a:off x="2768730"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3" name="Google Shape;2263;p28"/>
          <p:cNvSpPr txBox="1"/>
          <p:nvPr>
            <p:ph idx="7" type="subTitle"/>
          </p:nvPr>
        </p:nvSpPr>
        <p:spPr>
          <a:xfrm>
            <a:off x="4822024"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4" name="Google Shape;2264;p28"/>
          <p:cNvSpPr txBox="1"/>
          <p:nvPr>
            <p:ph idx="8" type="subTitle"/>
          </p:nvPr>
        </p:nvSpPr>
        <p:spPr>
          <a:xfrm>
            <a:off x="4694714"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5" name="Google Shape;2265;p28"/>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8"/>
          <p:cNvSpPr/>
          <p:nvPr/>
        </p:nvSpPr>
        <p:spPr>
          <a:xfrm flipH="1" rot="5400000">
            <a:off x="6236225" y="2200800"/>
            <a:ext cx="5137200" cy="7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8"/>
          <p:cNvSpPr/>
          <p:nvPr/>
        </p:nvSpPr>
        <p:spPr>
          <a:xfrm>
            <a:off x="8598938"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
          <p:cNvSpPr/>
          <p:nvPr/>
        </p:nvSpPr>
        <p:spPr>
          <a:xfrm>
            <a:off x="8598938" y="5672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8"/>
          <p:cNvSpPr/>
          <p:nvPr/>
        </p:nvSpPr>
        <p:spPr>
          <a:xfrm>
            <a:off x="84465" y="53949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8"/>
          <p:cNvSpPr/>
          <p:nvPr/>
        </p:nvSpPr>
        <p:spPr>
          <a:xfrm>
            <a:off x="84465" y="16217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8"/>
          <p:cNvSpPr/>
          <p:nvPr/>
        </p:nvSpPr>
        <p:spPr>
          <a:xfrm flipH="1">
            <a:off x="8512125" y="12297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8"/>
          <p:cNvSpPr/>
          <p:nvPr/>
        </p:nvSpPr>
        <p:spPr>
          <a:xfrm flipH="1">
            <a:off x="8656535" y="12985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8"/>
          <p:cNvSpPr/>
          <p:nvPr/>
        </p:nvSpPr>
        <p:spPr>
          <a:xfrm flipH="1">
            <a:off x="8801002" y="14080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
          <p:cNvSpPr/>
          <p:nvPr/>
        </p:nvSpPr>
        <p:spPr>
          <a:xfrm flipH="1">
            <a:off x="8548121" y="20426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8"/>
          <p:cNvSpPr/>
          <p:nvPr/>
        </p:nvSpPr>
        <p:spPr>
          <a:xfrm flipH="1">
            <a:off x="8697009" y="21655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8"/>
          <p:cNvSpPr/>
          <p:nvPr/>
        </p:nvSpPr>
        <p:spPr>
          <a:xfrm flipH="1">
            <a:off x="8639628" y="334584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8"/>
          <p:cNvSpPr/>
          <p:nvPr/>
        </p:nvSpPr>
        <p:spPr>
          <a:xfrm flipH="1">
            <a:off x="8944428" y="213617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0" name="Google Shape;2280;p28"/>
          <p:cNvGrpSpPr/>
          <p:nvPr/>
        </p:nvGrpSpPr>
        <p:grpSpPr>
          <a:xfrm>
            <a:off x="114483" y="4712891"/>
            <a:ext cx="1202833" cy="365416"/>
            <a:chOff x="114483" y="4665266"/>
            <a:chExt cx="1202833" cy="365416"/>
          </a:xfrm>
        </p:grpSpPr>
        <p:sp>
          <p:nvSpPr>
            <p:cNvPr id="2281" name="Google Shape;2281;p28"/>
            <p:cNvSpPr/>
            <p:nvPr/>
          </p:nvSpPr>
          <p:spPr>
            <a:xfrm>
              <a:off x="606426" y="46652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8"/>
            <p:cNvSpPr/>
            <p:nvPr/>
          </p:nvSpPr>
          <p:spPr>
            <a:xfrm>
              <a:off x="773446" y="46652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8"/>
            <p:cNvSpPr/>
            <p:nvPr/>
          </p:nvSpPr>
          <p:spPr>
            <a:xfrm>
              <a:off x="607946" y="48208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
            <p:cNvSpPr/>
            <p:nvPr/>
          </p:nvSpPr>
          <p:spPr>
            <a:xfrm>
              <a:off x="771167" y="48201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8"/>
            <p:cNvSpPr/>
            <p:nvPr/>
          </p:nvSpPr>
          <p:spPr>
            <a:xfrm>
              <a:off x="937428" y="48208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8"/>
            <p:cNvSpPr/>
            <p:nvPr/>
          </p:nvSpPr>
          <p:spPr>
            <a:xfrm>
              <a:off x="600311" y="49718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8"/>
            <p:cNvSpPr/>
            <p:nvPr/>
          </p:nvSpPr>
          <p:spPr>
            <a:xfrm>
              <a:off x="772687" y="49764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8"/>
            <p:cNvSpPr/>
            <p:nvPr/>
          </p:nvSpPr>
          <p:spPr>
            <a:xfrm>
              <a:off x="937428" y="49772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8"/>
            <p:cNvSpPr/>
            <p:nvPr/>
          </p:nvSpPr>
          <p:spPr>
            <a:xfrm>
              <a:off x="938225" y="46660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
            <p:cNvSpPr/>
            <p:nvPr/>
          </p:nvSpPr>
          <p:spPr>
            <a:xfrm>
              <a:off x="1102207" y="46683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8"/>
            <p:cNvSpPr/>
            <p:nvPr/>
          </p:nvSpPr>
          <p:spPr>
            <a:xfrm>
              <a:off x="444724" y="46660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8"/>
            <p:cNvSpPr/>
            <p:nvPr/>
          </p:nvSpPr>
          <p:spPr>
            <a:xfrm>
              <a:off x="444724" y="48208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8"/>
            <p:cNvSpPr/>
            <p:nvPr/>
          </p:nvSpPr>
          <p:spPr>
            <a:xfrm>
              <a:off x="1101447" y="48231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8"/>
            <p:cNvSpPr/>
            <p:nvPr/>
          </p:nvSpPr>
          <p:spPr>
            <a:xfrm>
              <a:off x="1100649" y="49787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8"/>
            <p:cNvSpPr/>
            <p:nvPr/>
          </p:nvSpPr>
          <p:spPr>
            <a:xfrm>
              <a:off x="443965" y="49757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8"/>
            <p:cNvSpPr/>
            <p:nvPr/>
          </p:nvSpPr>
          <p:spPr>
            <a:xfrm>
              <a:off x="279983" y="49673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8"/>
            <p:cNvSpPr/>
            <p:nvPr/>
          </p:nvSpPr>
          <p:spPr>
            <a:xfrm>
              <a:off x="114483" y="49764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8"/>
            <p:cNvSpPr/>
            <p:nvPr/>
          </p:nvSpPr>
          <p:spPr>
            <a:xfrm>
              <a:off x="278464" y="48224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8"/>
            <p:cNvSpPr/>
            <p:nvPr/>
          </p:nvSpPr>
          <p:spPr>
            <a:xfrm>
              <a:off x="276185" y="46668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8"/>
            <p:cNvSpPr/>
            <p:nvPr/>
          </p:nvSpPr>
          <p:spPr>
            <a:xfrm>
              <a:off x="1263111" y="49802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8"/>
            <p:cNvSpPr/>
            <p:nvPr/>
          </p:nvSpPr>
          <p:spPr>
            <a:xfrm>
              <a:off x="1265428" y="48246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8"/>
            <p:cNvSpPr/>
            <p:nvPr/>
          </p:nvSpPr>
          <p:spPr>
            <a:xfrm>
              <a:off x="116002" y="48201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8"/>
            <p:cNvSpPr/>
            <p:nvPr/>
          </p:nvSpPr>
          <p:spPr>
            <a:xfrm>
              <a:off x="116762" y="46652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8"/>
            <p:cNvSpPr/>
            <p:nvPr/>
          </p:nvSpPr>
          <p:spPr>
            <a:xfrm>
              <a:off x="1266188" y="46691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p28"/>
          <p:cNvSpPr/>
          <p:nvPr/>
        </p:nvSpPr>
        <p:spPr>
          <a:xfrm flipH="1" rot="-5400000">
            <a:off x="2064746" y="41757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8"/>
          <p:cNvSpPr/>
          <p:nvPr/>
        </p:nvSpPr>
        <p:spPr>
          <a:xfrm flipH="1" rot="-5400000">
            <a:off x="2293713" y="43618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8"/>
          <p:cNvSpPr/>
          <p:nvPr/>
        </p:nvSpPr>
        <p:spPr>
          <a:xfrm flipH="1">
            <a:off x="3430512" y="47172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8"/>
          <p:cNvSpPr/>
          <p:nvPr/>
        </p:nvSpPr>
        <p:spPr>
          <a:xfrm flipH="1">
            <a:off x="3652804" y="48842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8"/>
          <p:cNvSpPr/>
          <p:nvPr/>
        </p:nvSpPr>
        <p:spPr>
          <a:xfrm flipH="1">
            <a:off x="3534228" y="47079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8"/>
          <p:cNvSpPr/>
          <p:nvPr/>
        </p:nvSpPr>
        <p:spPr>
          <a:xfrm flipH="1">
            <a:off x="2391228" y="47460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8"/>
          <p:cNvSpPr/>
          <p:nvPr/>
        </p:nvSpPr>
        <p:spPr>
          <a:xfrm flipH="1" rot="-3180058">
            <a:off x="5343286" y="4027976"/>
            <a:ext cx="1596428" cy="180294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8"/>
          <p:cNvSpPr/>
          <p:nvPr/>
        </p:nvSpPr>
        <p:spPr>
          <a:xfrm flipH="1" rot="-3180058">
            <a:off x="5463808" y="4095264"/>
            <a:ext cx="1395610" cy="165065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8"/>
          <p:cNvSpPr/>
          <p:nvPr/>
        </p:nvSpPr>
        <p:spPr>
          <a:xfrm flipH="1" rot="-3180058">
            <a:off x="5564439" y="4207411"/>
            <a:ext cx="1193673" cy="142725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8"/>
          <p:cNvSpPr/>
          <p:nvPr/>
        </p:nvSpPr>
        <p:spPr>
          <a:xfrm flipH="1" rot="-3180058">
            <a:off x="5703015" y="4346858"/>
            <a:ext cx="901503" cy="1104557"/>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8"/>
          <p:cNvSpPr/>
          <p:nvPr/>
        </p:nvSpPr>
        <p:spPr>
          <a:xfrm flipH="1" rot="-3180058">
            <a:off x="5708441" y="4798372"/>
            <a:ext cx="130935"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8"/>
          <p:cNvSpPr/>
          <p:nvPr/>
        </p:nvSpPr>
        <p:spPr>
          <a:xfrm flipH="1" rot="-3180058">
            <a:off x="5753849" y="4945467"/>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8"/>
          <p:cNvSpPr/>
          <p:nvPr/>
        </p:nvSpPr>
        <p:spPr>
          <a:xfrm flipH="1" rot="-3180058">
            <a:off x="5727684" y="497095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8"/>
          <p:cNvSpPr/>
          <p:nvPr/>
        </p:nvSpPr>
        <p:spPr>
          <a:xfrm flipH="1">
            <a:off x="5972628" y="4669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8"/>
          <p:cNvSpPr/>
          <p:nvPr/>
        </p:nvSpPr>
        <p:spPr>
          <a:xfrm flipH="1">
            <a:off x="6582228" y="5050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14">
    <p:spTree>
      <p:nvGrpSpPr>
        <p:cNvPr id="2320" name="Shape 2320"/>
        <p:cNvGrpSpPr/>
        <p:nvPr/>
      </p:nvGrpSpPr>
      <p:grpSpPr>
        <a:xfrm>
          <a:off x="0" y="0"/>
          <a:ext cx="0" cy="0"/>
          <a:chOff x="0" y="0"/>
          <a:chExt cx="0" cy="0"/>
        </a:xfrm>
      </p:grpSpPr>
      <p:sp>
        <p:nvSpPr>
          <p:cNvPr id="2321" name="Google Shape;2321;p29"/>
          <p:cNvSpPr txBox="1"/>
          <p:nvPr>
            <p:ph idx="1" type="subTitle"/>
          </p:nvPr>
        </p:nvSpPr>
        <p:spPr>
          <a:xfrm>
            <a:off x="75160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2" name="Google Shape;2322;p29"/>
          <p:cNvSpPr txBox="1"/>
          <p:nvPr>
            <p:ph idx="2" type="subTitle"/>
          </p:nvPr>
        </p:nvSpPr>
        <p:spPr>
          <a:xfrm>
            <a:off x="75160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3" name="Google Shape;2323;p29"/>
          <p:cNvSpPr txBox="1"/>
          <p:nvPr>
            <p:ph idx="3" type="subTitle"/>
          </p:nvPr>
        </p:nvSpPr>
        <p:spPr>
          <a:xfrm>
            <a:off x="2296028"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4" name="Google Shape;2324;p29"/>
          <p:cNvSpPr txBox="1"/>
          <p:nvPr>
            <p:ph idx="4" type="subTitle"/>
          </p:nvPr>
        </p:nvSpPr>
        <p:spPr>
          <a:xfrm>
            <a:off x="2296028"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5" name="Google Shape;2325;p29"/>
          <p:cNvSpPr txBox="1"/>
          <p:nvPr>
            <p:ph idx="5" type="subTitle"/>
          </p:nvPr>
        </p:nvSpPr>
        <p:spPr>
          <a:xfrm>
            <a:off x="3840450"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6" name="Google Shape;2326;p29"/>
          <p:cNvSpPr txBox="1"/>
          <p:nvPr>
            <p:ph idx="6" type="subTitle"/>
          </p:nvPr>
        </p:nvSpPr>
        <p:spPr>
          <a:xfrm>
            <a:off x="3840450"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7" name="Google Shape;2327;p29"/>
          <p:cNvSpPr txBox="1"/>
          <p:nvPr>
            <p:ph idx="7" type="subTitle"/>
          </p:nvPr>
        </p:nvSpPr>
        <p:spPr>
          <a:xfrm>
            <a:off x="5384872"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8" name="Google Shape;2328;p29"/>
          <p:cNvSpPr txBox="1"/>
          <p:nvPr>
            <p:ph idx="8" type="subTitle"/>
          </p:nvPr>
        </p:nvSpPr>
        <p:spPr>
          <a:xfrm>
            <a:off x="5384872"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9" name="Google Shape;2329;p2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30" name="Google Shape;2330;p29"/>
          <p:cNvSpPr txBox="1"/>
          <p:nvPr>
            <p:ph idx="9" type="subTitle"/>
          </p:nvPr>
        </p:nvSpPr>
        <p:spPr>
          <a:xfrm>
            <a:off x="692929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31" name="Google Shape;2331;p29"/>
          <p:cNvSpPr txBox="1"/>
          <p:nvPr>
            <p:ph idx="13" type="subTitle"/>
          </p:nvPr>
        </p:nvSpPr>
        <p:spPr>
          <a:xfrm>
            <a:off x="692929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32" name="Google Shape;2332;p29"/>
          <p:cNvSpPr/>
          <p:nvPr/>
        </p:nvSpPr>
        <p:spPr>
          <a:xfrm>
            <a:off x="657622" y="390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9"/>
          <p:cNvSpPr/>
          <p:nvPr/>
        </p:nvSpPr>
        <p:spPr>
          <a:xfrm flipH="1">
            <a:off x="-1213408" y="-2948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9"/>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9"/>
          <p:cNvSpPr/>
          <p:nvPr/>
        </p:nvSpPr>
        <p:spPr>
          <a:xfrm flipH="1">
            <a:off x="-14125" y="9065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
          <p:cNvSpPr/>
          <p:nvPr/>
        </p:nvSpPr>
        <p:spPr>
          <a:xfrm flipH="1">
            <a:off x="-1085936" y="-15048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9"/>
          <p:cNvSpPr/>
          <p:nvPr/>
        </p:nvSpPr>
        <p:spPr>
          <a:xfrm flipH="1">
            <a:off x="130285" y="9754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9"/>
          <p:cNvSpPr/>
          <p:nvPr/>
        </p:nvSpPr>
        <p:spPr>
          <a:xfrm flipH="1">
            <a:off x="-960701" y="-8960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9"/>
          <p:cNvSpPr/>
          <p:nvPr/>
        </p:nvSpPr>
        <p:spPr>
          <a:xfrm flipH="1">
            <a:off x="274752" y="10848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0" name="Google Shape;2340;p29"/>
          <p:cNvGrpSpPr/>
          <p:nvPr/>
        </p:nvGrpSpPr>
        <p:grpSpPr>
          <a:xfrm>
            <a:off x="8053502" y="4224312"/>
            <a:ext cx="754524" cy="750237"/>
            <a:chOff x="8523754" y="10"/>
            <a:chExt cx="516408" cy="513439"/>
          </a:xfrm>
        </p:grpSpPr>
        <p:sp>
          <p:nvSpPr>
            <p:cNvPr id="2341" name="Google Shape;2341;p2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29"/>
          <p:cNvGrpSpPr/>
          <p:nvPr/>
        </p:nvGrpSpPr>
        <p:grpSpPr>
          <a:xfrm>
            <a:off x="3973258" y="4706441"/>
            <a:ext cx="1202833" cy="365416"/>
            <a:chOff x="3973258" y="4630241"/>
            <a:chExt cx="1202833" cy="365416"/>
          </a:xfrm>
        </p:grpSpPr>
        <p:sp>
          <p:nvSpPr>
            <p:cNvPr id="2344" name="Google Shape;2344;p29"/>
            <p:cNvSpPr/>
            <p:nvPr/>
          </p:nvSpPr>
          <p:spPr>
            <a:xfrm>
              <a:off x="4465201" y="4630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9"/>
            <p:cNvSpPr/>
            <p:nvPr/>
          </p:nvSpPr>
          <p:spPr>
            <a:xfrm>
              <a:off x="4632221" y="4630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9"/>
            <p:cNvSpPr/>
            <p:nvPr/>
          </p:nvSpPr>
          <p:spPr>
            <a:xfrm>
              <a:off x="4466721" y="4785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9"/>
            <p:cNvSpPr/>
            <p:nvPr/>
          </p:nvSpPr>
          <p:spPr>
            <a:xfrm>
              <a:off x="4629942" y="4785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9"/>
            <p:cNvSpPr/>
            <p:nvPr/>
          </p:nvSpPr>
          <p:spPr>
            <a:xfrm>
              <a:off x="4796203" y="4785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9"/>
            <p:cNvSpPr/>
            <p:nvPr/>
          </p:nvSpPr>
          <p:spPr>
            <a:xfrm>
              <a:off x="4459086" y="4936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9"/>
            <p:cNvSpPr/>
            <p:nvPr/>
          </p:nvSpPr>
          <p:spPr>
            <a:xfrm>
              <a:off x="4631462" y="4941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
            <p:cNvSpPr/>
            <p:nvPr/>
          </p:nvSpPr>
          <p:spPr>
            <a:xfrm>
              <a:off x="4796203" y="4942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9"/>
            <p:cNvSpPr/>
            <p:nvPr/>
          </p:nvSpPr>
          <p:spPr>
            <a:xfrm>
              <a:off x="4797000" y="4631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9"/>
            <p:cNvSpPr/>
            <p:nvPr/>
          </p:nvSpPr>
          <p:spPr>
            <a:xfrm>
              <a:off x="4960982" y="4633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9"/>
            <p:cNvSpPr/>
            <p:nvPr/>
          </p:nvSpPr>
          <p:spPr>
            <a:xfrm>
              <a:off x="4303499" y="4631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9"/>
            <p:cNvSpPr/>
            <p:nvPr/>
          </p:nvSpPr>
          <p:spPr>
            <a:xfrm>
              <a:off x="4303499" y="4785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9"/>
            <p:cNvSpPr/>
            <p:nvPr/>
          </p:nvSpPr>
          <p:spPr>
            <a:xfrm>
              <a:off x="4960222" y="4788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9"/>
            <p:cNvSpPr/>
            <p:nvPr/>
          </p:nvSpPr>
          <p:spPr>
            <a:xfrm>
              <a:off x="4959424" y="4943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9"/>
            <p:cNvSpPr/>
            <p:nvPr/>
          </p:nvSpPr>
          <p:spPr>
            <a:xfrm>
              <a:off x="4302740" y="4940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
            <p:cNvSpPr/>
            <p:nvPr/>
          </p:nvSpPr>
          <p:spPr>
            <a:xfrm>
              <a:off x="4138758" y="4932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9"/>
            <p:cNvSpPr/>
            <p:nvPr/>
          </p:nvSpPr>
          <p:spPr>
            <a:xfrm>
              <a:off x="3973258" y="4941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9"/>
            <p:cNvSpPr/>
            <p:nvPr/>
          </p:nvSpPr>
          <p:spPr>
            <a:xfrm>
              <a:off x="4137239" y="4787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9"/>
            <p:cNvSpPr/>
            <p:nvPr/>
          </p:nvSpPr>
          <p:spPr>
            <a:xfrm>
              <a:off x="4134960" y="4631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9"/>
            <p:cNvSpPr/>
            <p:nvPr/>
          </p:nvSpPr>
          <p:spPr>
            <a:xfrm>
              <a:off x="5121886" y="4945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9"/>
            <p:cNvSpPr/>
            <p:nvPr/>
          </p:nvSpPr>
          <p:spPr>
            <a:xfrm>
              <a:off x="5124203" y="4789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9"/>
            <p:cNvSpPr/>
            <p:nvPr/>
          </p:nvSpPr>
          <p:spPr>
            <a:xfrm>
              <a:off x="3974777" y="4785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9"/>
            <p:cNvSpPr/>
            <p:nvPr/>
          </p:nvSpPr>
          <p:spPr>
            <a:xfrm>
              <a:off x="3975537" y="4630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9"/>
            <p:cNvSpPr/>
            <p:nvPr/>
          </p:nvSpPr>
          <p:spPr>
            <a:xfrm>
              <a:off x="5124963" y="4634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8" name="Google Shape;2368;p29"/>
          <p:cNvSpPr/>
          <p:nvPr/>
        </p:nvSpPr>
        <p:spPr>
          <a:xfrm flipH="1" rot="-5400000">
            <a:off x="8085891" y="-2251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9"/>
          <p:cNvSpPr/>
          <p:nvPr/>
        </p:nvSpPr>
        <p:spPr>
          <a:xfrm rot="-5400000">
            <a:off x="8219528" y="31072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9"/>
          <p:cNvSpPr/>
          <p:nvPr/>
        </p:nvSpPr>
        <p:spPr>
          <a:xfrm flipH="1">
            <a:off x="269855" y="43050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9"/>
          <p:cNvSpPr/>
          <p:nvPr/>
        </p:nvSpPr>
        <p:spPr>
          <a:xfrm flipH="1">
            <a:off x="371387" y="44122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
    <p:spTree>
      <p:nvGrpSpPr>
        <p:cNvPr id="2372" name="Shape 2372"/>
        <p:cNvGrpSpPr/>
        <p:nvPr/>
      </p:nvGrpSpPr>
      <p:grpSpPr>
        <a:xfrm>
          <a:off x="0" y="0"/>
          <a:ext cx="0" cy="0"/>
          <a:chOff x="0" y="0"/>
          <a:chExt cx="0" cy="0"/>
        </a:xfrm>
      </p:grpSpPr>
      <p:sp>
        <p:nvSpPr>
          <p:cNvPr id="2373" name="Google Shape;2373;p30"/>
          <p:cNvSpPr txBox="1"/>
          <p:nvPr>
            <p:ph idx="1" type="subTitle"/>
          </p:nvPr>
        </p:nvSpPr>
        <p:spPr>
          <a:xfrm>
            <a:off x="1268225" y="1870115"/>
            <a:ext cx="14631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4" name="Google Shape;2374;p30"/>
          <p:cNvSpPr txBox="1"/>
          <p:nvPr>
            <p:ph idx="2" type="subTitle"/>
          </p:nvPr>
        </p:nvSpPr>
        <p:spPr>
          <a:xfrm>
            <a:off x="1104125" y="2269574"/>
            <a:ext cx="17913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5" name="Google Shape;2375;p30"/>
          <p:cNvSpPr txBox="1"/>
          <p:nvPr>
            <p:ph idx="3" type="subTitle"/>
          </p:nvPr>
        </p:nvSpPr>
        <p:spPr>
          <a:xfrm>
            <a:off x="3840450"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6" name="Google Shape;2376;p30"/>
          <p:cNvSpPr txBox="1"/>
          <p:nvPr>
            <p:ph idx="4" type="subTitle"/>
          </p:nvPr>
        </p:nvSpPr>
        <p:spPr>
          <a:xfrm>
            <a:off x="3674700"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7" name="Google Shape;2377;p30"/>
          <p:cNvSpPr txBox="1"/>
          <p:nvPr>
            <p:ph idx="5" type="subTitle"/>
          </p:nvPr>
        </p:nvSpPr>
        <p:spPr>
          <a:xfrm>
            <a:off x="6412481"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8" name="Google Shape;2378;p30"/>
          <p:cNvSpPr txBox="1"/>
          <p:nvPr>
            <p:ph idx="6" type="subTitle"/>
          </p:nvPr>
        </p:nvSpPr>
        <p:spPr>
          <a:xfrm>
            <a:off x="6246731"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9" name="Google Shape;2379;p30"/>
          <p:cNvSpPr txBox="1"/>
          <p:nvPr>
            <p:ph idx="7" type="subTitle"/>
          </p:nvPr>
        </p:nvSpPr>
        <p:spPr>
          <a:xfrm>
            <a:off x="1268225"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0" name="Google Shape;2380;p30"/>
          <p:cNvSpPr txBox="1"/>
          <p:nvPr>
            <p:ph idx="8" type="subTitle"/>
          </p:nvPr>
        </p:nvSpPr>
        <p:spPr>
          <a:xfrm>
            <a:off x="1102475"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1" name="Google Shape;2381;p30"/>
          <p:cNvSpPr txBox="1"/>
          <p:nvPr>
            <p:ph idx="9" type="subTitle"/>
          </p:nvPr>
        </p:nvSpPr>
        <p:spPr>
          <a:xfrm>
            <a:off x="3840450"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2" name="Google Shape;2382;p30"/>
          <p:cNvSpPr txBox="1"/>
          <p:nvPr>
            <p:ph idx="13" type="subTitle"/>
          </p:nvPr>
        </p:nvSpPr>
        <p:spPr>
          <a:xfrm>
            <a:off x="3674700"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3" name="Google Shape;2383;p30"/>
          <p:cNvSpPr txBox="1"/>
          <p:nvPr>
            <p:ph idx="14" type="subTitle"/>
          </p:nvPr>
        </p:nvSpPr>
        <p:spPr>
          <a:xfrm>
            <a:off x="6412481"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4" name="Google Shape;2384;p30"/>
          <p:cNvSpPr txBox="1"/>
          <p:nvPr>
            <p:ph idx="15" type="subTitle"/>
          </p:nvPr>
        </p:nvSpPr>
        <p:spPr>
          <a:xfrm>
            <a:off x="6246731"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5" name="Google Shape;2385;p30"/>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86" name="Google Shape;2386;p30"/>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0"/>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0"/>
          <p:cNvSpPr/>
          <p:nvPr/>
        </p:nvSpPr>
        <p:spPr>
          <a:xfrm flipH="1" rot="10800000">
            <a:off x="-12"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0"/>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0"/>
          <p:cNvSpPr/>
          <p:nvPr/>
        </p:nvSpPr>
        <p:spPr>
          <a:xfrm>
            <a:off x="134475" y="3869941"/>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0"/>
          <p:cNvSpPr/>
          <p:nvPr/>
        </p:nvSpPr>
        <p:spPr>
          <a:xfrm rot="5400000">
            <a:off x="134475" y="44750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0"/>
          <p:cNvSpPr/>
          <p:nvPr/>
        </p:nvSpPr>
        <p:spPr>
          <a:xfrm>
            <a:off x="8567050" y="590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0"/>
          <p:cNvSpPr/>
          <p:nvPr/>
        </p:nvSpPr>
        <p:spPr>
          <a:xfrm>
            <a:off x="8567050" y="571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0"/>
          <p:cNvSpPr/>
          <p:nvPr/>
        </p:nvSpPr>
        <p:spPr>
          <a:xfrm flipH="1">
            <a:off x="-339183" y="8258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0"/>
          <p:cNvSpPr/>
          <p:nvPr/>
        </p:nvSpPr>
        <p:spPr>
          <a:xfrm flipH="1">
            <a:off x="-237651" y="9330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0"/>
          <p:cNvSpPr/>
          <p:nvPr/>
        </p:nvSpPr>
        <p:spPr>
          <a:xfrm flipH="1">
            <a:off x="8570321" y="3502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0"/>
          <p:cNvSpPr/>
          <p:nvPr/>
        </p:nvSpPr>
        <p:spPr>
          <a:xfrm flipH="1">
            <a:off x="8719209" y="3625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0"/>
          <p:cNvSpPr/>
          <p:nvPr/>
        </p:nvSpPr>
        <p:spPr>
          <a:xfrm flipH="1">
            <a:off x="3091737" y="-1106693"/>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0"/>
          <p:cNvSpPr/>
          <p:nvPr/>
        </p:nvSpPr>
        <p:spPr>
          <a:xfrm flipH="1">
            <a:off x="4060897" y="-983699"/>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0" name="Google Shape;2400;p30"/>
          <p:cNvGrpSpPr/>
          <p:nvPr/>
        </p:nvGrpSpPr>
        <p:grpSpPr>
          <a:xfrm>
            <a:off x="157605" y="1997778"/>
            <a:ext cx="398956" cy="1147945"/>
            <a:chOff x="8625330" y="1912541"/>
            <a:chExt cx="398956" cy="1147945"/>
          </a:xfrm>
        </p:grpSpPr>
        <p:sp>
          <p:nvSpPr>
            <p:cNvPr id="2401" name="Google Shape;2401;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30"/>
          <p:cNvGrpSpPr/>
          <p:nvPr/>
        </p:nvGrpSpPr>
        <p:grpSpPr>
          <a:xfrm>
            <a:off x="8625330" y="1997778"/>
            <a:ext cx="398956" cy="1147945"/>
            <a:chOff x="8625330" y="1912541"/>
            <a:chExt cx="398956" cy="1147945"/>
          </a:xfrm>
        </p:grpSpPr>
        <p:sp>
          <p:nvSpPr>
            <p:cNvPr id="2426" name="Google Shape;2426;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_1">
    <p:spTree>
      <p:nvGrpSpPr>
        <p:cNvPr id="2450" name="Shape 2450"/>
        <p:cNvGrpSpPr/>
        <p:nvPr/>
      </p:nvGrpSpPr>
      <p:grpSpPr>
        <a:xfrm>
          <a:off x="0" y="0"/>
          <a:ext cx="0" cy="0"/>
          <a:chOff x="0" y="0"/>
          <a:chExt cx="0" cy="0"/>
        </a:xfrm>
      </p:grpSpPr>
      <p:sp>
        <p:nvSpPr>
          <p:cNvPr id="2451" name="Google Shape;2451;p31"/>
          <p:cNvSpPr txBox="1"/>
          <p:nvPr>
            <p:ph hasCustomPrompt="1" type="title"/>
          </p:nvPr>
        </p:nvSpPr>
        <p:spPr>
          <a:xfrm>
            <a:off x="14547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2" name="Google Shape;2452;p31"/>
          <p:cNvSpPr txBox="1"/>
          <p:nvPr>
            <p:ph idx="1" type="subTitle"/>
          </p:nvPr>
        </p:nvSpPr>
        <p:spPr>
          <a:xfrm>
            <a:off x="3429000" y="3936950"/>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3" name="Google Shape;2453;p31"/>
          <p:cNvSpPr txBox="1"/>
          <p:nvPr>
            <p:ph hasCustomPrompt="1" idx="2" type="title"/>
          </p:nvPr>
        </p:nvSpPr>
        <p:spPr>
          <a:xfrm>
            <a:off x="3429000" y="3307319"/>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4" name="Google Shape;2454;p31"/>
          <p:cNvSpPr txBox="1"/>
          <p:nvPr>
            <p:ph idx="3" type="subTitle"/>
          </p:nvPr>
        </p:nvSpPr>
        <p:spPr>
          <a:xfrm>
            <a:off x="54033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5" name="Google Shape;2455;p31"/>
          <p:cNvSpPr txBox="1"/>
          <p:nvPr>
            <p:ph hasCustomPrompt="1" idx="4" type="title"/>
          </p:nvPr>
        </p:nvSpPr>
        <p:spPr>
          <a:xfrm>
            <a:off x="54033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6" name="Google Shape;2456;p31"/>
          <p:cNvSpPr txBox="1"/>
          <p:nvPr>
            <p:ph idx="5" type="subTitle"/>
          </p:nvPr>
        </p:nvSpPr>
        <p:spPr>
          <a:xfrm>
            <a:off x="14547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7" name="Google Shape;2457;p31"/>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458" name="Google Shape;2458;p31"/>
          <p:cNvSpPr/>
          <p:nvPr/>
        </p:nvSpPr>
        <p:spPr>
          <a:xfrm flipH="1">
            <a:off x="843077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1"/>
          <p:cNvSpPr/>
          <p:nvPr/>
        </p:nvSpPr>
        <p:spPr>
          <a:xfrm flipH="1">
            <a:off x="12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1"/>
          <p:cNvSpPr/>
          <p:nvPr/>
        </p:nvSpPr>
        <p:spPr>
          <a:xfrm>
            <a:off x="8571313" y="40853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1"/>
          <p:cNvSpPr/>
          <p:nvPr/>
        </p:nvSpPr>
        <p:spPr>
          <a:xfrm>
            <a:off x="8571313" y="45425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1"/>
          <p:cNvSpPr/>
          <p:nvPr/>
        </p:nvSpPr>
        <p:spPr>
          <a:xfrm>
            <a:off x="126638"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1"/>
          <p:cNvSpPr/>
          <p:nvPr/>
        </p:nvSpPr>
        <p:spPr>
          <a:xfrm>
            <a:off x="126638" y="7819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1"/>
          <p:cNvSpPr/>
          <p:nvPr/>
        </p:nvSpPr>
        <p:spPr>
          <a:xfrm>
            <a:off x="124097" y="193592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1"/>
          <p:cNvSpPr/>
          <p:nvPr/>
        </p:nvSpPr>
        <p:spPr>
          <a:xfrm flipH="1">
            <a:off x="-1746933" y="160203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1"/>
          <p:cNvSpPr/>
          <p:nvPr/>
        </p:nvSpPr>
        <p:spPr>
          <a:xfrm flipH="1">
            <a:off x="-1619461" y="174643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1"/>
          <p:cNvSpPr/>
          <p:nvPr/>
        </p:nvSpPr>
        <p:spPr>
          <a:xfrm flipH="1">
            <a:off x="-1494226" y="180731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1"/>
          <p:cNvSpPr/>
          <p:nvPr/>
        </p:nvSpPr>
        <p:spPr>
          <a:xfrm flipH="1">
            <a:off x="-444329" y="35173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1"/>
          <p:cNvSpPr/>
          <p:nvPr/>
        </p:nvSpPr>
        <p:spPr>
          <a:xfrm flipH="1">
            <a:off x="-295441" y="36402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1"/>
          <p:cNvSpPr/>
          <p:nvPr/>
        </p:nvSpPr>
        <p:spPr>
          <a:xfrm>
            <a:off x="9010489" y="10262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1"/>
          <p:cNvSpPr/>
          <p:nvPr/>
        </p:nvSpPr>
        <p:spPr>
          <a:xfrm>
            <a:off x="9012008" y="258253"/>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1"/>
          <p:cNvSpPr/>
          <p:nvPr/>
        </p:nvSpPr>
        <p:spPr>
          <a:xfrm>
            <a:off x="9009729" y="11887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1"/>
          <p:cNvSpPr/>
          <p:nvPr/>
        </p:nvSpPr>
        <p:spPr>
          <a:xfrm>
            <a:off x="8847267" y="11895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1"/>
          <p:cNvSpPr/>
          <p:nvPr/>
        </p:nvSpPr>
        <p:spPr>
          <a:xfrm>
            <a:off x="9004373" y="40924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1"/>
          <p:cNvSpPr/>
          <p:nvPr/>
        </p:nvSpPr>
        <p:spPr>
          <a:xfrm>
            <a:off x="9009729" y="10308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1"/>
          <p:cNvSpPr/>
          <p:nvPr/>
        </p:nvSpPr>
        <p:spPr>
          <a:xfrm>
            <a:off x="8845748" y="10308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1"/>
          <p:cNvSpPr/>
          <p:nvPr/>
        </p:nvSpPr>
        <p:spPr>
          <a:xfrm>
            <a:off x="9007450" y="5686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1"/>
          <p:cNvSpPr/>
          <p:nvPr/>
        </p:nvSpPr>
        <p:spPr>
          <a:xfrm>
            <a:off x="9009729" y="8783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1"/>
          <p:cNvSpPr/>
          <p:nvPr/>
        </p:nvSpPr>
        <p:spPr>
          <a:xfrm>
            <a:off x="8844988" y="8737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1"/>
          <p:cNvSpPr/>
          <p:nvPr/>
        </p:nvSpPr>
        <p:spPr>
          <a:xfrm>
            <a:off x="9009729" y="7242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1"/>
          <p:cNvSpPr/>
          <p:nvPr/>
        </p:nvSpPr>
        <p:spPr>
          <a:xfrm>
            <a:off x="8846508" y="7212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1"/>
          <p:cNvSpPr/>
          <p:nvPr/>
        </p:nvSpPr>
        <p:spPr>
          <a:xfrm>
            <a:off x="8848787" y="103426"/>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1"/>
          <p:cNvSpPr/>
          <p:nvPr/>
        </p:nvSpPr>
        <p:spPr>
          <a:xfrm>
            <a:off x="8682526" y="8775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1"/>
          <p:cNvSpPr/>
          <p:nvPr/>
        </p:nvSpPr>
        <p:spPr>
          <a:xfrm>
            <a:off x="8681767" y="7196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1"/>
          <p:cNvSpPr/>
          <p:nvPr/>
        </p:nvSpPr>
        <p:spPr>
          <a:xfrm>
            <a:off x="8848787" y="258253"/>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1"/>
          <p:cNvSpPr/>
          <p:nvPr/>
        </p:nvSpPr>
        <p:spPr>
          <a:xfrm>
            <a:off x="8847267" y="5694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1"/>
          <p:cNvSpPr/>
          <p:nvPr/>
        </p:nvSpPr>
        <p:spPr>
          <a:xfrm>
            <a:off x="8682526" y="10339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1"/>
          <p:cNvSpPr/>
          <p:nvPr/>
        </p:nvSpPr>
        <p:spPr>
          <a:xfrm>
            <a:off x="8682526" y="5679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1"/>
          <p:cNvSpPr/>
          <p:nvPr/>
        </p:nvSpPr>
        <p:spPr>
          <a:xfrm>
            <a:off x="8681007" y="11887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1"/>
          <p:cNvSpPr/>
          <p:nvPr/>
        </p:nvSpPr>
        <p:spPr>
          <a:xfrm>
            <a:off x="8512430" y="11856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1"/>
          <p:cNvSpPr/>
          <p:nvPr/>
        </p:nvSpPr>
        <p:spPr>
          <a:xfrm>
            <a:off x="8848027" y="413080"/>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1"/>
          <p:cNvSpPr/>
          <p:nvPr/>
        </p:nvSpPr>
        <p:spPr>
          <a:xfrm>
            <a:off x="8684046" y="404685"/>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1"/>
          <p:cNvSpPr/>
          <p:nvPr/>
        </p:nvSpPr>
        <p:spPr>
          <a:xfrm>
            <a:off x="8516266" y="5686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1"/>
          <p:cNvSpPr/>
          <p:nvPr/>
        </p:nvSpPr>
        <p:spPr>
          <a:xfrm>
            <a:off x="8518545" y="41383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1"/>
          <p:cNvSpPr/>
          <p:nvPr/>
        </p:nvSpPr>
        <p:spPr>
          <a:xfrm>
            <a:off x="8517785" y="10331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1"/>
          <p:cNvSpPr/>
          <p:nvPr/>
        </p:nvSpPr>
        <p:spPr>
          <a:xfrm>
            <a:off x="8516266" y="7234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1"/>
          <p:cNvSpPr/>
          <p:nvPr/>
        </p:nvSpPr>
        <p:spPr>
          <a:xfrm>
            <a:off x="8682526" y="25977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1"/>
          <p:cNvSpPr/>
          <p:nvPr/>
        </p:nvSpPr>
        <p:spPr>
          <a:xfrm>
            <a:off x="8517785" y="8790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1"/>
          <p:cNvSpPr/>
          <p:nvPr/>
        </p:nvSpPr>
        <p:spPr>
          <a:xfrm>
            <a:off x="8680247" y="104186"/>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1"/>
          <p:cNvSpPr/>
          <p:nvPr/>
        </p:nvSpPr>
        <p:spPr>
          <a:xfrm>
            <a:off x="8520065" y="25749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1"/>
          <p:cNvSpPr/>
          <p:nvPr/>
        </p:nvSpPr>
        <p:spPr>
          <a:xfrm>
            <a:off x="8520824" y="10262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1"/>
          <p:cNvSpPr/>
          <p:nvPr/>
        </p:nvSpPr>
        <p:spPr>
          <a:xfrm flipH="1">
            <a:off x="8848834" y="17462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1"/>
          <p:cNvSpPr/>
          <p:nvPr/>
        </p:nvSpPr>
        <p:spPr>
          <a:xfrm flipH="1">
            <a:off x="8506980" y="29229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1"/>
          <p:cNvSpPr/>
          <p:nvPr/>
        </p:nvSpPr>
        <p:spPr>
          <a:xfrm flipH="1">
            <a:off x="8968422" y="18330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1"/>
          <p:cNvSpPr/>
          <p:nvPr/>
        </p:nvSpPr>
        <p:spPr>
          <a:xfrm flipH="1">
            <a:off x="8608512" y="30300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1"/>
          <p:cNvSpPr/>
          <p:nvPr/>
        </p:nvSpPr>
        <p:spPr>
          <a:xfrm flipH="1">
            <a:off x="9068834" y="19447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1"/>
          <p:cNvSpPr/>
          <p:nvPr/>
        </p:nvSpPr>
        <p:spPr>
          <a:xfrm flipH="1">
            <a:off x="9227894" y="20869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1"/>
          <p:cNvSpPr/>
          <p:nvPr/>
        </p:nvSpPr>
        <p:spPr>
          <a:xfrm flipH="1">
            <a:off x="9309141" y="21974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1"/>
          <p:cNvSpPr/>
          <p:nvPr/>
        </p:nvSpPr>
        <p:spPr>
          <a:xfrm flipH="1">
            <a:off x="9377964" y="23385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1"/>
          <p:cNvSpPr/>
          <p:nvPr/>
        </p:nvSpPr>
        <p:spPr>
          <a:xfrm flipH="1">
            <a:off x="9352022" y="23633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1"/>
          <p:cNvSpPr/>
          <p:nvPr/>
        </p:nvSpPr>
        <p:spPr>
          <a:xfrm flipH="1">
            <a:off x="382360" y="1598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1"/>
          <p:cNvSpPr/>
          <p:nvPr/>
        </p:nvSpPr>
        <p:spPr>
          <a:xfrm flipH="1">
            <a:off x="445365" y="2818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1"/>
          <p:cNvSpPr/>
          <p:nvPr/>
        </p:nvSpPr>
        <p:spPr>
          <a:xfrm flipH="1">
            <a:off x="445365" y="3884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1"/>
          <p:cNvSpPr/>
          <p:nvPr/>
        </p:nvSpPr>
        <p:spPr>
          <a:xfrm flipH="1">
            <a:off x="292965" y="4723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1"/>
          <p:cNvSpPr/>
          <p:nvPr/>
        </p:nvSpPr>
        <p:spPr>
          <a:xfrm flipH="1">
            <a:off x="8751165" y="35537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1"/>
          <p:cNvSpPr/>
          <p:nvPr/>
        </p:nvSpPr>
        <p:spPr>
          <a:xfrm flipH="1">
            <a:off x="8926986" y="21821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2517" name="Shape 2517"/>
        <p:cNvGrpSpPr/>
        <p:nvPr/>
      </p:nvGrpSpPr>
      <p:grpSpPr>
        <a:xfrm>
          <a:off x="0" y="0"/>
          <a:ext cx="0" cy="0"/>
          <a:chOff x="0" y="0"/>
          <a:chExt cx="0" cy="0"/>
        </a:xfrm>
      </p:grpSpPr>
      <p:sp>
        <p:nvSpPr>
          <p:cNvPr id="2518" name="Google Shape;2518;p3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atin typeface="Comfortaa Regular"/>
                <a:ea typeface="Comfortaa Regular"/>
                <a:cs typeface="Comfortaa Regular"/>
                <a:sym typeface="Comfortaa Regular"/>
              </a:defRPr>
            </a:lvl2pPr>
            <a:lvl3pPr lvl="2">
              <a:spcBef>
                <a:spcPts val="0"/>
              </a:spcBef>
              <a:spcAft>
                <a:spcPts val="0"/>
              </a:spcAft>
              <a:buSzPts val="2800"/>
              <a:buNone/>
              <a:defRPr>
                <a:latin typeface="Comfortaa Regular"/>
                <a:ea typeface="Comfortaa Regular"/>
                <a:cs typeface="Comfortaa Regular"/>
                <a:sym typeface="Comfortaa Regular"/>
              </a:defRPr>
            </a:lvl3pPr>
            <a:lvl4pPr lvl="3">
              <a:spcBef>
                <a:spcPts val="0"/>
              </a:spcBef>
              <a:spcAft>
                <a:spcPts val="0"/>
              </a:spcAft>
              <a:buSzPts val="2800"/>
              <a:buNone/>
              <a:defRPr>
                <a:latin typeface="Comfortaa Regular"/>
                <a:ea typeface="Comfortaa Regular"/>
                <a:cs typeface="Comfortaa Regular"/>
                <a:sym typeface="Comfortaa Regular"/>
              </a:defRPr>
            </a:lvl4pPr>
            <a:lvl5pPr lvl="4">
              <a:spcBef>
                <a:spcPts val="0"/>
              </a:spcBef>
              <a:spcAft>
                <a:spcPts val="0"/>
              </a:spcAft>
              <a:buSzPts val="2800"/>
              <a:buNone/>
              <a:defRPr>
                <a:latin typeface="Comfortaa Regular"/>
                <a:ea typeface="Comfortaa Regular"/>
                <a:cs typeface="Comfortaa Regular"/>
                <a:sym typeface="Comfortaa Regular"/>
              </a:defRPr>
            </a:lvl5pPr>
            <a:lvl6pPr lvl="5">
              <a:spcBef>
                <a:spcPts val="0"/>
              </a:spcBef>
              <a:spcAft>
                <a:spcPts val="0"/>
              </a:spcAft>
              <a:buSzPts val="2800"/>
              <a:buNone/>
              <a:defRPr>
                <a:latin typeface="Comfortaa Regular"/>
                <a:ea typeface="Comfortaa Regular"/>
                <a:cs typeface="Comfortaa Regular"/>
                <a:sym typeface="Comfortaa Regular"/>
              </a:defRPr>
            </a:lvl6pPr>
            <a:lvl7pPr lvl="6">
              <a:spcBef>
                <a:spcPts val="0"/>
              </a:spcBef>
              <a:spcAft>
                <a:spcPts val="0"/>
              </a:spcAft>
              <a:buSzPts val="2800"/>
              <a:buNone/>
              <a:defRPr>
                <a:latin typeface="Comfortaa Regular"/>
                <a:ea typeface="Comfortaa Regular"/>
                <a:cs typeface="Comfortaa Regular"/>
                <a:sym typeface="Comfortaa Regular"/>
              </a:defRPr>
            </a:lvl7pPr>
            <a:lvl8pPr lvl="7">
              <a:spcBef>
                <a:spcPts val="0"/>
              </a:spcBef>
              <a:spcAft>
                <a:spcPts val="0"/>
              </a:spcAft>
              <a:buSzPts val="2800"/>
              <a:buNone/>
              <a:defRPr>
                <a:latin typeface="Comfortaa Regular"/>
                <a:ea typeface="Comfortaa Regular"/>
                <a:cs typeface="Comfortaa Regular"/>
                <a:sym typeface="Comfortaa Regular"/>
              </a:defRPr>
            </a:lvl8pPr>
            <a:lvl9pPr lvl="8">
              <a:spcBef>
                <a:spcPts val="0"/>
              </a:spcBef>
              <a:spcAft>
                <a:spcPts val="0"/>
              </a:spcAft>
              <a:buSzPts val="2800"/>
              <a:buNone/>
              <a:defRPr>
                <a:latin typeface="Comfortaa Regular"/>
                <a:ea typeface="Comfortaa Regular"/>
                <a:cs typeface="Comfortaa Regular"/>
                <a:sym typeface="Comfortaa Regular"/>
              </a:defRPr>
            </a:lvl9pPr>
          </a:lstStyle>
          <a:p/>
        </p:txBody>
      </p:sp>
      <p:sp>
        <p:nvSpPr>
          <p:cNvPr id="2519" name="Google Shape;2519;p32"/>
          <p:cNvSpPr/>
          <p:nvPr/>
        </p:nvSpPr>
        <p:spPr>
          <a:xfrm flipH="1" rot="5400000">
            <a:off x="506025" y="-506325"/>
            <a:ext cx="540300" cy="155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2"/>
          <p:cNvSpPr/>
          <p:nvPr/>
        </p:nvSpPr>
        <p:spPr>
          <a:xfrm flipH="1">
            <a:off x="8430900"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2"/>
          <p:cNvSpPr/>
          <p:nvPr/>
        </p:nvSpPr>
        <p:spPr>
          <a:xfrm flipH="1">
            <a:off x="8553209" y="37612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2"/>
          <p:cNvSpPr/>
          <p:nvPr/>
        </p:nvSpPr>
        <p:spPr>
          <a:xfrm flipH="1">
            <a:off x="8672797" y="38481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2"/>
          <p:cNvSpPr/>
          <p:nvPr/>
        </p:nvSpPr>
        <p:spPr>
          <a:xfrm flipH="1">
            <a:off x="8773209" y="39598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p:nvPr/>
        </p:nvSpPr>
        <p:spPr>
          <a:xfrm flipH="1">
            <a:off x="8932269" y="41020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2"/>
          <p:cNvSpPr/>
          <p:nvPr/>
        </p:nvSpPr>
        <p:spPr>
          <a:xfrm flipH="1">
            <a:off x="9013516" y="42125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2"/>
          <p:cNvSpPr/>
          <p:nvPr/>
        </p:nvSpPr>
        <p:spPr>
          <a:xfrm>
            <a:off x="484613"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p:nvPr/>
        </p:nvSpPr>
        <p:spPr>
          <a:xfrm>
            <a:off x="118850" y="38228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2"/>
          <p:cNvSpPr/>
          <p:nvPr/>
        </p:nvSpPr>
        <p:spPr>
          <a:xfrm rot="5400000">
            <a:off x="118850" y="44279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32"/>
          <p:cNvGrpSpPr/>
          <p:nvPr/>
        </p:nvGrpSpPr>
        <p:grpSpPr>
          <a:xfrm>
            <a:off x="3970979" y="4599416"/>
            <a:ext cx="1205112" cy="520243"/>
            <a:chOff x="3970979" y="4599416"/>
            <a:chExt cx="1205112" cy="520243"/>
          </a:xfrm>
        </p:grpSpPr>
        <p:sp>
          <p:nvSpPr>
            <p:cNvPr id="2531" name="Google Shape;2531;p32"/>
            <p:cNvSpPr/>
            <p:nvPr/>
          </p:nvSpPr>
          <p:spPr>
            <a:xfrm>
              <a:off x="4793924"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2"/>
            <p:cNvSpPr/>
            <p:nvPr/>
          </p:nvSpPr>
          <p:spPr>
            <a:xfrm>
              <a:off x="44652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2"/>
            <p:cNvSpPr/>
            <p:nvPr/>
          </p:nvSpPr>
          <p:spPr>
            <a:xfrm>
              <a:off x="46322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2"/>
            <p:cNvSpPr/>
            <p:nvPr/>
          </p:nvSpPr>
          <p:spPr>
            <a:xfrm>
              <a:off x="44667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2"/>
            <p:cNvSpPr/>
            <p:nvPr/>
          </p:nvSpPr>
          <p:spPr>
            <a:xfrm>
              <a:off x="46299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2"/>
            <p:cNvSpPr/>
            <p:nvPr/>
          </p:nvSpPr>
          <p:spPr>
            <a:xfrm>
              <a:off x="47962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2"/>
            <p:cNvSpPr/>
            <p:nvPr/>
          </p:nvSpPr>
          <p:spPr>
            <a:xfrm>
              <a:off x="44590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2"/>
            <p:cNvSpPr/>
            <p:nvPr/>
          </p:nvSpPr>
          <p:spPr>
            <a:xfrm>
              <a:off x="46314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2"/>
            <p:cNvSpPr/>
            <p:nvPr/>
          </p:nvSpPr>
          <p:spPr>
            <a:xfrm>
              <a:off x="47962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2"/>
            <p:cNvSpPr/>
            <p:nvPr/>
          </p:nvSpPr>
          <p:spPr>
            <a:xfrm>
              <a:off x="4462163"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2"/>
            <p:cNvSpPr/>
            <p:nvPr/>
          </p:nvSpPr>
          <p:spPr>
            <a:xfrm>
              <a:off x="4630702"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2"/>
            <p:cNvSpPr/>
            <p:nvPr/>
          </p:nvSpPr>
          <p:spPr>
            <a:xfrm>
              <a:off x="47970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2"/>
            <p:cNvSpPr/>
            <p:nvPr/>
          </p:nvSpPr>
          <p:spPr>
            <a:xfrm>
              <a:off x="49609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2"/>
            <p:cNvSpPr/>
            <p:nvPr/>
          </p:nvSpPr>
          <p:spPr>
            <a:xfrm>
              <a:off x="43034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2"/>
            <p:cNvSpPr/>
            <p:nvPr/>
          </p:nvSpPr>
          <p:spPr>
            <a:xfrm>
              <a:off x="43034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2"/>
            <p:cNvSpPr/>
            <p:nvPr/>
          </p:nvSpPr>
          <p:spPr>
            <a:xfrm>
              <a:off x="4959424"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2"/>
            <p:cNvSpPr/>
            <p:nvPr/>
          </p:nvSpPr>
          <p:spPr>
            <a:xfrm>
              <a:off x="4301980"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2"/>
            <p:cNvSpPr/>
            <p:nvPr/>
          </p:nvSpPr>
          <p:spPr>
            <a:xfrm>
              <a:off x="49602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2"/>
            <p:cNvSpPr/>
            <p:nvPr/>
          </p:nvSpPr>
          <p:spPr>
            <a:xfrm>
              <a:off x="4137239"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2"/>
            <p:cNvSpPr/>
            <p:nvPr/>
          </p:nvSpPr>
          <p:spPr>
            <a:xfrm>
              <a:off x="49594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2"/>
            <p:cNvSpPr/>
            <p:nvPr/>
          </p:nvSpPr>
          <p:spPr>
            <a:xfrm>
              <a:off x="43027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2"/>
            <p:cNvSpPr/>
            <p:nvPr/>
          </p:nvSpPr>
          <p:spPr>
            <a:xfrm>
              <a:off x="41387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2"/>
            <p:cNvSpPr/>
            <p:nvPr/>
          </p:nvSpPr>
          <p:spPr>
            <a:xfrm>
              <a:off x="3970979"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2"/>
            <p:cNvSpPr/>
            <p:nvPr/>
          </p:nvSpPr>
          <p:spPr>
            <a:xfrm>
              <a:off x="39732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2"/>
            <p:cNvSpPr/>
            <p:nvPr/>
          </p:nvSpPr>
          <p:spPr>
            <a:xfrm>
              <a:off x="5123443"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2"/>
            <p:cNvSpPr/>
            <p:nvPr/>
          </p:nvSpPr>
          <p:spPr>
            <a:xfrm>
              <a:off x="41372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2"/>
            <p:cNvSpPr/>
            <p:nvPr/>
          </p:nvSpPr>
          <p:spPr>
            <a:xfrm>
              <a:off x="41349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2"/>
            <p:cNvSpPr/>
            <p:nvPr/>
          </p:nvSpPr>
          <p:spPr>
            <a:xfrm>
              <a:off x="51218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2"/>
            <p:cNvSpPr/>
            <p:nvPr/>
          </p:nvSpPr>
          <p:spPr>
            <a:xfrm>
              <a:off x="51242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2"/>
            <p:cNvSpPr/>
            <p:nvPr/>
          </p:nvSpPr>
          <p:spPr>
            <a:xfrm>
              <a:off x="39747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2"/>
            <p:cNvSpPr/>
            <p:nvPr/>
          </p:nvSpPr>
          <p:spPr>
            <a:xfrm>
              <a:off x="39755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2"/>
            <p:cNvSpPr/>
            <p:nvPr/>
          </p:nvSpPr>
          <p:spPr>
            <a:xfrm>
              <a:off x="51249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3" name="Google Shape;2563;p32"/>
          <p:cNvSpPr/>
          <p:nvPr/>
        </p:nvSpPr>
        <p:spPr>
          <a:xfrm>
            <a:off x="8769565" y="1741965"/>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2"/>
          <p:cNvSpPr/>
          <p:nvPr/>
        </p:nvSpPr>
        <p:spPr>
          <a:xfrm flipH="1">
            <a:off x="8551271" y="5129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2"/>
          <p:cNvSpPr/>
          <p:nvPr/>
        </p:nvSpPr>
        <p:spPr>
          <a:xfrm flipH="1">
            <a:off x="8700159" y="6359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2"/>
          <p:cNvSpPr/>
          <p:nvPr/>
        </p:nvSpPr>
        <p:spPr>
          <a:xfrm rot="2827209">
            <a:off x="8663106" y="2695441"/>
            <a:ext cx="1826642" cy="1093257"/>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2"/>
          <p:cNvSpPr/>
          <p:nvPr/>
        </p:nvSpPr>
        <p:spPr>
          <a:xfrm rot="2827209">
            <a:off x="8944670" y="2687946"/>
            <a:ext cx="794324" cy="541625"/>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2"/>
          <p:cNvSpPr/>
          <p:nvPr/>
        </p:nvSpPr>
        <p:spPr>
          <a:xfrm flipH="1">
            <a:off x="8516710" y="12157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2"/>
          <p:cNvSpPr/>
          <p:nvPr/>
        </p:nvSpPr>
        <p:spPr>
          <a:xfrm flipH="1">
            <a:off x="8897710" y="6061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2"/>
          <p:cNvSpPr/>
          <p:nvPr/>
        </p:nvSpPr>
        <p:spPr>
          <a:xfrm flipH="1">
            <a:off x="8973910" y="26635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2"/>
          <p:cNvSpPr/>
          <p:nvPr/>
        </p:nvSpPr>
        <p:spPr>
          <a:xfrm flipH="1">
            <a:off x="8669110" y="2996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2"/>
          <p:cNvSpPr/>
          <p:nvPr/>
        </p:nvSpPr>
        <p:spPr>
          <a:xfrm flipH="1">
            <a:off x="8821510" y="3987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2"/>
          <p:cNvSpPr/>
          <p:nvPr/>
        </p:nvSpPr>
        <p:spPr>
          <a:xfrm flipH="1">
            <a:off x="8992960" y="4368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2"/>
          <p:cNvSpPr/>
          <p:nvPr/>
        </p:nvSpPr>
        <p:spPr>
          <a:xfrm flipH="1">
            <a:off x="8583385" y="46732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2"/>
          <p:cNvSpPr/>
          <p:nvPr/>
        </p:nvSpPr>
        <p:spPr>
          <a:xfrm flipH="1">
            <a:off x="900587" y="495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2"/>
          <p:cNvSpPr/>
          <p:nvPr/>
        </p:nvSpPr>
        <p:spPr>
          <a:xfrm flipH="1">
            <a:off x="1122879" y="2165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2"/>
          <p:cNvSpPr/>
          <p:nvPr/>
        </p:nvSpPr>
        <p:spPr>
          <a:xfrm flipH="1">
            <a:off x="1296760" y="3013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2578" name="Shape 2578"/>
        <p:cNvGrpSpPr/>
        <p:nvPr/>
      </p:nvGrpSpPr>
      <p:grpSpPr>
        <a:xfrm>
          <a:off x="0" y="0"/>
          <a:ext cx="0" cy="0"/>
          <a:chOff x="0" y="0"/>
          <a:chExt cx="0" cy="0"/>
        </a:xfrm>
      </p:grpSpPr>
      <p:sp>
        <p:nvSpPr>
          <p:cNvPr id="2579" name="Google Shape;2579;p33"/>
          <p:cNvSpPr txBox="1"/>
          <p:nvPr>
            <p:ph idx="1" type="subTitle"/>
          </p:nvPr>
        </p:nvSpPr>
        <p:spPr>
          <a:xfrm>
            <a:off x="2642550" y="1587469"/>
            <a:ext cx="38589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defRPr>
            </a:lvl1pPr>
            <a:lvl2pPr lvl="1" rtl="0" algn="ctr">
              <a:lnSpc>
                <a:spcPct val="100000"/>
              </a:lnSpc>
              <a:spcBef>
                <a:spcPts val="0"/>
              </a:spcBef>
              <a:spcAft>
                <a:spcPts val="0"/>
              </a:spcAft>
              <a:buNone/>
              <a:defRPr>
                <a:solidFill>
                  <a:schemeClr val="lt1"/>
                </a:solidFill>
              </a:defRPr>
            </a:lvl2pPr>
            <a:lvl3pPr lvl="2" rtl="0" algn="ctr">
              <a:lnSpc>
                <a:spcPct val="100000"/>
              </a:lnSpc>
              <a:spcBef>
                <a:spcPts val="0"/>
              </a:spcBef>
              <a:spcAft>
                <a:spcPts val="0"/>
              </a:spcAft>
              <a:buNone/>
              <a:defRPr>
                <a:solidFill>
                  <a:schemeClr val="lt1"/>
                </a:solidFill>
              </a:defRPr>
            </a:lvl3pPr>
            <a:lvl4pPr lvl="3" rtl="0" algn="ctr">
              <a:lnSpc>
                <a:spcPct val="100000"/>
              </a:lnSpc>
              <a:spcBef>
                <a:spcPts val="0"/>
              </a:spcBef>
              <a:spcAft>
                <a:spcPts val="0"/>
              </a:spcAft>
              <a:buNone/>
              <a:defRPr>
                <a:solidFill>
                  <a:schemeClr val="lt1"/>
                </a:solidFill>
              </a:defRPr>
            </a:lvl4pPr>
            <a:lvl5pPr lvl="4" rtl="0" algn="ctr">
              <a:lnSpc>
                <a:spcPct val="100000"/>
              </a:lnSpc>
              <a:spcBef>
                <a:spcPts val="0"/>
              </a:spcBef>
              <a:spcAft>
                <a:spcPts val="0"/>
              </a:spcAft>
              <a:buNone/>
              <a:defRPr>
                <a:solidFill>
                  <a:schemeClr val="lt1"/>
                </a:solidFill>
              </a:defRPr>
            </a:lvl5pPr>
            <a:lvl6pPr lvl="5" rtl="0" algn="ctr">
              <a:lnSpc>
                <a:spcPct val="100000"/>
              </a:lnSpc>
              <a:spcBef>
                <a:spcPts val="0"/>
              </a:spcBef>
              <a:spcAft>
                <a:spcPts val="0"/>
              </a:spcAft>
              <a:buNone/>
              <a:defRPr>
                <a:solidFill>
                  <a:schemeClr val="lt1"/>
                </a:solidFill>
              </a:defRPr>
            </a:lvl6pPr>
            <a:lvl7pPr lvl="6" rtl="0" algn="ctr">
              <a:lnSpc>
                <a:spcPct val="100000"/>
              </a:lnSpc>
              <a:spcBef>
                <a:spcPts val="0"/>
              </a:spcBef>
              <a:spcAft>
                <a:spcPts val="0"/>
              </a:spcAft>
              <a:buNone/>
              <a:defRPr>
                <a:solidFill>
                  <a:schemeClr val="lt1"/>
                </a:solidFill>
              </a:defRPr>
            </a:lvl7pPr>
            <a:lvl8pPr lvl="7" rtl="0" algn="ctr">
              <a:lnSpc>
                <a:spcPct val="100000"/>
              </a:lnSpc>
              <a:spcBef>
                <a:spcPts val="0"/>
              </a:spcBef>
              <a:spcAft>
                <a:spcPts val="0"/>
              </a:spcAft>
              <a:buNone/>
              <a:defRPr>
                <a:solidFill>
                  <a:schemeClr val="lt1"/>
                </a:solidFill>
              </a:defRPr>
            </a:lvl8pPr>
            <a:lvl9pPr lvl="8" rtl="0" algn="ctr">
              <a:lnSpc>
                <a:spcPct val="100000"/>
              </a:lnSpc>
              <a:spcBef>
                <a:spcPts val="0"/>
              </a:spcBef>
              <a:spcAft>
                <a:spcPts val="0"/>
              </a:spcAft>
              <a:buNone/>
              <a:defRPr>
                <a:solidFill>
                  <a:schemeClr val="lt1"/>
                </a:solidFill>
              </a:defRPr>
            </a:lvl9pPr>
          </a:lstStyle>
          <a:p/>
        </p:txBody>
      </p:sp>
      <p:sp>
        <p:nvSpPr>
          <p:cNvPr id="2580" name="Google Shape;2580;p33"/>
          <p:cNvSpPr txBox="1"/>
          <p:nvPr>
            <p:ph type="title"/>
          </p:nvPr>
        </p:nvSpPr>
        <p:spPr>
          <a:xfrm>
            <a:off x="2642550" y="558550"/>
            <a:ext cx="38589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Font typeface="Dosis"/>
              <a:buNone/>
              <a:defRPr sz="6500"/>
            </a:lvl1pPr>
            <a:lvl2pPr lvl="1" rtl="0" algn="ctr">
              <a:spcBef>
                <a:spcPts val="0"/>
              </a:spcBef>
              <a:spcAft>
                <a:spcPts val="0"/>
              </a:spcAft>
              <a:buClr>
                <a:schemeClr val="dk1"/>
              </a:buClr>
              <a:buSzPts val="6500"/>
              <a:buNone/>
              <a:defRPr sz="6500">
                <a:solidFill>
                  <a:schemeClr val="dk1"/>
                </a:solidFill>
              </a:defRPr>
            </a:lvl2pPr>
            <a:lvl3pPr lvl="2" rtl="0" algn="ctr">
              <a:spcBef>
                <a:spcPts val="0"/>
              </a:spcBef>
              <a:spcAft>
                <a:spcPts val="0"/>
              </a:spcAft>
              <a:buClr>
                <a:schemeClr val="dk1"/>
              </a:buClr>
              <a:buSzPts val="6500"/>
              <a:buNone/>
              <a:defRPr sz="6500">
                <a:solidFill>
                  <a:schemeClr val="dk1"/>
                </a:solidFill>
              </a:defRPr>
            </a:lvl3pPr>
            <a:lvl4pPr lvl="3" rtl="0" algn="ctr">
              <a:spcBef>
                <a:spcPts val="0"/>
              </a:spcBef>
              <a:spcAft>
                <a:spcPts val="0"/>
              </a:spcAft>
              <a:buClr>
                <a:schemeClr val="dk1"/>
              </a:buClr>
              <a:buSzPts val="6500"/>
              <a:buNone/>
              <a:defRPr sz="6500">
                <a:solidFill>
                  <a:schemeClr val="dk1"/>
                </a:solidFill>
              </a:defRPr>
            </a:lvl4pPr>
            <a:lvl5pPr lvl="4" rtl="0" algn="ctr">
              <a:spcBef>
                <a:spcPts val="0"/>
              </a:spcBef>
              <a:spcAft>
                <a:spcPts val="0"/>
              </a:spcAft>
              <a:buClr>
                <a:schemeClr val="dk1"/>
              </a:buClr>
              <a:buSzPts val="6500"/>
              <a:buNone/>
              <a:defRPr sz="6500">
                <a:solidFill>
                  <a:schemeClr val="dk1"/>
                </a:solidFill>
              </a:defRPr>
            </a:lvl5pPr>
            <a:lvl6pPr lvl="5" rtl="0" algn="ctr">
              <a:spcBef>
                <a:spcPts val="0"/>
              </a:spcBef>
              <a:spcAft>
                <a:spcPts val="0"/>
              </a:spcAft>
              <a:buClr>
                <a:schemeClr val="dk1"/>
              </a:buClr>
              <a:buSzPts val="6500"/>
              <a:buNone/>
              <a:defRPr sz="6500">
                <a:solidFill>
                  <a:schemeClr val="dk1"/>
                </a:solidFill>
              </a:defRPr>
            </a:lvl6pPr>
            <a:lvl7pPr lvl="6" rtl="0" algn="ctr">
              <a:spcBef>
                <a:spcPts val="0"/>
              </a:spcBef>
              <a:spcAft>
                <a:spcPts val="0"/>
              </a:spcAft>
              <a:buClr>
                <a:schemeClr val="dk1"/>
              </a:buClr>
              <a:buSzPts val="6500"/>
              <a:buNone/>
              <a:defRPr sz="6500">
                <a:solidFill>
                  <a:schemeClr val="dk1"/>
                </a:solidFill>
              </a:defRPr>
            </a:lvl7pPr>
            <a:lvl8pPr lvl="7" rtl="0" algn="ctr">
              <a:spcBef>
                <a:spcPts val="0"/>
              </a:spcBef>
              <a:spcAft>
                <a:spcPts val="0"/>
              </a:spcAft>
              <a:buClr>
                <a:schemeClr val="dk1"/>
              </a:buClr>
              <a:buSzPts val="6500"/>
              <a:buNone/>
              <a:defRPr sz="6500">
                <a:solidFill>
                  <a:schemeClr val="dk1"/>
                </a:solidFill>
              </a:defRPr>
            </a:lvl8pPr>
            <a:lvl9pPr lvl="8" rtl="0" algn="ctr">
              <a:spcBef>
                <a:spcPts val="0"/>
              </a:spcBef>
              <a:spcAft>
                <a:spcPts val="0"/>
              </a:spcAft>
              <a:buClr>
                <a:schemeClr val="dk1"/>
              </a:buClr>
              <a:buSzPts val="6500"/>
              <a:buNone/>
              <a:defRPr sz="6500">
                <a:solidFill>
                  <a:schemeClr val="dk1"/>
                </a:solidFill>
              </a:defRPr>
            </a:lvl9pPr>
          </a:lstStyle>
          <a:p/>
        </p:txBody>
      </p:sp>
      <p:sp>
        <p:nvSpPr>
          <p:cNvPr id="2581" name="Google Shape;2581;p33"/>
          <p:cNvSpPr/>
          <p:nvPr/>
        </p:nvSpPr>
        <p:spPr>
          <a:xfrm flipH="1">
            <a:off x="728794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3"/>
          <p:cNvSpPr/>
          <p:nvPr/>
        </p:nvSpPr>
        <p:spPr>
          <a:xfrm flipH="1">
            <a:off x="25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3" name="Google Shape;2583;p33"/>
          <p:cNvGrpSpPr/>
          <p:nvPr/>
        </p:nvGrpSpPr>
        <p:grpSpPr>
          <a:xfrm>
            <a:off x="7825917" y="1997778"/>
            <a:ext cx="1209708" cy="1147945"/>
            <a:chOff x="5235125" y="2636100"/>
            <a:chExt cx="796175" cy="755525"/>
          </a:xfrm>
        </p:grpSpPr>
        <p:sp>
          <p:nvSpPr>
            <p:cNvPr id="2584" name="Google Shape;2584;p3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8" name="Google Shape;2648;p33"/>
          <p:cNvSpPr/>
          <p:nvPr/>
        </p:nvSpPr>
        <p:spPr>
          <a:xfrm flipH="1">
            <a:off x="7882259" y="-225021"/>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3"/>
          <p:cNvSpPr/>
          <p:nvPr/>
        </p:nvSpPr>
        <p:spPr>
          <a:xfrm flipH="1">
            <a:off x="7540405" y="9516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3"/>
          <p:cNvSpPr/>
          <p:nvPr/>
        </p:nvSpPr>
        <p:spPr>
          <a:xfrm flipH="1">
            <a:off x="8001847" y="-13814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3"/>
          <p:cNvSpPr/>
          <p:nvPr/>
        </p:nvSpPr>
        <p:spPr>
          <a:xfrm flipH="1">
            <a:off x="7641937" y="10588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3"/>
          <p:cNvSpPr/>
          <p:nvPr/>
        </p:nvSpPr>
        <p:spPr>
          <a:xfrm flipH="1">
            <a:off x="8102259" y="-26441"/>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3"/>
          <p:cNvSpPr/>
          <p:nvPr/>
        </p:nvSpPr>
        <p:spPr>
          <a:xfrm flipH="1">
            <a:off x="8261319" y="1157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3"/>
          <p:cNvSpPr/>
          <p:nvPr/>
        </p:nvSpPr>
        <p:spPr>
          <a:xfrm flipH="1">
            <a:off x="8342566" y="2262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3"/>
          <p:cNvSpPr/>
          <p:nvPr/>
        </p:nvSpPr>
        <p:spPr>
          <a:xfrm flipH="1">
            <a:off x="8411389" y="3673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3"/>
          <p:cNvSpPr/>
          <p:nvPr/>
        </p:nvSpPr>
        <p:spPr>
          <a:xfrm flipH="1">
            <a:off x="8385447" y="3921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3"/>
          <p:cNvSpPr/>
          <p:nvPr/>
        </p:nvSpPr>
        <p:spPr>
          <a:xfrm rot="5400000">
            <a:off x="1001086" y="4442775"/>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3"/>
          <p:cNvSpPr/>
          <p:nvPr/>
        </p:nvSpPr>
        <p:spPr>
          <a:xfrm flipH="1" rot="5400000">
            <a:off x="-249058" y="294235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3"/>
          <p:cNvSpPr/>
          <p:nvPr/>
        </p:nvSpPr>
        <p:spPr>
          <a:xfrm flipH="1" rot="5400000">
            <a:off x="-38647" y="316405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3"/>
          <p:cNvSpPr/>
          <p:nvPr/>
        </p:nvSpPr>
        <p:spPr>
          <a:xfrm flipH="1" rot="5400000">
            <a:off x="250172" y="339982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3"/>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3"/>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3"/>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3"/>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3"/>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3"/>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3"/>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3"/>
          <p:cNvSpPr/>
          <p:nvPr/>
        </p:nvSpPr>
        <p:spPr>
          <a:xfrm>
            <a:off x="4343388" y="450821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2669" name="Shape 2669"/>
        <p:cNvGrpSpPr/>
        <p:nvPr/>
      </p:nvGrpSpPr>
      <p:grpSpPr>
        <a:xfrm>
          <a:off x="0" y="0"/>
          <a:ext cx="0" cy="0"/>
          <a:chOff x="0" y="0"/>
          <a:chExt cx="0" cy="0"/>
        </a:xfrm>
      </p:grpSpPr>
      <p:sp>
        <p:nvSpPr>
          <p:cNvPr id="2670" name="Google Shape;2670;p34"/>
          <p:cNvSpPr/>
          <p:nvPr/>
        </p:nvSpPr>
        <p:spPr>
          <a:xfrm flipH="1">
            <a:off x="-584168" y="39018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4"/>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4"/>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4"/>
          <p:cNvSpPr/>
          <p:nvPr/>
        </p:nvSpPr>
        <p:spPr>
          <a:xfrm>
            <a:off x="-1982557" y="36135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4"/>
          <p:cNvSpPr/>
          <p:nvPr/>
        </p:nvSpPr>
        <p:spPr>
          <a:xfrm flipH="1">
            <a:off x="1814668" y="60260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4"/>
          <p:cNvSpPr/>
          <p:nvPr/>
        </p:nvSpPr>
        <p:spPr>
          <a:xfrm>
            <a:off x="-1497457" y="36700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4"/>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4"/>
          <p:cNvSpPr/>
          <p:nvPr/>
        </p:nvSpPr>
        <p:spPr>
          <a:xfrm flipH="1">
            <a:off x="1880081" y="673719"/>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4"/>
          <p:cNvSpPr/>
          <p:nvPr/>
        </p:nvSpPr>
        <p:spPr>
          <a:xfrm>
            <a:off x="-1166882" y="37771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4"/>
          <p:cNvSpPr/>
          <p:nvPr/>
        </p:nvSpPr>
        <p:spPr>
          <a:xfrm flipH="1">
            <a:off x="-2137218" y="248212"/>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4"/>
          <p:cNvSpPr/>
          <p:nvPr/>
        </p:nvSpPr>
        <p:spPr>
          <a:xfrm flipH="1" rot="-6644194">
            <a:off x="7345178" y="2375062"/>
            <a:ext cx="2960485" cy="1551300"/>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4"/>
          <p:cNvSpPr/>
          <p:nvPr/>
        </p:nvSpPr>
        <p:spPr>
          <a:xfrm flipH="1">
            <a:off x="8040412" y="359407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4"/>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4"/>
          <p:cNvSpPr/>
          <p:nvPr/>
        </p:nvSpPr>
        <p:spPr>
          <a:xfrm flipH="1">
            <a:off x="-2103334" y="200859"/>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4"/>
          <p:cNvSpPr/>
          <p:nvPr/>
        </p:nvSpPr>
        <p:spPr>
          <a:xfrm flipH="1">
            <a:off x="-2189064" y="372324"/>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4"/>
          <p:cNvSpPr/>
          <p:nvPr/>
        </p:nvSpPr>
        <p:spPr>
          <a:xfrm flipH="1">
            <a:off x="-2206037" y="241447"/>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4"/>
          <p:cNvSpPr/>
          <p:nvPr/>
        </p:nvSpPr>
        <p:spPr>
          <a:xfrm flipH="1">
            <a:off x="-1982633" y="284327"/>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4"/>
          <p:cNvSpPr/>
          <p:nvPr/>
        </p:nvSpPr>
        <p:spPr>
          <a:xfrm flipH="1">
            <a:off x="-2055978" y="227918"/>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4"/>
          <p:cNvSpPr/>
          <p:nvPr/>
        </p:nvSpPr>
        <p:spPr>
          <a:xfrm flipH="1">
            <a:off x="-2033389" y="234683"/>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4"/>
          <p:cNvSpPr/>
          <p:nvPr/>
        </p:nvSpPr>
        <p:spPr>
          <a:xfrm flipH="1">
            <a:off x="-1996154" y="391500"/>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4"/>
          <p:cNvSpPr/>
          <p:nvPr/>
        </p:nvSpPr>
        <p:spPr>
          <a:xfrm flipH="1">
            <a:off x="-2007441" y="16245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4"/>
          <p:cNvSpPr/>
          <p:nvPr/>
        </p:nvSpPr>
        <p:spPr>
          <a:xfrm flipH="1">
            <a:off x="-2122502" y="178273"/>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4"/>
          <p:cNvSpPr/>
          <p:nvPr/>
        </p:nvSpPr>
        <p:spPr>
          <a:xfrm flipH="1">
            <a:off x="-2092029" y="380207"/>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4"/>
          <p:cNvSpPr/>
          <p:nvPr/>
        </p:nvSpPr>
        <p:spPr>
          <a:xfrm flipH="1">
            <a:off x="-2068376" y="155687"/>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4"/>
          <p:cNvSpPr/>
          <p:nvPr/>
        </p:nvSpPr>
        <p:spPr>
          <a:xfrm flipH="1">
            <a:off x="-2048022" y="183920"/>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4"/>
          <p:cNvSpPr/>
          <p:nvPr/>
        </p:nvSpPr>
        <p:spPr>
          <a:xfrm>
            <a:off x="-332032" y="41878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4"/>
          <p:cNvSpPr/>
          <p:nvPr/>
        </p:nvSpPr>
        <p:spPr>
          <a:xfrm flipH="1" rot="-6644194">
            <a:off x="7670526" y="2265459"/>
            <a:ext cx="1826641" cy="1093256"/>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4"/>
          <p:cNvSpPr/>
          <p:nvPr/>
        </p:nvSpPr>
        <p:spPr>
          <a:xfrm flipH="1" rot="-6644194">
            <a:off x="8037132" y="2205232"/>
            <a:ext cx="794323" cy="541624"/>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4"/>
          <p:cNvSpPr/>
          <p:nvPr/>
        </p:nvSpPr>
        <p:spPr>
          <a:xfrm flipH="1">
            <a:off x="8262704" y="376106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4"/>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4"/>
          <p:cNvSpPr/>
          <p:nvPr/>
        </p:nvSpPr>
        <p:spPr>
          <a:xfrm flipH="1">
            <a:off x="8296528" y="320373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4"/>
          <p:cNvSpPr/>
          <p:nvPr/>
        </p:nvSpPr>
        <p:spPr>
          <a:xfrm flipH="1">
            <a:off x="2287360" y="710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4"/>
          <p:cNvSpPr/>
          <p:nvPr/>
        </p:nvSpPr>
        <p:spPr>
          <a:xfrm flipH="1">
            <a:off x="204961" y="1906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4"/>
          <p:cNvSpPr/>
          <p:nvPr/>
        </p:nvSpPr>
        <p:spPr>
          <a:xfrm flipH="1">
            <a:off x="139551" y="3993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4"/>
          <p:cNvSpPr/>
          <p:nvPr/>
        </p:nvSpPr>
        <p:spPr>
          <a:xfrm flipH="1">
            <a:off x="137259" y="397147"/>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4"/>
          <p:cNvSpPr/>
          <p:nvPr/>
        </p:nvSpPr>
        <p:spPr>
          <a:xfrm flipH="1" rot="-6644194">
            <a:off x="8394382" y="2331576"/>
            <a:ext cx="4584" cy="51993"/>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4"/>
          <p:cNvSpPr/>
          <p:nvPr/>
        </p:nvSpPr>
        <p:spPr>
          <a:xfrm flipH="1" rot="-6644194">
            <a:off x="8370715" y="2355306"/>
            <a:ext cx="51937"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4"/>
          <p:cNvSpPr/>
          <p:nvPr/>
        </p:nvSpPr>
        <p:spPr>
          <a:xfrm flipH="1">
            <a:off x="1936493" y="725600"/>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4"/>
          <p:cNvSpPr/>
          <p:nvPr/>
        </p:nvSpPr>
        <p:spPr>
          <a:xfrm flipH="1">
            <a:off x="1911670" y="750423"/>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4"/>
          <p:cNvSpPr/>
          <p:nvPr/>
        </p:nvSpPr>
        <p:spPr>
          <a:xfrm flipH="1">
            <a:off x="199052" y="34116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0" name="Google Shape;2710;p34"/>
          <p:cNvGrpSpPr/>
          <p:nvPr/>
        </p:nvGrpSpPr>
        <p:grpSpPr>
          <a:xfrm>
            <a:off x="4194738" y="4317100"/>
            <a:ext cx="754524" cy="750237"/>
            <a:chOff x="8523754" y="10"/>
            <a:chExt cx="516408" cy="513439"/>
          </a:xfrm>
        </p:grpSpPr>
        <p:sp>
          <p:nvSpPr>
            <p:cNvPr id="2711" name="Google Shape;2711;p34"/>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4"/>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3" name="Google Shape;2713;p34"/>
          <p:cNvSpPr/>
          <p:nvPr/>
        </p:nvSpPr>
        <p:spPr>
          <a:xfrm>
            <a:off x="8375975" y="1089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4"/>
          <p:cNvSpPr/>
          <p:nvPr/>
        </p:nvSpPr>
        <p:spPr>
          <a:xfrm rot="5400000">
            <a:off x="8375975" y="7140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4"/>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4"/>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2717" name="Shape 2717"/>
        <p:cNvGrpSpPr/>
        <p:nvPr/>
      </p:nvGrpSpPr>
      <p:grpSpPr>
        <a:xfrm>
          <a:off x="0" y="0"/>
          <a:ext cx="0" cy="0"/>
          <a:chOff x="0" y="0"/>
          <a:chExt cx="0" cy="0"/>
        </a:xfrm>
      </p:grpSpPr>
      <p:sp>
        <p:nvSpPr>
          <p:cNvPr id="2718" name="Google Shape;2718;p35"/>
          <p:cNvSpPr/>
          <p:nvPr/>
        </p:nvSpPr>
        <p:spPr>
          <a:xfrm flipH="1">
            <a:off x="125"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5"/>
          <p:cNvSpPr/>
          <p:nvPr/>
        </p:nvSpPr>
        <p:spPr>
          <a:xfrm flipH="1">
            <a:off x="7316647"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0" name="Google Shape;2720;p35"/>
          <p:cNvGrpSpPr/>
          <p:nvPr/>
        </p:nvGrpSpPr>
        <p:grpSpPr>
          <a:xfrm>
            <a:off x="7747680" y="163941"/>
            <a:ext cx="1209708" cy="1147945"/>
            <a:chOff x="5235125" y="2636100"/>
            <a:chExt cx="796175" cy="755525"/>
          </a:xfrm>
        </p:grpSpPr>
        <p:sp>
          <p:nvSpPr>
            <p:cNvPr id="2721" name="Google Shape;2721;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35"/>
          <p:cNvGrpSpPr/>
          <p:nvPr/>
        </p:nvGrpSpPr>
        <p:grpSpPr>
          <a:xfrm>
            <a:off x="315517" y="3792616"/>
            <a:ext cx="1209708" cy="1147945"/>
            <a:chOff x="5235125" y="2636100"/>
            <a:chExt cx="796175" cy="755525"/>
          </a:xfrm>
        </p:grpSpPr>
        <p:sp>
          <p:nvSpPr>
            <p:cNvPr id="2786" name="Google Shape;2786;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0" name="Google Shape;2850;p35"/>
          <p:cNvSpPr/>
          <p:nvPr/>
        </p:nvSpPr>
        <p:spPr>
          <a:xfrm>
            <a:off x="691750" y="257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5"/>
          <p:cNvSpPr/>
          <p:nvPr/>
        </p:nvSpPr>
        <p:spPr>
          <a:xfrm>
            <a:off x="691763" y="789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5"/>
          <p:cNvSpPr/>
          <p:nvPr/>
        </p:nvSpPr>
        <p:spPr>
          <a:xfrm>
            <a:off x="8123913" y="38860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5"/>
          <p:cNvSpPr/>
          <p:nvPr/>
        </p:nvSpPr>
        <p:spPr>
          <a:xfrm>
            <a:off x="8123925" y="44177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5"/>
          <p:cNvSpPr/>
          <p:nvPr/>
        </p:nvSpPr>
        <p:spPr>
          <a:xfrm>
            <a:off x="1012297" y="19203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5"/>
          <p:cNvSpPr/>
          <p:nvPr/>
        </p:nvSpPr>
        <p:spPr>
          <a:xfrm flipH="1">
            <a:off x="-858733" y="15864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5"/>
          <p:cNvSpPr/>
          <p:nvPr/>
        </p:nvSpPr>
        <p:spPr>
          <a:xfrm flipH="1">
            <a:off x="340550" y="27879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5"/>
          <p:cNvSpPr/>
          <p:nvPr/>
        </p:nvSpPr>
        <p:spPr>
          <a:xfrm flipH="1">
            <a:off x="-731261" y="17308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5"/>
          <p:cNvSpPr/>
          <p:nvPr/>
        </p:nvSpPr>
        <p:spPr>
          <a:xfrm flipH="1">
            <a:off x="484960" y="28567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5"/>
          <p:cNvSpPr/>
          <p:nvPr/>
        </p:nvSpPr>
        <p:spPr>
          <a:xfrm flipH="1">
            <a:off x="-606026" y="17917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5"/>
          <p:cNvSpPr/>
          <p:nvPr/>
        </p:nvSpPr>
        <p:spPr>
          <a:xfrm flipH="1">
            <a:off x="629427" y="29662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5"/>
          <p:cNvSpPr/>
          <p:nvPr/>
        </p:nvSpPr>
        <p:spPr>
          <a:xfrm flipH="1">
            <a:off x="7700621" y="191590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5"/>
          <p:cNvSpPr/>
          <p:nvPr/>
        </p:nvSpPr>
        <p:spPr>
          <a:xfrm flipH="1">
            <a:off x="7849509" y="2038845"/>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5"/>
          <p:cNvSpPr/>
          <p:nvPr/>
        </p:nvSpPr>
        <p:spPr>
          <a:xfrm flipH="1">
            <a:off x="7837329" y="2024197"/>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5"/>
          <p:cNvSpPr/>
          <p:nvPr/>
        </p:nvSpPr>
        <p:spPr>
          <a:xfrm flipH="1" rot="-2700000">
            <a:off x="3945745" y="4005741"/>
            <a:ext cx="1596436" cy="180295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5"/>
          <p:cNvSpPr/>
          <p:nvPr/>
        </p:nvSpPr>
        <p:spPr>
          <a:xfrm flipH="1" rot="-2700000">
            <a:off x="3980673" y="-135927"/>
            <a:ext cx="935331" cy="741276"/>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5"/>
          <p:cNvSpPr/>
          <p:nvPr/>
        </p:nvSpPr>
        <p:spPr>
          <a:xfrm flipH="1" rot="-2700000">
            <a:off x="4067304" y="4075914"/>
            <a:ext cx="1395616" cy="165066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5"/>
          <p:cNvSpPr/>
          <p:nvPr/>
        </p:nvSpPr>
        <p:spPr>
          <a:xfrm flipH="1" rot="-2700000">
            <a:off x="4109734" y="-7464"/>
            <a:ext cx="653334" cy="572100"/>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5"/>
          <p:cNvSpPr/>
          <p:nvPr/>
        </p:nvSpPr>
        <p:spPr>
          <a:xfrm flipH="1" rot="-2700000">
            <a:off x="4167878" y="4188008"/>
            <a:ext cx="1193679" cy="142726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5"/>
          <p:cNvSpPr/>
          <p:nvPr/>
        </p:nvSpPr>
        <p:spPr>
          <a:xfrm flipH="1" rot="-2700000">
            <a:off x="4309575" y="4326620"/>
            <a:ext cx="901507" cy="1104562"/>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5"/>
          <p:cNvSpPr/>
          <p:nvPr/>
        </p:nvSpPr>
        <p:spPr>
          <a:xfrm flipH="1" rot="-2700000">
            <a:off x="4305556" y="4724336"/>
            <a:ext cx="130935" cy="390457"/>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5"/>
          <p:cNvSpPr/>
          <p:nvPr/>
        </p:nvSpPr>
        <p:spPr>
          <a:xfrm flipH="1" rot="-2700000">
            <a:off x="5244598" y="430213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5"/>
          <p:cNvSpPr/>
          <p:nvPr/>
        </p:nvSpPr>
        <p:spPr>
          <a:xfrm flipH="1" rot="-2700000">
            <a:off x="5242294" y="4299868"/>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5"/>
          <p:cNvSpPr/>
          <p:nvPr/>
        </p:nvSpPr>
        <p:spPr>
          <a:xfrm flipH="1" rot="-2700000">
            <a:off x="3277569" y="474989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5"/>
          <p:cNvSpPr/>
          <p:nvPr/>
        </p:nvSpPr>
        <p:spPr>
          <a:xfrm flipH="1" rot="-2700000">
            <a:off x="3275324" y="4747635"/>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5"/>
          <p:cNvSpPr/>
          <p:nvPr/>
        </p:nvSpPr>
        <p:spPr>
          <a:xfrm flipH="1" rot="-2700000">
            <a:off x="4353985" y="4869156"/>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5"/>
          <p:cNvSpPr/>
          <p:nvPr/>
        </p:nvSpPr>
        <p:spPr>
          <a:xfrm flipH="1" rot="-2700000">
            <a:off x="4327811" y="489453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p:cSld name="Diapositiva de título">
    <p:bg>
      <p:bgPr>
        <a:solidFill>
          <a:srgbClr val="F3F3F3"/>
        </a:solidFill>
      </p:bgPr>
    </p:bg>
    <p:spTree>
      <p:nvGrpSpPr>
        <p:cNvPr id="2877" name="Shape 2877"/>
        <p:cNvGrpSpPr/>
        <p:nvPr/>
      </p:nvGrpSpPr>
      <p:grpSpPr>
        <a:xfrm>
          <a:off x="0" y="0"/>
          <a:ext cx="0" cy="0"/>
          <a:chOff x="0" y="0"/>
          <a:chExt cx="0" cy="0"/>
        </a:xfrm>
      </p:grpSpPr>
      <p:sp>
        <p:nvSpPr>
          <p:cNvPr id="2878" name="Google Shape;2878;p36"/>
          <p:cNvSpPr txBox="1"/>
          <p:nvPr>
            <p:ph type="ctrTitle"/>
          </p:nvPr>
        </p:nvSpPr>
        <p:spPr>
          <a:xfrm>
            <a:off x="694850" y="2610489"/>
            <a:ext cx="38718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79" name="Google Shape;2879;p36"/>
          <p:cNvSpPr txBox="1"/>
          <p:nvPr>
            <p:ph idx="1" type="subTitle"/>
          </p:nvPr>
        </p:nvSpPr>
        <p:spPr>
          <a:xfrm>
            <a:off x="694850" y="3729450"/>
            <a:ext cx="2548800" cy="564900"/>
          </a:xfrm>
          <a:prstGeom prst="rect">
            <a:avLst/>
          </a:prstGeom>
          <a:noFill/>
          <a:ln>
            <a:noFill/>
          </a:ln>
        </p:spPr>
        <p:txBody>
          <a:bodyPr anchorCtr="0" anchor="t" bIns="34275" lIns="68575" spcFirstLastPara="1" rIns="68575" wrap="square" tIns="34275">
            <a:noAutofit/>
          </a:bodyPr>
          <a:lstStyle>
            <a:lvl1pPr lvl="0" rtl="0" algn="l">
              <a:lnSpc>
                <a:spcPct val="90000"/>
              </a:lnSpc>
              <a:spcBef>
                <a:spcPts val="800"/>
              </a:spcBef>
              <a:spcAft>
                <a:spcPts val="0"/>
              </a:spcAft>
              <a:buSzPts val="1200"/>
              <a:buNone/>
              <a:defRPr sz="1200">
                <a:latin typeface="Abel"/>
                <a:ea typeface="Abel"/>
                <a:cs typeface="Abel"/>
                <a:sym typeface="Abel"/>
              </a:defRPr>
            </a:lvl1pPr>
            <a:lvl2pPr lvl="1" rtl="0" algn="ctr">
              <a:lnSpc>
                <a:spcPct val="90000"/>
              </a:lnSpc>
              <a:spcBef>
                <a:spcPts val="400"/>
              </a:spcBef>
              <a:spcAft>
                <a:spcPts val="0"/>
              </a:spcAft>
              <a:buSzPts val="1500"/>
              <a:buNone/>
              <a:defRPr sz="1500"/>
            </a:lvl2pPr>
            <a:lvl3pPr lvl="2" rtl="0" algn="ctr">
              <a:lnSpc>
                <a:spcPct val="90000"/>
              </a:lnSpc>
              <a:spcBef>
                <a:spcPts val="400"/>
              </a:spcBef>
              <a:spcAft>
                <a:spcPts val="0"/>
              </a:spcAft>
              <a:buSzPts val="1400"/>
              <a:buNone/>
              <a:defRPr sz="1400"/>
            </a:lvl3pPr>
            <a:lvl4pPr lvl="3" rtl="0" algn="ctr">
              <a:lnSpc>
                <a:spcPct val="90000"/>
              </a:lnSpc>
              <a:spcBef>
                <a:spcPts val="400"/>
              </a:spcBef>
              <a:spcAft>
                <a:spcPts val="0"/>
              </a:spcAft>
              <a:buSzPts val="1200"/>
              <a:buNone/>
              <a:defRPr sz="1200"/>
            </a:lvl4pPr>
            <a:lvl5pPr lvl="4" rtl="0" algn="ctr">
              <a:lnSpc>
                <a:spcPct val="9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4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0"/>
              </a:spcAft>
              <a:buSzPts val="1200"/>
              <a:buNone/>
              <a:defRPr sz="1200"/>
            </a:lvl9pPr>
          </a:lstStyle>
          <a:p/>
        </p:txBody>
      </p:sp>
      <p:sp>
        <p:nvSpPr>
          <p:cNvPr id="2880" name="Google Shape;2880;p36"/>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Diapositiva de título_1">
    <p:bg>
      <p:bgPr>
        <a:solidFill>
          <a:srgbClr val="F3F3F3"/>
        </a:solidFill>
      </p:bgPr>
    </p:bg>
    <p:spTree>
      <p:nvGrpSpPr>
        <p:cNvPr id="2881" name="Shape 2881"/>
        <p:cNvGrpSpPr/>
        <p:nvPr/>
      </p:nvGrpSpPr>
      <p:grpSpPr>
        <a:xfrm>
          <a:off x="0" y="0"/>
          <a:ext cx="0" cy="0"/>
          <a:chOff x="0" y="0"/>
          <a:chExt cx="0" cy="0"/>
        </a:xfrm>
      </p:grpSpPr>
      <p:sp>
        <p:nvSpPr>
          <p:cNvPr id="2882" name="Google Shape;2882;p37"/>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7"/>
          <p:cNvSpPr/>
          <p:nvPr/>
        </p:nvSpPr>
        <p:spPr>
          <a:xfrm>
            <a:off x="1202150" y="584950"/>
            <a:ext cx="6739800" cy="3973500"/>
          </a:xfrm>
          <a:prstGeom prst="rect">
            <a:avLst/>
          </a:prstGeom>
          <a:solidFill>
            <a:srgbClr val="FFD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7"/>
          <p:cNvSpPr/>
          <p:nvPr/>
        </p:nvSpPr>
        <p:spPr>
          <a:xfrm>
            <a:off x="0" y="1057950"/>
            <a:ext cx="24219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7"/>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9pPr>
          </a:lstStyle>
          <a:p/>
        </p:txBody>
      </p:sp>
      <p:sp>
        <p:nvSpPr>
          <p:cNvPr id="2886" name="Google Shape;2886;p37"/>
          <p:cNvSpPr txBox="1"/>
          <p:nvPr>
            <p:ph idx="1" type="body"/>
          </p:nvPr>
        </p:nvSpPr>
        <p:spPr>
          <a:xfrm>
            <a:off x="2413800" y="1136650"/>
            <a:ext cx="4316400" cy="2870100"/>
          </a:xfrm>
          <a:prstGeom prst="rect">
            <a:avLst/>
          </a:prstGeom>
        </p:spPr>
        <p:txBody>
          <a:bodyPr anchorCtr="0" anchor="ctr" bIns="91425" lIns="91425" spcFirstLastPara="1" rIns="91425" wrap="square" tIns="91425">
            <a:noAutofit/>
          </a:bodyPr>
          <a:lstStyle>
            <a:lvl1pPr indent="-298450" lvl="0" marL="457200" rtl="0">
              <a:spcBef>
                <a:spcPts val="0"/>
              </a:spcBef>
              <a:spcAft>
                <a:spcPts val="0"/>
              </a:spcAft>
              <a:buClr>
                <a:srgbClr val="F3F3F3"/>
              </a:buClr>
              <a:buSzPts val="1100"/>
              <a:buChar char="●"/>
              <a:defRPr sz="1100">
                <a:solidFill>
                  <a:srgbClr val="F3F3F3"/>
                </a:solidFill>
              </a:defRPr>
            </a:lvl1pPr>
            <a:lvl2pPr indent="-298450" lvl="1" marL="914400" rtl="0">
              <a:spcBef>
                <a:spcPts val="0"/>
              </a:spcBef>
              <a:spcAft>
                <a:spcPts val="0"/>
              </a:spcAft>
              <a:buClr>
                <a:srgbClr val="F3F3F3"/>
              </a:buClr>
              <a:buSzPts val="1100"/>
              <a:buChar char="○"/>
              <a:defRPr sz="1100">
                <a:solidFill>
                  <a:srgbClr val="F3F3F3"/>
                </a:solidFill>
              </a:defRPr>
            </a:lvl2pPr>
            <a:lvl3pPr indent="-298450" lvl="2" marL="1371600" rtl="0">
              <a:spcBef>
                <a:spcPts val="0"/>
              </a:spcBef>
              <a:spcAft>
                <a:spcPts val="0"/>
              </a:spcAft>
              <a:buClr>
                <a:srgbClr val="F3F3F3"/>
              </a:buClr>
              <a:buSzPts val="1100"/>
              <a:buChar char="■"/>
              <a:defRPr sz="1100">
                <a:solidFill>
                  <a:srgbClr val="F3F3F3"/>
                </a:solidFill>
              </a:defRPr>
            </a:lvl3pPr>
            <a:lvl4pPr indent="-298450" lvl="3" marL="1828800" rtl="0">
              <a:spcBef>
                <a:spcPts val="0"/>
              </a:spcBef>
              <a:spcAft>
                <a:spcPts val="0"/>
              </a:spcAft>
              <a:buClr>
                <a:srgbClr val="F3F3F3"/>
              </a:buClr>
              <a:buSzPts val="1100"/>
              <a:buChar char="●"/>
              <a:defRPr sz="1100">
                <a:solidFill>
                  <a:srgbClr val="F3F3F3"/>
                </a:solidFill>
              </a:defRPr>
            </a:lvl4pPr>
            <a:lvl5pPr indent="-298450" lvl="4" marL="2286000" rtl="0">
              <a:spcBef>
                <a:spcPts val="0"/>
              </a:spcBef>
              <a:spcAft>
                <a:spcPts val="0"/>
              </a:spcAft>
              <a:buClr>
                <a:srgbClr val="F3F3F3"/>
              </a:buClr>
              <a:buSzPts val="1100"/>
              <a:buChar char="○"/>
              <a:defRPr sz="1100">
                <a:solidFill>
                  <a:srgbClr val="F3F3F3"/>
                </a:solidFill>
              </a:defRPr>
            </a:lvl5pPr>
            <a:lvl6pPr indent="-298450" lvl="5" marL="2743200" rtl="0">
              <a:spcBef>
                <a:spcPts val="0"/>
              </a:spcBef>
              <a:spcAft>
                <a:spcPts val="0"/>
              </a:spcAft>
              <a:buClr>
                <a:srgbClr val="F3F3F3"/>
              </a:buClr>
              <a:buSzPts val="1100"/>
              <a:buChar char="■"/>
              <a:defRPr sz="1100">
                <a:solidFill>
                  <a:srgbClr val="F3F3F3"/>
                </a:solidFill>
              </a:defRPr>
            </a:lvl6pPr>
            <a:lvl7pPr indent="-298450" lvl="6" marL="3200400" rtl="0">
              <a:spcBef>
                <a:spcPts val="0"/>
              </a:spcBef>
              <a:spcAft>
                <a:spcPts val="0"/>
              </a:spcAft>
              <a:buClr>
                <a:srgbClr val="F3F3F3"/>
              </a:buClr>
              <a:buSzPts val="1100"/>
              <a:buChar char="●"/>
              <a:defRPr sz="1100">
                <a:solidFill>
                  <a:srgbClr val="F3F3F3"/>
                </a:solidFill>
              </a:defRPr>
            </a:lvl7pPr>
            <a:lvl8pPr indent="-298450" lvl="7" marL="3657600" rtl="0">
              <a:spcBef>
                <a:spcPts val="0"/>
              </a:spcBef>
              <a:spcAft>
                <a:spcPts val="0"/>
              </a:spcAft>
              <a:buClr>
                <a:srgbClr val="F3F3F3"/>
              </a:buClr>
              <a:buSzPts val="1100"/>
              <a:buChar char="○"/>
              <a:defRPr sz="1100">
                <a:solidFill>
                  <a:srgbClr val="F3F3F3"/>
                </a:solidFill>
              </a:defRPr>
            </a:lvl8pPr>
            <a:lvl9pPr indent="-298450" lvl="8" marL="4114800" rtl="0">
              <a:spcBef>
                <a:spcPts val="0"/>
              </a:spcBef>
              <a:spcAft>
                <a:spcPts val="0"/>
              </a:spcAft>
              <a:buClr>
                <a:srgbClr val="F3F3F3"/>
              </a:buClr>
              <a:buSzPts val="1100"/>
              <a:buChar char="■"/>
              <a:defRPr sz="1100">
                <a:solidFill>
                  <a:srgbClr val="F3F3F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1">
  <p:cSld name="1_Diapositiva de título_1">
    <p:bg>
      <p:bgPr>
        <a:solidFill>
          <a:srgbClr val="F3F3F3"/>
        </a:solidFill>
      </p:bgPr>
    </p:bg>
    <p:spTree>
      <p:nvGrpSpPr>
        <p:cNvPr id="2887" name="Shape 2887"/>
        <p:cNvGrpSpPr/>
        <p:nvPr/>
      </p:nvGrpSpPr>
      <p:grpSpPr>
        <a:xfrm>
          <a:off x="0" y="0"/>
          <a:ext cx="0" cy="0"/>
          <a:chOff x="0" y="0"/>
          <a:chExt cx="0" cy="0"/>
        </a:xfrm>
      </p:grpSpPr>
      <p:sp>
        <p:nvSpPr>
          <p:cNvPr id="2888" name="Google Shape;2888;p38"/>
          <p:cNvSpPr/>
          <p:nvPr/>
        </p:nvSpPr>
        <p:spPr>
          <a:xfrm>
            <a:off x="0" y="1269725"/>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8"/>
          <p:cNvSpPr txBox="1"/>
          <p:nvPr>
            <p:ph type="ctrTitle"/>
          </p:nvPr>
        </p:nvSpPr>
        <p:spPr>
          <a:xfrm flipH="1">
            <a:off x="973175" y="1269725"/>
            <a:ext cx="44535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9pPr>
          </a:lstStyle>
          <a:p/>
        </p:txBody>
      </p:sp>
      <p:sp>
        <p:nvSpPr>
          <p:cNvPr id="2890" name="Google Shape;2890;p38"/>
          <p:cNvSpPr txBox="1"/>
          <p:nvPr>
            <p:ph idx="1" type="subTitle"/>
          </p:nvPr>
        </p:nvSpPr>
        <p:spPr>
          <a:xfrm flipH="1">
            <a:off x="973175" y="2561375"/>
            <a:ext cx="2372400" cy="1241400"/>
          </a:xfrm>
          <a:prstGeom prst="rect">
            <a:avLst/>
          </a:prstGeom>
          <a:noFill/>
          <a:ln>
            <a:noFill/>
          </a:ln>
        </p:spPr>
        <p:txBody>
          <a:bodyPr anchorCtr="0" anchor="t" bIns="34275" lIns="68575" spcFirstLastPara="1" rIns="68575" wrap="square" tIns="34275">
            <a:noAutofit/>
          </a:bodyPr>
          <a:lstStyle>
            <a:lvl1pPr lvl="0" rtl="0">
              <a:lnSpc>
                <a:spcPct val="90000"/>
              </a:lnSpc>
              <a:spcBef>
                <a:spcPts val="800"/>
              </a:spcBef>
              <a:spcAft>
                <a:spcPts val="0"/>
              </a:spcAft>
              <a:buSzPts val="1200"/>
              <a:buFont typeface="Abel"/>
              <a:buNone/>
              <a:defRPr sz="1200">
                <a:latin typeface="Abel"/>
                <a:ea typeface="Abel"/>
                <a:cs typeface="Abel"/>
                <a:sym typeface="Abel"/>
              </a:defRPr>
            </a:lvl1pPr>
            <a:lvl2pPr lvl="1" rtl="0" algn="r">
              <a:lnSpc>
                <a:spcPct val="90000"/>
              </a:lnSpc>
              <a:spcBef>
                <a:spcPts val="400"/>
              </a:spcBef>
              <a:spcAft>
                <a:spcPts val="0"/>
              </a:spcAft>
              <a:buSzPts val="1200"/>
              <a:buFont typeface="Abel"/>
              <a:buNone/>
              <a:defRPr sz="1200">
                <a:latin typeface="Abel"/>
                <a:ea typeface="Abel"/>
                <a:cs typeface="Abel"/>
                <a:sym typeface="Abel"/>
              </a:defRPr>
            </a:lvl2pPr>
            <a:lvl3pPr lvl="2" rtl="0" algn="r">
              <a:lnSpc>
                <a:spcPct val="90000"/>
              </a:lnSpc>
              <a:spcBef>
                <a:spcPts val="400"/>
              </a:spcBef>
              <a:spcAft>
                <a:spcPts val="0"/>
              </a:spcAft>
              <a:buSzPts val="1200"/>
              <a:buFont typeface="Abel"/>
              <a:buNone/>
              <a:defRPr sz="1200">
                <a:latin typeface="Abel"/>
                <a:ea typeface="Abel"/>
                <a:cs typeface="Abel"/>
                <a:sym typeface="Abel"/>
              </a:defRPr>
            </a:lvl3pPr>
            <a:lvl4pPr lvl="3" rtl="0" algn="r">
              <a:lnSpc>
                <a:spcPct val="90000"/>
              </a:lnSpc>
              <a:spcBef>
                <a:spcPts val="400"/>
              </a:spcBef>
              <a:spcAft>
                <a:spcPts val="0"/>
              </a:spcAft>
              <a:buSzPts val="1200"/>
              <a:buFont typeface="Abel"/>
              <a:buNone/>
              <a:defRPr sz="1200">
                <a:latin typeface="Abel"/>
                <a:ea typeface="Abel"/>
                <a:cs typeface="Abel"/>
                <a:sym typeface="Abel"/>
              </a:defRPr>
            </a:lvl4pPr>
            <a:lvl5pPr lvl="4" rtl="0" algn="r">
              <a:lnSpc>
                <a:spcPct val="90000"/>
              </a:lnSpc>
              <a:spcBef>
                <a:spcPts val="400"/>
              </a:spcBef>
              <a:spcAft>
                <a:spcPts val="0"/>
              </a:spcAft>
              <a:buSzPts val="1200"/>
              <a:buFont typeface="Abel"/>
              <a:buNone/>
              <a:defRPr sz="1200">
                <a:latin typeface="Abel"/>
                <a:ea typeface="Abel"/>
                <a:cs typeface="Abel"/>
                <a:sym typeface="Abel"/>
              </a:defRPr>
            </a:lvl5pPr>
            <a:lvl6pPr lvl="5" rtl="0" algn="r">
              <a:lnSpc>
                <a:spcPct val="90000"/>
              </a:lnSpc>
              <a:spcBef>
                <a:spcPts val="400"/>
              </a:spcBef>
              <a:spcAft>
                <a:spcPts val="0"/>
              </a:spcAft>
              <a:buSzPts val="1200"/>
              <a:buFont typeface="Abel"/>
              <a:buNone/>
              <a:defRPr sz="1200">
                <a:latin typeface="Abel"/>
                <a:ea typeface="Abel"/>
                <a:cs typeface="Abel"/>
                <a:sym typeface="Abel"/>
              </a:defRPr>
            </a:lvl6pPr>
            <a:lvl7pPr lvl="6" rtl="0" algn="r">
              <a:lnSpc>
                <a:spcPct val="90000"/>
              </a:lnSpc>
              <a:spcBef>
                <a:spcPts val="400"/>
              </a:spcBef>
              <a:spcAft>
                <a:spcPts val="0"/>
              </a:spcAft>
              <a:buSzPts val="1200"/>
              <a:buFont typeface="Abel"/>
              <a:buNone/>
              <a:defRPr sz="1200">
                <a:latin typeface="Abel"/>
                <a:ea typeface="Abel"/>
                <a:cs typeface="Abel"/>
                <a:sym typeface="Abel"/>
              </a:defRPr>
            </a:lvl7pPr>
            <a:lvl8pPr lvl="7" rtl="0" algn="r">
              <a:lnSpc>
                <a:spcPct val="90000"/>
              </a:lnSpc>
              <a:spcBef>
                <a:spcPts val="400"/>
              </a:spcBef>
              <a:spcAft>
                <a:spcPts val="0"/>
              </a:spcAft>
              <a:buSzPts val="1200"/>
              <a:buFont typeface="Abel"/>
              <a:buNone/>
              <a:defRPr sz="1200">
                <a:latin typeface="Abel"/>
                <a:ea typeface="Abel"/>
                <a:cs typeface="Abel"/>
                <a:sym typeface="Abel"/>
              </a:defRPr>
            </a:lvl8pPr>
            <a:lvl9pPr lvl="8" rtl="0" algn="r">
              <a:lnSpc>
                <a:spcPct val="90000"/>
              </a:lnSpc>
              <a:spcBef>
                <a:spcPts val="400"/>
              </a:spcBef>
              <a:spcAft>
                <a:spcPts val="0"/>
              </a:spcAft>
              <a:buSzPts val="1200"/>
              <a:buFont typeface="Abel"/>
              <a:buNone/>
              <a:defRPr sz="1200">
                <a:latin typeface="Abel"/>
                <a:ea typeface="Abel"/>
                <a:cs typeface="Abel"/>
                <a:sym typeface="Abel"/>
              </a:defRPr>
            </a:lvl9pPr>
          </a:lstStyle>
          <a:p/>
        </p:txBody>
      </p:sp>
      <p:sp>
        <p:nvSpPr>
          <p:cNvPr id="2891" name="Google Shape;2891;p38"/>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1_Título y objetos_4">
    <p:bg>
      <p:bgPr>
        <a:solidFill>
          <a:srgbClr val="F3F3F3"/>
        </a:solidFill>
      </p:bgPr>
    </p:bg>
    <p:spTree>
      <p:nvGrpSpPr>
        <p:cNvPr id="2892" name="Shape 2892"/>
        <p:cNvGrpSpPr/>
        <p:nvPr/>
      </p:nvGrpSpPr>
      <p:grpSpPr>
        <a:xfrm>
          <a:off x="0" y="0"/>
          <a:ext cx="0" cy="0"/>
          <a:chOff x="0" y="0"/>
          <a:chExt cx="0" cy="0"/>
        </a:xfrm>
      </p:grpSpPr>
      <p:sp>
        <p:nvSpPr>
          <p:cNvPr id="2893" name="Google Shape;2893;p39"/>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4" name="Google Shape;2894;p39"/>
          <p:cNvSpPr/>
          <p:nvPr/>
        </p:nvSpPr>
        <p:spPr>
          <a:xfrm>
            <a:off x="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9"/>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9"/>
          <p:cNvSpPr txBox="1"/>
          <p:nvPr>
            <p:ph idx="1" type="subTitle"/>
          </p:nvPr>
        </p:nvSpPr>
        <p:spPr>
          <a:xfrm flipH="1">
            <a:off x="2770106"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7" name="Google Shape;2897;p39"/>
          <p:cNvSpPr txBox="1"/>
          <p:nvPr>
            <p:ph idx="2" type="subTitle"/>
          </p:nvPr>
        </p:nvSpPr>
        <p:spPr>
          <a:xfrm flipH="1">
            <a:off x="4691069" y="1902462"/>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8" name="Google Shape;2898;p39"/>
          <p:cNvSpPr txBox="1"/>
          <p:nvPr>
            <p:ph idx="3" type="subTitle"/>
          </p:nvPr>
        </p:nvSpPr>
        <p:spPr>
          <a:xfrm flipH="1">
            <a:off x="6612050"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9" name="Google Shape;2899;p39"/>
          <p:cNvSpPr txBox="1"/>
          <p:nvPr>
            <p:ph idx="4" type="subTitle"/>
          </p:nvPr>
        </p:nvSpPr>
        <p:spPr>
          <a:xfrm flipH="1">
            <a:off x="2770106"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0" name="Google Shape;2900;p39"/>
          <p:cNvSpPr txBox="1"/>
          <p:nvPr>
            <p:ph idx="5" type="subTitle"/>
          </p:nvPr>
        </p:nvSpPr>
        <p:spPr>
          <a:xfrm flipH="1">
            <a:off x="4691069"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1" name="Google Shape;2901;p39"/>
          <p:cNvSpPr txBox="1"/>
          <p:nvPr>
            <p:ph idx="6" type="subTitle"/>
          </p:nvPr>
        </p:nvSpPr>
        <p:spPr>
          <a:xfrm flipH="1">
            <a:off x="6612050"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1_1">
    <p:bg>
      <p:bgPr>
        <a:solidFill>
          <a:srgbClr val="F3F3F3"/>
        </a:solidFill>
      </p:bgPr>
    </p:bg>
    <p:spTree>
      <p:nvGrpSpPr>
        <p:cNvPr id="2902" name="Shape 2902"/>
        <p:cNvGrpSpPr/>
        <p:nvPr/>
      </p:nvGrpSpPr>
      <p:grpSpPr>
        <a:xfrm>
          <a:off x="0" y="0"/>
          <a:ext cx="0" cy="0"/>
          <a:chOff x="0" y="0"/>
          <a:chExt cx="0" cy="0"/>
        </a:xfrm>
      </p:grpSpPr>
      <p:sp>
        <p:nvSpPr>
          <p:cNvPr id="2903" name="Google Shape;2903;p40"/>
          <p:cNvSpPr txBox="1"/>
          <p:nvPr>
            <p:ph type="ctrTitle"/>
          </p:nvPr>
        </p:nvSpPr>
        <p:spPr>
          <a:xfrm>
            <a:off x="917900" y="1782500"/>
            <a:ext cx="7479600" cy="15786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SzPts val="3000"/>
              <a:buNone/>
              <a:defRPr sz="3000"/>
            </a:lvl1pPr>
            <a:lvl2pPr lvl="1" rtl="0" algn="ctr">
              <a:spcBef>
                <a:spcPts val="0"/>
              </a:spcBef>
              <a:spcAft>
                <a:spcPts val="0"/>
              </a:spcAft>
              <a:buSzPts val="3000"/>
              <a:buFont typeface="Fjalla One"/>
              <a:buNone/>
              <a:defRPr sz="3000">
                <a:latin typeface="Fjalla One"/>
                <a:ea typeface="Fjalla One"/>
                <a:cs typeface="Fjalla One"/>
                <a:sym typeface="Fjalla One"/>
              </a:defRPr>
            </a:lvl2pPr>
            <a:lvl3pPr lvl="2" rtl="0" algn="ctr">
              <a:spcBef>
                <a:spcPts val="0"/>
              </a:spcBef>
              <a:spcAft>
                <a:spcPts val="0"/>
              </a:spcAft>
              <a:buSzPts val="3000"/>
              <a:buFont typeface="Fjalla One"/>
              <a:buNone/>
              <a:defRPr sz="3000">
                <a:latin typeface="Fjalla One"/>
                <a:ea typeface="Fjalla One"/>
                <a:cs typeface="Fjalla One"/>
                <a:sym typeface="Fjalla One"/>
              </a:defRPr>
            </a:lvl3pPr>
            <a:lvl4pPr lvl="3" rtl="0" algn="ctr">
              <a:spcBef>
                <a:spcPts val="0"/>
              </a:spcBef>
              <a:spcAft>
                <a:spcPts val="0"/>
              </a:spcAft>
              <a:buSzPts val="3000"/>
              <a:buFont typeface="Fjalla One"/>
              <a:buNone/>
              <a:defRPr sz="3000">
                <a:latin typeface="Fjalla One"/>
                <a:ea typeface="Fjalla One"/>
                <a:cs typeface="Fjalla One"/>
                <a:sym typeface="Fjalla One"/>
              </a:defRPr>
            </a:lvl4pPr>
            <a:lvl5pPr lvl="4" rtl="0" algn="ctr">
              <a:spcBef>
                <a:spcPts val="0"/>
              </a:spcBef>
              <a:spcAft>
                <a:spcPts val="0"/>
              </a:spcAft>
              <a:buSzPts val="3000"/>
              <a:buFont typeface="Fjalla One"/>
              <a:buNone/>
              <a:defRPr sz="3000">
                <a:latin typeface="Fjalla One"/>
                <a:ea typeface="Fjalla One"/>
                <a:cs typeface="Fjalla One"/>
                <a:sym typeface="Fjalla One"/>
              </a:defRPr>
            </a:lvl5pPr>
            <a:lvl6pPr lvl="5" rtl="0" algn="ctr">
              <a:spcBef>
                <a:spcPts val="0"/>
              </a:spcBef>
              <a:spcAft>
                <a:spcPts val="0"/>
              </a:spcAft>
              <a:buSzPts val="3000"/>
              <a:buFont typeface="Fjalla One"/>
              <a:buNone/>
              <a:defRPr sz="3000">
                <a:latin typeface="Fjalla One"/>
                <a:ea typeface="Fjalla One"/>
                <a:cs typeface="Fjalla One"/>
                <a:sym typeface="Fjalla One"/>
              </a:defRPr>
            </a:lvl6pPr>
            <a:lvl7pPr lvl="6" rtl="0" algn="ctr">
              <a:spcBef>
                <a:spcPts val="0"/>
              </a:spcBef>
              <a:spcAft>
                <a:spcPts val="0"/>
              </a:spcAft>
              <a:buSzPts val="3000"/>
              <a:buFont typeface="Fjalla One"/>
              <a:buNone/>
              <a:defRPr sz="3000">
                <a:latin typeface="Fjalla One"/>
                <a:ea typeface="Fjalla One"/>
                <a:cs typeface="Fjalla One"/>
                <a:sym typeface="Fjalla One"/>
              </a:defRPr>
            </a:lvl7pPr>
            <a:lvl8pPr lvl="7" rtl="0" algn="ctr">
              <a:spcBef>
                <a:spcPts val="0"/>
              </a:spcBef>
              <a:spcAft>
                <a:spcPts val="0"/>
              </a:spcAft>
              <a:buSzPts val="3000"/>
              <a:buFont typeface="Fjalla One"/>
              <a:buNone/>
              <a:defRPr sz="3000">
                <a:latin typeface="Fjalla One"/>
                <a:ea typeface="Fjalla One"/>
                <a:cs typeface="Fjalla One"/>
                <a:sym typeface="Fjalla One"/>
              </a:defRPr>
            </a:lvl8pPr>
            <a:lvl9pPr lvl="8" rtl="0" algn="ctr">
              <a:spcBef>
                <a:spcPts val="0"/>
              </a:spcBef>
              <a:spcAft>
                <a:spcPts val="0"/>
              </a:spcAft>
              <a:buSzPts val="3000"/>
              <a:buFont typeface="Fjalla One"/>
              <a:buNone/>
              <a:defRPr sz="3000">
                <a:latin typeface="Fjalla One"/>
                <a:ea typeface="Fjalla One"/>
                <a:cs typeface="Fjalla One"/>
                <a:sym typeface="Fjalla One"/>
              </a:defRPr>
            </a:lvl9pPr>
          </a:lstStyle>
          <a:p/>
        </p:txBody>
      </p:sp>
      <p:sp>
        <p:nvSpPr>
          <p:cNvPr id="2904" name="Google Shape;2904;p40"/>
          <p:cNvSpPr/>
          <p:nvPr/>
        </p:nvSpPr>
        <p:spPr>
          <a:xfrm flipH="1">
            <a:off x="842130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0"/>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6_Título y objetos_1">
    <p:bg>
      <p:bgPr>
        <a:solidFill>
          <a:srgbClr val="F3F3F3"/>
        </a:solidFill>
      </p:bgPr>
    </p:bg>
    <p:spTree>
      <p:nvGrpSpPr>
        <p:cNvPr id="2906" name="Shape 2906"/>
        <p:cNvGrpSpPr/>
        <p:nvPr/>
      </p:nvGrpSpPr>
      <p:grpSpPr>
        <a:xfrm>
          <a:off x="0" y="0"/>
          <a:ext cx="0" cy="0"/>
          <a:chOff x="0" y="0"/>
          <a:chExt cx="0" cy="0"/>
        </a:xfrm>
      </p:grpSpPr>
      <p:sp>
        <p:nvSpPr>
          <p:cNvPr id="2907" name="Google Shape;2907;p41"/>
          <p:cNvSpPr txBox="1"/>
          <p:nvPr>
            <p:ph idx="1" type="subTitle"/>
          </p:nvPr>
        </p:nvSpPr>
        <p:spPr>
          <a:xfrm flipH="1">
            <a:off x="5700350" y="3844606"/>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08" name="Google Shape;2908;p41"/>
          <p:cNvSpPr txBox="1"/>
          <p:nvPr>
            <p:ph idx="2" type="subTitle"/>
          </p:nvPr>
        </p:nvSpPr>
        <p:spPr>
          <a:xfrm flipH="1">
            <a:off x="3483875" y="3844619"/>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09" name="Google Shape;2909;p41"/>
          <p:cNvSpPr txBox="1"/>
          <p:nvPr>
            <p:ph idx="3" type="subTitle"/>
          </p:nvPr>
        </p:nvSpPr>
        <p:spPr>
          <a:xfrm flipH="1">
            <a:off x="5700350" y="3498233"/>
            <a:ext cx="1426500" cy="34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10" name="Google Shape;2910;p41"/>
          <p:cNvSpPr txBox="1"/>
          <p:nvPr>
            <p:ph idx="4" type="subTitle"/>
          </p:nvPr>
        </p:nvSpPr>
        <p:spPr>
          <a:xfrm flipH="1">
            <a:off x="3483875" y="3505107"/>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11" name="Google Shape;2911;p41"/>
          <p:cNvSpPr/>
          <p:nvPr/>
        </p:nvSpPr>
        <p:spPr>
          <a:xfrm>
            <a:off x="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1"/>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13" name="Google Shape;2913;p41"/>
          <p:cNvSpPr txBox="1"/>
          <p:nvPr>
            <p:ph idx="5" type="subTitle"/>
          </p:nvPr>
        </p:nvSpPr>
        <p:spPr>
          <a:xfrm flipH="1">
            <a:off x="5700350" y="1292869"/>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14" name="Google Shape;2914;p41"/>
          <p:cNvSpPr txBox="1"/>
          <p:nvPr>
            <p:ph idx="6" type="subTitle"/>
          </p:nvPr>
        </p:nvSpPr>
        <p:spPr>
          <a:xfrm flipH="1">
            <a:off x="3483875" y="1292869"/>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15" name="Google Shape;2915;p41"/>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1"/>
          <p:cNvSpPr txBox="1"/>
          <p:nvPr>
            <p:ph idx="7" type="subTitle"/>
          </p:nvPr>
        </p:nvSpPr>
        <p:spPr>
          <a:xfrm flipH="1">
            <a:off x="5700350" y="1635481"/>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17" name="Google Shape;2917;p41"/>
          <p:cNvSpPr txBox="1"/>
          <p:nvPr>
            <p:ph idx="8" type="subTitle"/>
          </p:nvPr>
        </p:nvSpPr>
        <p:spPr>
          <a:xfrm flipH="1">
            <a:off x="3483875" y="1635494"/>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2">
    <p:spTree>
      <p:nvGrpSpPr>
        <p:cNvPr id="2918" name="Shape 2918"/>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p:cSld name="Título y objetos_1">
    <p:bg>
      <p:bgPr>
        <a:solidFill>
          <a:srgbClr val="F3F3F3"/>
        </a:solidFill>
      </p:bgPr>
    </p:bg>
    <p:spTree>
      <p:nvGrpSpPr>
        <p:cNvPr id="2919" name="Shape 2919"/>
        <p:cNvGrpSpPr/>
        <p:nvPr/>
      </p:nvGrpSpPr>
      <p:grpSpPr>
        <a:xfrm>
          <a:off x="0" y="0"/>
          <a:ext cx="0" cy="0"/>
          <a:chOff x="0" y="0"/>
          <a:chExt cx="0" cy="0"/>
        </a:xfrm>
      </p:grpSpPr>
      <p:sp>
        <p:nvSpPr>
          <p:cNvPr id="2920" name="Google Shape;2920;p43"/>
          <p:cNvSpPr/>
          <p:nvPr/>
        </p:nvSpPr>
        <p:spPr>
          <a:xfrm>
            <a:off x="4946719"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3"/>
          <p:cNvSpPr/>
          <p:nvPr/>
        </p:nvSpPr>
        <p:spPr>
          <a:xfrm>
            <a:off x="4672150" y="0"/>
            <a:ext cx="1148100" cy="40857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3"/>
          <p:cNvSpPr txBox="1"/>
          <p:nvPr>
            <p:ph idx="1" type="subTitle"/>
          </p:nvPr>
        </p:nvSpPr>
        <p:spPr>
          <a:xfrm>
            <a:off x="5902894" y="3135671"/>
            <a:ext cx="2025000" cy="4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600"/>
              <a:buNone/>
              <a:defRPr sz="1200">
                <a:solidFill>
                  <a:srgbClr val="F3F3F3"/>
                </a:solidFill>
                <a:latin typeface="Abel"/>
                <a:ea typeface="Abel"/>
                <a:cs typeface="Abel"/>
                <a:sym typeface="Abel"/>
              </a:defRPr>
            </a:lvl1pPr>
            <a:lvl2pPr lvl="1" rtl="0">
              <a:lnSpc>
                <a:spcPct val="100000"/>
              </a:lnSpc>
              <a:spcBef>
                <a:spcPts val="0"/>
              </a:spcBef>
              <a:spcAft>
                <a:spcPts val="0"/>
              </a:spcAft>
              <a:buClr>
                <a:srgbClr val="F3F3F3"/>
              </a:buClr>
              <a:buSzPts val="1600"/>
              <a:buNone/>
              <a:defRPr>
                <a:solidFill>
                  <a:srgbClr val="F3F3F3"/>
                </a:solidFill>
              </a:defRPr>
            </a:lvl2pPr>
            <a:lvl3pPr lvl="2" rtl="0">
              <a:lnSpc>
                <a:spcPct val="100000"/>
              </a:lnSpc>
              <a:spcBef>
                <a:spcPts val="0"/>
              </a:spcBef>
              <a:spcAft>
                <a:spcPts val="0"/>
              </a:spcAft>
              <a:buClr>
                <a:srgbClr val="F3F3F3"/>
              </a:buClr>
              <a:buSzPts val="1600"/>
              <a:buNone/>
              <a:defRPr>
                <a:solidFill>
                  <a:srgbClr val="F3F3F3"/>
                </a:solidFill>
              </a:defRPr>
            </a:lvl3pPr>
            <a:lvl4pPr lvl="3" rtl="0">
              <a:lnSpc>
                <a:spcPct val="100000"/>
              </a:lnSpc>
              <a:spcBef>
                <a:spcPts val="0"/>
              </a:spcBef>
              <a:spcAft>
                <a:spcPts val="0"/>
              </a:spcAft>
              <a:buClr>
                <a:srgbClr val="F3F3F3"/>
              </a:buClr>
              <a:buSzPts val="1600"/>
              <a:buNone/>
              <a:defRPr>
                <a:solidFill>
                  <a:srgbClr val="F3F3F3"/>
                </a:solidFill>
              </a:defRPr>
            </a:lvl4pPr>
            <a:lvl5pPr lvl="4" rtl="0">
              <a:lnSpc>
                <a:spcPct val="100000"/>
              </a:lnSpc>
              <a:spcBef>
                <a:spcPts val="0"/>
              </a:spcBef>
              <a:spcAft>
                <a:spcPts val="0"/>
              </a:spcAft>
              <a:buClr>
                <a:srgbClr val="F3F3F3"/>
              </a:buClr>
              <a:buSzPts val="1600"/>
              <a:buNone/>
              <a:defRPr>
                <a:solidFill>
                  <a:srgbClr val="F3F3F3"/>
                </a:solidFill>
              </a:defRPr>
            </a:lvl5pPr>
            <a:lvl6pPr lvl="5" rtl="0">
              <a:lnSpc>
                <a:spcPct val="100000"/>
              </a:lnSpc>
              <a:spcBef>
                <a:spcPts val="0"/>
              </a:spcBef>
              <a:spcAft>
                <a:spcPts val="0"/>
              </a:spcAft>
              <a:buClr>
                <a:srgbClr val="F3F3F3"/>
              </a:buClr>
              <a:buSzPts val="900"/>
              <a:buNone/>
              <a:defRPr sz="900">
                <a:solidFill>
                  <a:srgbClr val="F3F3F3"/>
                </a:solidFill>
              </a:defRPr>
            </a:lvl6pPr>
            <a:lvl7pPr lvl="6" rtl="0">
              <a:lnSpc>
                <a:spcPct val="100000"/>
              </a:lnSpc>
              <a:spcBef>
                <a:spcPts val="0"/>
              </a:spcBef>
              <a:spcAft>
                <a:spcPts val="0"/>
              </a:spcAft>
              <a:buClr>
                <a:srgbClr val="F3F3F3"/>
              </a:buClr>
              <a:buSzPts val="900"/>
              <a:buNone/>
              <a:defRPr sz="900">
                <a:solidFill>
                  <a:srgbClr val="F3F3F3"/>
                </a:solidFill>
              </a:defRPr>
            </a:lvl7pPr>
            <a:lvl8pPr lvl="7" rtl="0">
              <a:lnSpc>
                <a:spcPct val="100000"/>
              </a:lnSpc>
              <a:spcBef>
                <a:spcPts val="0"/>
              </a:spcBef>
              <a:spcAft>
                <a:spcPts val="0"/>
              </a:spcAft>
              <a:buClr>
                <a:srgbClr val="F3F3F3"/>
              </a:buClr>
              <a:buSzPts val="900"/>
              <a:buNone/>
              <a:defRPr sz="900">
                <a:solidFill>
                  <a:srgbClr val="F3F3F3"/>
                </a:solidFill>
              </a:defRPr>
            </a:lvl8pPr>
            <a:lvl9pPr lvl="8" rtl="0">
              <a:lnSpc>
                <a:spcPct val="100000"/>
              </a:lnSpc>
              <a:spcBef>
                <a:spcPts val="0"/>
              </a:spcBef>
              <a:spcAft>
                <a:spcPts val="0"/>
              </a:spcAft>
              <a:buClr>
                <a:srgbClr val="F3F3F3"/>
              </a:buClr>
              <a:buSzPts val="900"/>
              <a:buNone/>
              <a:defRPr sz="900">
                <a:solidFill>
                  <a:srgbClr val="F3F3F3"/>
                </a:solidFill>
              </a:defRPr>
            </a:lvl9pPr>
          </a:lstStyle>
          <a:p/>
        </p:txBody>
      </p:sp>
      <p:sp>
        <p:nvSpPr>
          <p:cNvPr id="2923" name="Google Shape;2923;p43"/>
          <p:cNvSpPr txBox="1"/>
          <p:nvPr>
            <p:ph hasCustomPrompt="1" type="title"/>
          </p:nvPr>
        </p:nvSpPr>
        <p:spPr>
          <a:xfrm>
            <a:off x="4475975" y="2495925"/>
            <a:ext cx="1276800" cy="864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3F3F3"/>
              </a:buClr>
              <a:buSzPts val="4800"/>
              <a:buNone/>
              <a:defRPr sz="4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2pPr>
            <a:lvl3pPr lvl="2"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3pPr>
            <a:lvl4pPr lvl="3"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4pPr>
            <a:lvl5pPr lvl="4"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5pPr>
            <a:lvl6pPr lvl="5"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6pPr>
            <a:lvl7pPr lvl="6"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7pPr>
            <a:lvl8pPr lvl="7"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8pPr>
            <a:lvl9pPr lvl="8"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9pPr>
          </a:lstStyle>
          <a:p>
            <a:r>
              <a:t>xx%</a:t>
            </a:r>
          </a:p>
        </p:txBody>
      </p:sp>
      <p:sp>
        <p:nvSpPr>
          <p:cNvPr id="2924" name="Google Shape;2924;p43"/>
          <p:cNvSpPr/>
          <p:nvPr/>
        </p:nvSpPr>
        <p:spPr>
          <a:xfrm>
            <a:off x="0" y="0"/>
            <a:ext cx="24219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3"/>
          <p:cNvSpPr txBox="1"/>
          <p:nvPr>
            <p:ph idx="2" type="ctrTitle"/>
          </p:nvPr>
        </p:nvSpPr>
        <p:spPr>
          <a:xfrm flipH="1">
            <a:off x="5902850" y="2049670"/>
            <a:ext cx="24729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9pPr>
          </a:lstStyle>
          <a:p/>
        </p:txBody>
      </p:sp>
    </p:spTree>
  </p:cSld>
  <p:clrMapOvr>
    <a:masterClrMapping/>
  </p:clrMapOvr>
  <p:extLst>
    <p:ext uri="{DCECCB84-F9BA-43D5-87BE-67443E8EF086}">
      <p15:sldGuideLst>
        <p15:guide id="1" orient="horz" pos="986">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1_Título y objetos_4_2_1_1">
    <p:bg>
      <p:bgPr>
        <a:solidFill>
          <a:srgbClr val="F3F3F3"/>
        </a:solidFill>
      </p:bgPr>
    </p:bg>
    <p:spTree>
      <p:nvGrpSpPr>
        <p:cNvPr id="2926" name="Shape 2926"/>
        <p:cNvGrpSpPr/>
        <p:nvPr/>
      </p:nvGrpSpPr>
      <p:grpSpPr>
        <a:xfrm>
          <a:off x="0" y="0"/>
          <a:ext cx="0" cy="0"/>
          <a:chOff x="0" y="0"/>
          <a:chExt cx="0" cy="0"/>
        </a:xfrm>
      </p:grpSpPr>
      <p:sp>
        <p:nvSpPr>
          <p:cNvPr id="2927" name="Google Shape;2927;p44"/>
          <p:cNvSpPr txBox="1"/>
          <p:nvPr>
            <p:ph type="ctrTitle"/>
          </p:nvPr>
        </p:nvSpPr>
        <p:spPr>
          <a:xfrm flipH="1">
            <a:off x="5711003" y="955400"/>
            <a:ext cx="2737800" cy="1241400"/>
          </a:xfrm>
          <a:prstGeom prst="rect">
            <a:avLst/>
          </a:prstGeom>
          <a:noFill/>
          <a:ln>
            <a:noFill/>
          </a:ln>
        </p:spPr>
        <p:txBody>
          <a:bodyPr anchorCtr="0" anchor="b" bIns="34275" lIns="68575" spcFirstLastPara="1" rIns="68575" wrap="square" tIns="34275">
            <a:noAutofit/>
          </a:bodyPr>
          <a:lstStyle>
            <a:lvl1pPr lvl="0" rtl="0" algn="r">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928" name="Google Shape;2928;p44"/>
          <p:cNvSpPr txBox="1"/>
          <p:nvPr>
            <p:ph idx="1" type="subTitle"/>
          </p:nvPr>
        </p:nvSpPr>
        <p:spPr>
          <a:xfrm flipH="1">
            <a:off x="5900011" y="2967450"/>
            <a:ext cx="2548800" cy="564900"/>
          </a:xfrm>
          <a:prstGeom prst="rect">
            <a:avLst/>
          </a:prstGeom>
          <a:noFill/>
          <a:ln>
            <a:noFill/>
          </a:ln>
        </p:spPr>
        <p:txBody>
          <a:bodyPr anchorCtr="0" anchor="t" bIns="34275" lIns="68575" spcFirstLastPara="1" rIns="68575" wrap="square" tIns="34275">
            <a:noAutofit/>
          </a:bodyPr>
          <a:lstStyle>
            <a:lvl1pPr lvl="0" rtl="0" algn="r">
              <a:lnSpc>
                <a:spcPct val="90000"/>
              </a:lnSpc>
              <a:spcBef>
                <a:spcPts val="0"/>
              </a:spcBef>
              <a:spcAft>
                <a:spcPts val="0"/>
              </a:spcAft>
              <a:buSzPts val="1200"/>
              <a:buNone/>
              <a:defRPr sz="1200">
                <a:latin typeface="Abel"/>
                <a:ea typeface="Abel"/>
                <a:cs typeface="Abel"/>
                <a:sym typeface="Abel"/>
              </a:defRPr>
            </a:lvl1pPr>
            <a:lvl2pPr lvl="1" rtl="0" algn="r">
              <a:lnSpc>
                <a:spcPct val="90000"/>
              </a:lnSpc>
              <a:spcBef>
                <a:spcPts val="400"/>
              </a:spcBef>
              <a:spcAft>
                <a:spcPts val="0"/>
              </a:spcAft>
              <a:buSzPts val="1500"/>
              <a:buNone/>
              <a:defRPr sz="1500"/>
            </a:lvl2pPr>
            <a:lvl3pPr lvl="2" rtl="0" algn="r">
              <a:lnSpc>
                <a:spcPct val="90000"/>
              </a:lnSpc>
              <a:spcBef>
                <a:spcPts val="400"/>
              </a:spcBef>
              <a:spcAft>
                <a:spcPts val="0"/>
              </a:spcAft>
              <a:buSzPts val="1400"/>
              <a:buNone/>
              <a:defRPr sz="1400"/>
            </a:lvl3pPr>
            <a:lvl4pPr lvl="3" rtl="0" algn="r">
              <a:lnSpc>
                <a:spcPct val="90000"/>
              </a:lnSpc>
              <a:spcBef>
                <a:spcPts val="400"/>
              </a:spcBef>
              <a:spcAft>
                <a:spcPts val="0"/>
              </a:spcAft>
              <a:buSzPts val="1200"/>
              <a:buNone/>
              <a:defRPr sz="1200"/>
            </a:lvl4pPr>
            <a:lvl5pPr lvl="4" rtl="0" algn="r">
              <a:lnSpc>
                <a:spcPct val="90000"/>
              </a:lnSpc>
              <a:spcBef>
                <a:spcPts val="400"/>
              </a:spcBef>
              <a:spcAft>
                <a:spcPts val="0"/>
              </a:spcAft>
              <a:buSzPts val="1200"/>
              <a:buNone/>
              <a:defRPr sz="1200"/>
            </a:lvl5pPr>
            <a:lvl6pPr lvl="5" rtl="0" algn="r">
              <a:lnSpc>
                <a:spcPct val="90000"/>
              </a:lnSpc>
              <a:spcBef>
                <a:spcPts val="400"/>
              </a:spcBef>
              <a:spcAft>
                <a:spcPts val="0"/>
              </a:spcAft>
              <a:buSzPts val="1200"/>
              <a:buNone/>
              <a:defRPr sz="1200"/>
            </a:lvl6pPr>
            <a:lvl7pPr lvl="6" rtl="0" algn="r">
              <a:lnSpc>
                <a:spcPct val="90000"/>
              </a:lnSpc>
              <a:spcBef>
                <a:spcPts val="400"/>
              </a:spcBef>
              <a:spcAft>
                <a:spcPts val="0"/>
              </a:spcAft>
              <a:buSzPts val="1200"/>
              <a:buNone/>
              <a:defRPr sz="1200"/>
            </a:lvl7pPr>
            <a:lvl8pPr lvl="7" rtl="0" algn="r">
              <a:lnSpc>
                <a:spcPct val="90000"/>
              </a:lnSpc>
              <a:spcBef>
                <a:spcPts val="400"/>
              </a:spcBef>
              <a:spcAft>
                <a:spcPts val="0"/>
              </a:spcAft>
              <a:buSzPts val="1200"/>
              <a:buNone/>
              <a:defRPr sz="1200"/>
            </a:lvl8pPr>
            <a:lvl9pPr lvl="8" rtl="0" algn="r">
              <a:lnSpc>
                <a:spcPct val="90000"/>
              </a:lnSpc>
              <a:spcBef>
                <a:spcPts val="400"/>
              </a:spcBef>
              <a:spcAft>
                <a:spcPts val="0"/>
              </a:spcAft>
              <a:buSzPts val="1200"/>
              <a:buNone/>
              <a:defRPr sz="1200"/>
            </a:lvl9pPr>
          </a:lstStyle>
          <a:p/>
        </p:txBody>
      </p:sp>
      <p:sp>
        <p:nvSpPr>
          <p:cNvPr id="2929" name="Google Shape;2929;p44"/>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4"/>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1.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3225" y="530352"/>
            <a:ext cx="7717500" cy="365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1pPr>
            <a:lvl2pPr indent="-330200" lvl="1" marL="914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2pPr>
            <a:lvl3pPr indent="-330200" lvl="2" marL="1371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3pPr>
            <a:lvl4pPr indent="-330200" lvl="3" marL="1828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4pPr>
            <a:lvl5pPr indent="-330200" lvl="4" marL="22860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5pPr>
            <a:lvl6pPr indent="-330200" lvl="5" marL="2743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6pPr>
            <a:lvl7pPr indent="-330200" lvl="6" marL="3200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7pPr>
            <a:lvl8pPr indent="-330200" lvl="7" marL="3657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8pPr>
            <a:lvl9pPr indent="-330200" lvl="8" marL="4114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 Id="rId3" Type="http://schemas.openxmlformats.org/officeDocument/2006/relationships/image" Target="../media/image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8.xml"/><Relationship Id="rId3" Type="http://schemas.openxmlformats.org/officeDocument/2006/relationships/hyperlink" Target="http://drive.google.com/file/d/1HD2MKErrXjrsdbGnbZrMBUnH0ri--ug5/view" TargetMode="Externa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1.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 Id="rId3" Type="http://schemas.openxmlformats.org/officeDocument/2006/relationships/image" Target="../media/image7.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 Id="rId3" Type="http://schemas.openxmlformats.org/officeDocument/2006/relationships/image" Target="../media/image12.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 Id="rId3" Type="http://schemas.openxmlformats.org/officeDocument/2006/relationships/image" Target="../media/image19.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 Id="rId3" Type="http://schemas.openxmlformats.org/officeDocument/2006/relationships/image" Target="../media/image15.gif"/><Relationship Id="rId4" Type="http://schemas.openxmlformats.org/officeDocument/2006/relationships/image" Target="../media/image23.gif"/><Relationship Id="rId5" Type="http://schemas.openxmlformats.org/officeDocument/2006/relationships/image" Target="../media/image22.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5.xml"/><Relationship Id="rId3" Type="http://schemas.openxmlformats.org/officeDocument/2006/relationships/image" Target="../media/image30.gif"/><Relationship Id="rId4" Type="http://schemas.openxmlformats.org/officeDocument/2006/relationships/image" Target="../media/image31.gif"/><Relationship Id="rId5" Type="http://schemas.openxmlformats.org/officeDocument/2006/relationships/image" Target="../media/image24.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 Id="rId3" Type="http://schemas.openxmlformats.org/officeDocument/2006/relationships/image" Target="../media/image29.gif"/><Relationship Id="rId4" Type="http://schemas.openxmlformats.org/officeDocument/2006/relationships/image" Target="../media/image28.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4" name="Shape 2934"/>
        <p:cNvGrpSpPr/>
        <p:nvPr/>
      </p:nvGrpSpPr>
      <p:grpSpPr>
        <a:xfrm>
          <a:off x="0" y="0"/>
          <a:ext cx="0" cy="0"/>
          <a:chOff x="0" y="0"/>
          <a:chExt cx="0" cy="0"/>
        </a:xfrm>
      </p:grpSpPr>
      <p:sp>
        <p:nvSpPr>
          <p:cNvPr id="2935" name="Google Shape;2935;p45"/>
          <p:cNvSpPr txBox="1"/>
          <p:nvPr>
            <p:ph idx="1" type="subTitle"/>
          </p:nvPr>
        </p:nvSpPr>
        <p:spPr>
          <a:xfrm>
            <a:off x="4304753" y="3981274"/>
            <a:ext cx="3442200" cy="5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 by </a:t>
            </a:r>
            <a:r>
              <a:rPr b="1" lang="en"/>
              <a:t>Chi Nguyen</a:t>
            </a:r>
            <a:endParaRPr b="1"/>
          </a:p>
        </p:txBody>
      </p:sp>
      <p:sp>
        <p:nvSpPr>
          <p:cNvPr id="2936" name="Google Shape;2936;p45"/>
          <p:cNvSpPr txBox="1"/>
          <p:nvPr>
            <p:ph type="ctrTitle"/>
          </p:nvPr>
        </p:nvSpPr>
        <p:spPr>
          <a:xfrm>
            <a:off x="4304753" y="1706651"/>
            <a:ext cx="4114800" cy="13716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800"/>
              <a:t>Human - Computer</a:t>
            </a:r>
            <a:endParaRPr sz="3800"/>
          </a:p>
          <a:p>
            <a:pPr indent="0" lvl="0" marL="0" rtl="0" algn="l">
              <a:spcBef>
                <a:spcPts val="0"/>
              </a:spcBef>
              <a:spcAft>
                <a:spcPts val="0"/>
              </a:spcAft>
              <a:buNone/>
            </a:pPr>
            <a:r>
              <a:rPr lang="en" sz="3800"/>
              <a:t>Interaction</a:t>
            </a:r>
            <a:endParaRPr sz="3800"/>
          </a:p>
        </p:txBody>
      </p:sp>
      <p:sp>
        <p:nvSpPr>
          <p:cNvPr id="2937" name="Google Shape;2937;p45"/>
          <p:cNvSpPr/>
          <p:nvPr/>
        </p:nvSpPr>
        <p:spPr>
          <a:xfrm>
            <a:off x="1252001" y="3089798"/>
            <a:ext cx="190181" cy="91179"/>
          </a:xfrm>
          <a:custGeom>
            <a:rect b="b" l="l" r="r" t="t"/>
            <a:pathLst>
              <a:path extrusionOk="0" h="1352" w="2820">
                <a:moveTo>
                  <a:pt x="2681" y="0"/>
                </a:moveTo>
                <a:cubicBezTo>
                  <a:pt x="1393" y="0"/>
                  <a:pt x="17" y="1299"/>
                  <a:pt x="0" y="1312"/>
                </a:cubicBezTo>
                <a:lnTo>
                  <a:pt x="37" y="1352"/>
                </a:lnTo>
                <a:cubicBezTo>
                  <a:pt x="53" y="1339"/>
                  <a:pt x="1410" y="56"/>
                  <a:pt x="2673" y="56"/>
                </a:cubicBezTo>
                <a:cubicBezTo>
                  <a:pt x="2719" y="56"/>
                  <a:pt x="2767" y="59"/>
                  <a:pt x="2813" y="63"/>
                </a:cubicBezTo>
                <a:lnTo>
                  <a:pt x="2820" y="6"/>
                </a:lnTo>
                <a:cubicBezTo>
                  <a:pt x="2774" y="2"/>
                  <a:pt x="2727" y="0"/>
                  <a:pt x="26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8" name="Google Shape;2938;p45"/>
          <p:cNvPicPr preferRelativeResize="0"/>
          <p:nvPr/>
        </p:nvPicPr>
        <p:blipFill rotWithShape="1">
          <a:blip r:embed="rId3">
            <a:alphaModFix/>
          </a:blip>
          <a:srcRect b="30194" l="16779" r="16792" t="30186"/>
          <a:stretch/>
        </p:blipFill>
        <p:spPr>
          <a:xfrm>
            <a:off x="4357300" y="362300"/>
            <a:ext cx="1279626" cy="763224"/>
          </a:xfrm>
          <a:prstGeom prst="rect">
            <a:avLst/>
          </a:prstGeom>
          <a:noFill/>
          <a:ln>
            <a:noFill/>
          </a:ln>
        </p:spPr>
      </p:pic>
      <p:pic>
        <p:nvPicPr>
          <p:cNvPr id="2939" name="Google Shape;2939;p45"/>
          <p:cNvPicPr preferRelativeResize="0"/>
          <p:nvPr/>
        </p:nvPicPr>
        <p:blipFill>
          <a:blip r:embed="rId4">
            <a:alphaModFix/>
          </a:blip>
          <a:stretch>
            <a:fillRect/>
          </a:stretch>
        </p:blipFill>
        <p:spPr>
          <a:xfrm>
            <a:off x="-131476" y="985750"/>
            <a:ext cx="4373200" cy="32799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43" name="Shape 2943"/>
        <p:cNvGrpSpPr/>
        <p:nvPr/>
      </p:nvGrpSpPr>
      <p:grpSpPr>
        <a:xfrm>
          <a:off x="0" y="0"/>
          <a:ext cx="0" cy="0"/>
          <a:chOff x="0" y="0"/>
          <a:chExt cx="0" cy="0"/>
        </a:xfrm>
      </p:grpSpPr>
      <p:sp>
        <p:nvSpPr>
          <p:cNvPr id="2944" name="Google Shape;2944;p46"/>
          <p:cNvSpPr txBox="1"/>
          <p:nvPr>
            <p:ph type="ctrTitle"/>
          </p:nvPr>
        </p:nvSpPr>
        <p:spPr>
          <a:xfrm flipH="1">
            <a:off x="393950" y="1721700"/>
            <a:ext cx="1816500" cy="1700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solidFill>
                  <a:srgbClr val="F3F3F3"/>
                </a:solidFill>
              </a:rPr>
              <a:t>CONTENTS </a:t>
            </a:r>
            <a:r>
              <a:rPr lang="en" sz="2400"/>
              <a:t>OF THIS WORKSHOP</a:t>
            </a:r>
            <a:endParaRPr sz="2400">
              <a:solidFill>
                <a:srgbClr val="F3F3F3"/>
              </a:solidFill>
            </a:endParaRPr>
          </a:p>
        </p:txBody>
      </p:sp>
      <p:sp>
        <p:nvSpPr>
          <p:cNvPr id="2945" name="Google Shape;2945;p46"/>
          <p:cNvSpPr txBox="1"/>
          <p:nvPr>
            <p:ph idx="1" type="body"/>
          </p:nvPr>
        </p:nvSpPr>
        <p:spPr>
          <a:xfrm>
            <a:off x="3303750" y="1136650"/>
            <a:ext cx="4422600" cy="28701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0"/>
              </a:spcBef>
              <a:spcAft>
                <a:spcPts val="0"/>
              </a:spcAft>
              <a:buClr>
                <a:srgbClr val="49476E"/>
              </a:buClr>
              <a:buSzPts val="1500"/>
              <a:buAutoNum type="arabicPeriod"/>
            </a:pPr>
            <a:r>
              <a:rPr b="1" lang="en" sz="1500">
                <a:solidFill>
                  <a:srgbClr val="49476E"/>
                </a:solidFill>
              </a:rPr>
              <a:t>Introduction</a:t>
            </a:r>
            <a:endParaRPr b="1" sz="15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What are the style guide/ the design system ?</a:t>
            </a:r>
            <a:endParaRPr sz="1300">
              <a:solidFill>
                <a:srgbClr val="49476E"/>
              </a:solidFill>
            </a:endParaRPr>
          </a:p>
          <a:p>
            <a:pPr indent="-311150" lvl="1" marL="914400" rtl="0" algn="l">
              <a:lnSpc>
                <a:spcPct val="100000"/>
              </a:lnSpc>
              <a:spcBef>
                <a:spcPts val="0"/>
              </a:spcBef>
              <a:spcAft>
                <a:spcPts val="0"/>
              </a:spcAft>
              <a:buClr>
                <a:srgbClr val="49476E"/>
              </a:buClr>
              <a:buSzPts val="1300"/>
              <a:buAutoNum type="alphaLcPeriod"/>
            </a:pPr>
            <a:r>
              <a:rPr lang="en" sz="1300">
                <a:solidFill>
                  <a:srgbClr val="49476E"/>
                </a:solidFill>
              </a:rPr>
              <a:t>Creating the style guide/ the design system ?</a:t>
            </a:r>
            <a:endParaRPr sz="1300">
              <a:solidFill>
                <a:srgbClr val="49476E"/>
              </a:solidFill>
            </a:endParaRPr>
          </a:p>
          <a:p>
            <a:pPr indent="-323850" lvl="0" marL="457200" rtl="0" algn="l">
              <a:lnSpc>
                <a:spcPct val="150000"/>
              </a:lnSpc>
              <a:spcBef>
                <a:spcPts val="1000"/>
              </a:spcBef>
              <a:spcAft>
                <a:spcPts val="0"/>
              </a:spcAft>
              <a:buClr>
                <a:srgbClr val="49476E"/>
              </a:buClr>
              <a:buSzPts val="1500"/>
              <a:buAutoNum type="arabicPeriod"/>
            </a:pPr>
            <a:r>
              <a:rPr b="1" lang="en" sz="1500">
                <a:solidFill>
                  <a:srgbClr val="49476E"/>
                </a:solidFill>
              </a:rPr>
              <a:t>Principles for UI design</a:t>
            </a:r>
            <a:endParaRPr b="1" sz="1500">
              <a:solidFill>
                <a:srgbClr val="49476E"/>
              </a:solidFill>
            </a:endParaRPr>
          </a:p>
          <a:p>
            <a:pPr indent="-323850" lvl="0" marL="457200" rtl="0" algn="l">
              <a:lnSpc>
                <a:spcPct val="150000"/>
              </a:lnSpc>
              <a:spcBef>
                <a:spcPts val="0"/>
              </a:spcBef>
              <a:spcAft>
                <a:spcPts val="0"/>
              </a:spcAft>
              <a:buClr>
                <a:srgbClr val="49476E"/>
              </a:buClr>
              <a:buSzPts val="1500"/>
              <a:buAutoNum type="arabicPeriod"/>
            </a:pPr>
            <a:r>
              <a:rPr b="1" lang="en" sz="1500">
                <a:solidFill>
                  <a:srgbClr val="49476E"/>
                </a:solidFill>
              </a:rPr>
              <a:t>Interaction &amp; Animation</a:t>
            </a:r>
            <a:endParaRPr b="1" sz="1500">
              <a:solidFill>
                <a:srgbClr val="49476E"/>
              </a:solidFill>
            </a:endParaRPr>
          </a:p>
          <a:p>
            <a:pPr indent="-323850" lvl="0" marL="457200" rtl="0" algn="l">
              <a:lnSpc>
                <a:spcPct val="150000"/>
              </a:lnSpc>
              <a:spcBef>
                <a:spcPts val="0"/>
              </a:spcBef>
              <a:spcAft>
                <a:spcPts val="0"/>
              </a:spcAft>
              <a:buClr>
                <a:srgbClr val="49476E"/>
              </a:buClr>
              <a:buSzPts val="1500"/>
              <a:buAutoNum type="arabicPeriod"/>
            </a:pPr>
            <a:r>
              <a:rPr b="1" lang="en" sz="1500">
                <a:solidFill>
                  <a:srgbClr val="49476E"/>
                </a:solidFill>
              </a:rPr>
              <a:t>Tools &amp; software in UI design</a:t>
            </a:r>
            <a:endParaRPr b="1" sz="1500">
              <a:solidFill>
                <a:srgbClr val="49476E"/>
              </a:solidFill>
            </a:endParaRPr>
          </a:p>
          <a:p>
            <a:pPr indent="-323850" lvl="0" marL="457200" rtl="0" algn="l">
              <a:lnSpc>
                <a:spcPct val="150000"/>
              </a:lnSpc>
              <a:spcBef>
                <a:spcPts val="0"/>
              </a:spcBef>
              <a:spcAft>
                <a:spcPts val="0"/>
              </a:spcAft>
              <a:buClr>
                <a:srgbClr val="49476E"/>
              </a:buClr>
              <a:buSzPts val="1500"/>
              <a:buAutoNum type="arabicPeriod"/>
            </a:pPr>
            <a:r>
              <a:rPr b="1" lang="en" sz="1500">
                <a:solidFill>
                  <a:srgbClr val="49476E"/>
                </a:solidFill>
              </a:rPr>
              <a:t>Practises</a:t>
            </a:r>
            <a:endParaRPr b="1" sz="1500">
              <a:solidFill>
                <a:srgbClr val="49476E"/>
              </a:solidFill>
            </a:endParaRPr>
          </a:p>
          <a:p>
            <a:pPr indent="-323850" lvl="0" marL="457200" rtl="0" algn="l">
              <a:lnSpc>
                <a:spcPct val="150000"/>
              </a:lnSpc>
              <a:spcBef>
                <a:spcPts val="0"/>
              </a:spcBef>
              <a:spcAft>
                <a:spcPts val="0"/>
              </a:spcAft>
              <a:buClr>
                <a:srgbClr val="49476E"/>
              </a:buClr>
              <a:buSzPts val="1500"/>
              <a:buAutoNum type="arabicPeriod"/>
            </a:pPr>
            <a:r>
              <a:rPr b="1" lang="en" sz="1500">
                <a:solidFill>
                  <a:srgbClr val="49476E"/>
                </a:solidFill>
              </a:rPr>
              <a:t>Question and Answer</a:t>
            </a:r>
            <a:endParaRPr b="1" sz="1500">
              <a:solidFill>
                <a:srgbClr val="49476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0" name="Shape 2950"/>
        <p:cNvGrpSpPr/>
        <p:nvPr/>
      </p:nvGrpSpPr>
      <p:grpSpPr>
        <a:xfrm>
          <a:off x="0" y="0"/>
          <a:ext cx="0" cy="0"/>
          <a:chOff x="0" y="0"/>
          <a:chExt cx="0" cy="0"/>
        </a:xfrm>
      </p:grpSpPr>
      <p:sp>
        <p:nvSpPr>
          <p:cNvPr id="2951" name="Google Shape;2951;p47"/>
          <p:cNvSpPr txBox="1"/>
          <p:nvPr>
            <p:ph type="ctrTitle"/>
          </p:nvPr>
        </p:nvSpPr>
        <p:spPr>
          <a:xfrm flipH="1">
            <a:off x="973300" y="1269725"/>
            <a:ext cx="7424100" cy="6126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3400"/>
              <a:t>WHAT ARE THE STYLE GUIDE</a:t>
            </a:r>
            <a:endParaRPr sz="3400"/>
          </a:p>
        </p:txBody>
      </p:sp>
      <p:sp>
        <p:nvSpPr>
          <p:cNvPr id="2952" name="Google Shape;2952;p47"/>
          <p:cNvSpPr txBox="1"/>
          <p:nvPr>
            <p:ph idx="1" type="subTitle"/>
          </p:nvPr>
        </p:nvSpPr>
        <p:spPr>
          <a:xfrm flipH="1">
            <a:off x="973100" y="2046600"/>
            <a:ext cx="6745800" cy="19686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a:t>Your style guide, or branding guidelines document, is an instruction manual for how to use your company's branding materials. The point of a style guide is </a:t>
            </a:r>
            <a:r>
              <a:rPr b="1" lang="en"/>
              <a:t>consistency</a:t>
            </a:r>
            <a:r>
              <a:rPr lang="en"/>
              <a:t>. </a:t>
            </a:r>
            <a:endParaRPr/>
          </a:p>
          <a:p>
            <a:pPr indent="0" lvl="0" marL="0" rtl="0" algn="l">
              <a:spcBef>
                <a:spcPts val="800"/>
              </a:spcBef>
              <a:spcAft>
                <a:spcPts val="0"/>
              </a:spcAft>
              <a:buNone/>
            </a:pPr>
            <a:r>
              <a:rPr lang="en"/>
              <a:t>The style guide explains the values of your brand and, where relevant, its history and its evolution. It shows the logos of your brand and clearly explains when and how they should be used. </a:t>
            </a:r>
            <a:endParaRPr/>
          </a:p>
          <a:p>
            <a:pPr indent="0" lvl="0" marL="0" rtl="0" algn="l">
              <a:spcBef>
                <a:spcPts val="800"/>
              </a:spcBef>
              <a:spcAft>
                <a:spcPts val="0"/>
              </a:spcAft>
              <a:buNone/>
            </a:pPr>
            <a:r>
              <a:rPr lang="en"/>
              <a:t>It also tries to anticipate potential misuses. </a:t>
            </a:r>
            <a:endParaRPr/>
          </a:p>
          <a:p>
            <a:pPr indent="0" lvl="0" marL="0" rtl="0" algn="l">
              <a:spcBef>
                <a:spcPts val="800"/>
              </a:spcBef>
              <a:spcAft>
                <a:spcPts val="0"/>
              </a:spcAft>
              <a:buNone/>
            </a:pPr>
            <a:r>
              <a:rPr lang="en"/>
              <a:t>It shows the colors of your brand with numerical breakdowns of those colors for use in print and on screen. </a:t>
            </a:r>
            <a:endParaRPr/>
          </a:p>
          <a:p>
            <a:pPr indent="0" lvl="0" marL="0" rtl="0" algn="l">
              <a:spcBef>
                <a:spcPts val="800"/>
              </a:spcBef>
              <a:spcAft>
                <a:spcPts val="0"/>
              </a:spcAft>
              <a:buNone/>
            </a:pPr>
            <a:r>
              <a:rPr lang="en"/>
              <a:t>A style guide explicitly states the appropriate usage of other design elements of your brand, like the type choices and the use of imagery, as well as the appropriate writing tone to be used in all communication.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7" name="Shape 2957"/>
        <p:cNvGrpSpPr/>
        <p:nvPr/>
      </p:nvGrpSpPr>
      <p:grpSpPr>
        <a:xfrm>
          <a:off x="0" y="0"/>
          <a:ext cx="0" cy="0"/>
          <a:chOff x="0" y="0"/>
          <a:chExt cx="0" cy="0"/>
        </a:xfrm>
      </p:grpSpPr>
      <p:sp>
        <p:nvSpPr>
          <p:cNvPr id="2958" name="Google Shape;2958;p48"/>
          <p:cNvSpPr txBox="1"/>
          <p:nvPr>
            <p:ph type="ctrTitle"/>
          </p:nvPr>
        </p:nvSpPr>
        <p:spPr>
          <a:xfrm flipH="1">
            <a:off x="973300" y="1269725"/>
            <a:ext cx="7424100" cy="6126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3400"/>
              <a:t>PURPOSE OF STYLE GUIDE</a:t>
            </a:r>
            <a:endParaRPr sz="3400"/>
          </a:p>
        </p:txBody>
      </p:sp>
      <p:sp>
        <p:nvSpPr>
          <p:cNvPr id="2959" name="Google Shape;2959;p48"/>
          <p:cNvSpPr txBox="1"/>
          <p:nvPr>
            <p:ph idx="1" type="subTitle"/>
          </p:nvPr>
        </p:nvSpPr>
        <p:spPr>
          <a:xfrm flipH="1">
            <a:off x="973300" y="2043375"/>
            <a:ext cx="6745800" cy="1968600"/>
          </a:xfrm>
          <a:prstGeom prst="rect">
            <a:avLst/>
          </a:prstGeom>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Ensures consistent implementation of brand</a:t>
            </a:r>
            <a:endParaRPr sz="1600"/>
          </a:p>
          <a:p>
            <a:pPr indent="-330200" lvl="0" marL="457200" rtl="0" algn="l">
              <a:lnSpc>
                <a:spcPct val="150000"/>
              </a:lnSpc>
              <a:spcBef>
                <a:spcPts val="0"/>
              </a:spcBef>
              <a:spcAft>
                <a:spcPts val="0"/>
              </a:spcAft>
              <a:buSzPts val="1600"/>
              <a:buChar char="-"/>
            </a:pPr>
            <a:r>
              <a:rPr lang="en" sz="1600"/>
              <a:t>Expands design thinking</a:t>
            </a:r>
            <a:endParaRPr sz="1600"/>
          </a:p>
          <a:p>
            <a:pPr indent="-330200" lvl="0" marL="457200" rtl="0" algn="l">
              <a:lnSpc>
                <a:spcPct val="150000"/>
              </a:lnSpc>
              <a:spcBef>
                <a:spcPts val="0"/>
              </a:spcBef>
              <a:spcAft>
                <a:spcPts val="0"/>
              </a:spcAft>
              <a:buSzPts val="1600"/>
              <a:buChar char="-"/>
            </a:pPr>
            <a:r>
              <a:rPr lang="en" sz="1600"/>
              <a:t>Removes areas of ambiguity</a:t>
            </a:r>
            <a:endParaRPr sz="1600"/>
          </a:p>
          <a:p>
            <a:pPr indent="-330200" lvl="0" marL="457200" rtl="0" algn="l">
              <a:lnSpc>
                <a:spcPct val="150000"/>
              </a:lnSpc>
              <a:spcBef>
                <a:spcPts val="0"/>
              </a:spcBef>
              <a:spcAft>
                <a:spcPts val="0"/>
              </a:spcAft>
              <a:buSzPts val="1600"/>
              <a:buChar char="-"/>
            </a:pPr>
            <a:r>
              <a:rPr lang="en" sz="1600"/>
              <a:t>Provides future design direction</a:t>
            </a:r>
            <a:endParaRPr sz="1600"/>
          </a:p>
          <a:p>
            <a:pPr indent="-330200" lvl="0" marL="457200" rtl="0" algn="l">
              <a:lnSpc>
                <a:spcPct val="150000"/>
              </a:lnSpc>
              <a:spcBef>
                <a:spcPts val="0"/>
              </a:spcBef>
              <a:spcAft>
                <a:spcPts val="0"/>
              </a:spcAft>
              <a:buSzPts val="1600"/>
              <a:buChar char="-"/>
            </a:pPr>
            <a:r>
              <a:rPr lang="en" sz="1600"/>
              <a:t>Explains rather than patronizes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4" name="Shape 2964"/>
        <p:cNvGrpSpPr/>
        <p:nvPr/>
      </p:nvGrpSpPr>
      <p:grpSpPr>
        <a:xfrm>
          <a:off x="0" y="0"/>
          <a:ext cx="0" cy="0"/>
          <a:chOff x="0" y="0"/>
          <a:chExt cx="0" cy="0"/>
        </a:xfrm>
      </p:grpSpPr>
      <p:sp>
        <p:nvSpPr>
          <p:cNvPr id="2965" name="Google Shape;2965;p49"/>
          <p:cNvSpPr txBox="1"/>
          <p:nvPr>
            <p:ph type="ctrTitle"/>
          </p:nvPr>
        </p:nvSpPr>
        <p:spPr>
          <a:xfrm flipH="1">
            <a:off x="973300" y="1269725"/>
            <a:ext cx="7424100" cy="605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3400"/>
              <a:t>WHAT TO INCLUDE IN THE STYLE GUIDE</a:t>
            </a:r>
            <a:endParaRPr sz="3400"/>
          </a:p>
        </p:txBody>
      </p:sp>
      <p:sp>
        <p:nvSpPr>
          <p:cNvPr id="2966" name="Google Shape;2966;p49"/>
          <p:cNvSpPr txBox="1"/>
          <p:nvPr>
            <p:ph idx="1" type="subTitle"/>
          </p:nvPr>
        </p:nvSpPr>
        <p:spPr>
          <a:xfrm flipH="1">
            <a:off x="973425" y="2057950"/>
            <a:ext cx="2769300" cy="1968600"/>
          </a:xfrm>
          <a:prstGeom prst="rect">
            <a:avLst/>
          </a:prstGeom>
        </p:spPr>
        <p:txBody>
          <a:bodyPr anchorCtr="0" anchor="t" bIns="34275" lIns="68575" spcFirstLastPara="1" rIns="68575" wrap="square" tIns="34275">
            <a:noAutofit/>
          </a:bodyPr>
          <a:lstStyle/>
          <a:p>
            <a:pPr indent="-215900" lvl="0" marL="228600" rtl="0" algn="l">
              <a:lnSpc>
                <a:spcPct val="150000"/>
              </a:lnSpc>
              <a:spcBef>
                <a:spcPts val="800"/>
              </a:spcBef>
              <a:spcAft>
                <a:spcPts val="0"/>
              </a:spcAft>
              <a:buSzPts val="1600"/>
              <a:buChar char="●"/>
            </a:pPr>
            <a:r>
              <a:rPr lang="en" sz="1600"/>
              <a:t>Position statement</a:t>
            </a:r>
            <a:endParaRPr sz="1600"/>
          </a:p>
          <a:p>
            <a:pPr indent="-215900" lvl="0" marL="228600" rtl="0" algn="l">
              <a:lnSpc>
                <a:spcPct val="150000"/>
              </a:lnSpc>
              <a:spcBef>
                <a:spcPts val="0"/>
              </a:spcBef>
              <a:spcAft>
                <a:spcPts val="0"/>
              </a:spcAft>
              <a:buSzPts val="1600"/>
              <a:buChar char="●"/>
            </a:pPr>
            <a:r>
              <a:rPr lang="en" sz="1600"/>
              <a:t>Voice</a:t>
            </a:r>
            <a:endParaRPr sz="1600"/>
          </a:p>
          <a:p>
            <a:pPr indent="-215900" lvl="0" marL="228600" rtl="0" algn="l">
              <a:lnSpc>
                <a:spcPct val="150000"/>
              </a:lnSpc>
              <a:spcBef>
                <a:spcPts val="0"/>
              </a:spcBef>
              <a:spcAft>
                <a:spcPts val="0"/>
              </a:spcAft>
              <a:buSzPts val="1600"/>
              <a:buChar char="●"/>
            </a:pPr>
            <a:r>
              <a:rPr lang="en" sz="1600"/>
              <a:t>Social Media</a:t>
            </a:r>
            <a:endParaRPr sz="1600"/>
          </a:p>
        </p:txBody>
      </p:sp>
      <p:sp>
        <p:nvSpPr>
          <p:cNvPr id="2967" name="Google Shape;2967;p49"/>
          <p:cNvSpPr txBox="1"/>
          <p:nvPr>
            <p:ph idx="1" type="subTitle"/>
          </p:nvPr>
        </p:nvSpPr>
        <p:spPr>
          <a:xfrm flipH="1">
            <a:off x="6194200" y="2057950"/>
            <a:ext cx="2203200" cy="1968600"/>
          </a:xfrm>
          <a:prstGeom prst="rect">
            <a:avLst/>
          </a:prstGeom>
        </p:spPr>
        <p:txBody>
          <a:bodyPr anchorCtr="0" anchor="t" bIns="34275" lIns="68575" spcFirstLastPara="1" rIns="68575" wrap="square" tIns="34275">
            <a:noAutofit/>
          </a:bodyPr>
          <a:lstStyle/>
          <a:p>
            <a:pPr indent="-215900" lvl="0" marL="228600" rtl="0" algn="l">
              <a:lnSpc>
                <a:spcPct val="150000"/>
              </a:lnSpc>
              <a:spcBef>
                <a:spcPts val="800"/>
              </a:spcBef>
              <a:spcAft>
                <a:spcPts val="0"/>
              </a:spcAft>
              <a:buSzPts val="1600"/>
              <a:buChar char="●"/>
            </a:pPr>
            <a:r>
              <a:rPr lang="en" sz="1600"/>
              <a:t>Gift items</a:t>
            </a:r>
            <a:endParaRPr sz="1600"/>
          </a:p>
          <a:p>
            <a:pPr indent="-215900" lvl="0" marL="228600" rtl="0" algn="l">
              <a:lnSpc>
                <a:spcPct val="150000"/>
              </a:lnSpc>
              <a:spcBef>
                <a:spcPts val="0"/>
              </a:spcBef>
              <a:spcAft>
                <a:spcPts val="0"/>
              </a:spcAft>
              <a:buSzPts val="1600"/>
              <a:buChar char="●"/>
            </a:pPr>
            <a:r>
              <a:rPr lang="en" sz="1600"/>
              <a:t>Signage</a:t>
            </a:r>
            <a:endParaRPr sz="1600"/>
          </a:p>
          <a:p>
            <a:pPr indent="-215900" lvl="0" marL="228600" rtl="0" algn="l">
              <a:lnSpc>
                <a:spcPct val="150000"/>
              </a:lnSpc>
              <a:spcBef>
                <a:spcPts val="0"/>
              </a:spcBef>
              <a:spcAft>
                <a:spcPts val="0"/>
              </a:spcAft>
              <a:buSzPts val="1600"/>
              <a:buChar char="●"/>
            </a:pPr>
            <a:r>
              <a:rPr lang="en" sz="1600"/>
              <a:t>Uniforms</a:t>
            </a:r>
            <a:endParaRPr sz="1600"/>
          </a:p>
        </p:txBody>
      </p:sp>
      <p:sp>
        <p:nvSpPr>
          <p:cNvPr id="2968" name="Google Shape;2968;p49"/>
          <p:cNvSpPr txBox="1"/>
          <p:nvPr>
            <p:ph idx="1" type="subTitle"/>
          </p:nvPr>
        </p:nvSpPr>
        <p:spPr>
          <a:xfrm flipH="1">
            <a:off x="3604076" y="2057950"/>
            <a:ext cx="2466000" cy="1968600"/>
          </a:xfrm>
          <a:prstGeom prst="rect">
            <a:avLst/>
          </a:prstGeom>
        </p:spPr>
        <p:txBody>
          <a:bodyPr anchorCtr="0" anchor="t" bIns="34275" lIns="68575" spcFirstLastPara="1" rIns="68575" wrap="square" tIns="34275">
            <a:noAutofit/>
          </a:bodyPr>
          <a:lstStyle/>
          <a:p>
            <a:pPr indent="-215900" lvl="0" marL="228600" rtl="0" algn="l">
              <a:lnSpc>
                <a:spcPct val="150000"/>
              </a:lnSpc>
              <a:spcBef>
                <a:spcPts val="800"/>
              </a:spcBef>
              <a:spcAft>
                <a:spcPts val="0"/>
              </a:spcAft>
              <a:buSzPts val="1600"/>
              <a:buChar char="●"/>
            </a:pPr>
            <a:r>
              <a:rPr lang="en" sz="1600"/>
              <a:t>Document templates</a:t>
            </a:r>
            <a:endParaRPr sz="1600"/>
          </a:p>
          <a:p>
            <a:pPr indent="-215900" lvl="0" marL="228600" rtl="0" algn="l">
              <a:lnSpc>
                <a:spcPct val="150000"/>
              </a:lnSpc>
              <a:spcBef>
                <a:spcPts val="0"/>
              </a:spcBef>
              <a:spcAft>
                <a:spcPts val="0"/>
              </a:spcAft>
              <a:buSzPts val="1600"/>
              <a:buChar char="●"/>
            </a:pPr>
            <a:r>
              <a:rPr lang="en" sz="1600"/>
              <a:t>Collateral</a:t>
            </a:r>
            <a:endParaRPr sz="1600"/>
          </a:p>
          <a:p>
            <a:pPr indent="-215900" lvl="0" marL="228600" rtl="0" algn="l">
              <a:lnSpc>
                <a:spcPct val="150000"/>
              </a:lnSpc>
              <a:spcBef>
                <a:spcPts val="0"/>
              </a:spcBef>
              <a:spcAft>
                <a:spcPts val="0"/>
              </a:spcAft>
              <a:buSzPts val="1600"/>
              <a:buChar char="●"/>
            </a:pPr>
            <a:r>
              <a:rPr lang="en" sz="1600"/>
              <a:t>Forms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2" name="Shape 2972"/>
        <p:cNvGrpSpPr/>
        <p:nvPr/>
      </p:nvGrpSpPr>
      <p:grpSpPr>
        <a:xfrm>
          <a:off x="0" y="0"/>
          <a:ext cx="0" cy="0"/>
          <a:chOff x="0" y="0"/>
          <a:chExt cx="0" cy="0"/>
        </a:xfrm>
      </p:grpSpPr>
      <p:sp>
        <p:nvSpPr>
          <p:cNvPr id="2973" name="Google Shape;2973;p50"/>
          <p:cNvSpPr/>
          <p:nvPr/>
        </p:nvSpPr>
        <p:spPr>
          <a:xfrm flipH="1">
            <a:off x="2392409" y="1448966"/>
            <a:ext cx="2262103" cy="580872"/>
          </a:xfrm>
          <a:custGeom>
            <a:rect b="b" l="l" r="r" t="t"/>
            <a:pathLst>
              <a:path extrusionOk="0" h="4659" w="18144">
                <a:moveTo>
                  <a:pt x="13410" y="0"/>
                </a:moveTo>
                <a:cubicBezTo>
                  <a:pt x="11887" y="0"/>
                  <a:pt x="10530" y="722"/>
                  <a:pt x="9665" y="1841"/>
                </a:cubicBezTo>
                <a:cubicBezTo>
                  <a:pt x="9360" y="2236"/>
                  <a:pt x="8896" y="2450"/>
                  <a:pt x="8423" y="2450"/>
                </a:cubicBezTo>
                <a:cubicBezTo>
                  <a:pt x="8171" y="2450"/>
                  <a:pt x="7917" y="2389"/>
                  <a:pt x="7684" y="2262"/>
                </a:cubicBezTo>
                <a:cubicBezTo>
                  <a:pt x="7210" y="2002"/>
                  <a:pt x="6665" y="1858"/>
                  <a:pt x="6084" y="1858"/>
                </a:cubicBezTo>
                <a:cubicBezTo>
                  <a:pt x="5265" y="1858"/>
                  <a:pt x="4513" y="2148"/>
                  <a:pt x="3932" y="2637"/>
                </a:cubicBezTo>
                <a:cubicBezTo>
                  <a:pt x="3291" y="3175"/>
                  <a:pt x="2489" y="3475"/>
                  <a:pt x="1654" y="3475"/>
                </a:cubicBezTo>
                <a:lnTo>
                  <a:pt x="592" y="3475"/>
                </a:lnTo>
                <a:cubicBezTo>
                  <a:pt x="264" y="3475"/>
                  <a:pt x="0" y="3739"/>
                  <a:pt x="0" y="4066"/>
                </a:cubicBezTo>
                <a:cubicBezTo>
                  <a:pt x="0" y="4394"/>
                  <a:pt x="264" y="4658"/>
                  <a:pt x="592" y="4658"/>
                </a:cubicBezTo>
                <a:lnTo>
                  <a:pt x="18144" y="4658"/>
                </a:lnTo>
                <a:cubicBezTo>
                  <a:pt x="18104" y="2079"/>
                  <a:pt x="15999" y="0"/>
                  <a:pt x="13410"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0"/>
          <p:cNvSpPr txBox="1"/>
          <p:nvPr>
            <p:ph type="ctrTitle"/>
          </p:nvPr>
        </p:nvSpPr>
        <p:spPr>
          <a:xfrm flipH="1">
            <a:off x="973450" y="984650"/>
            <a:ext cx="3389400" cy="12414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500"/>
              <a:buFont typeface="Nunito Sans Black"/>
              <a:buNone/>
            </a:pPr>
            <a:r>
              <a:rPr lang="en" sz="3800"/>
              <a:t>CREATING THE STYLE GUIDE?</a:t>
            </a:r>
            <a:endParaRPr sz="3800"/>
          </a:p>
        </p:txBody>
      </p:sp>
      <p:sp>
        <p:nvSpPr>
          <p:cNvPr id="2975" name="Google Shape;2975;p50"/>
          <p:cNvSpPr/>
          <p:nvPr/>
        </p:nvSpPr>
        <p:spPr>
          <a:xfrm flipH="1">
            <a:off x="3438525" y="4222200"/>
            <a:ext cx="5553000" cy="5091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0"/>
          <p:cNvSpPr/>
          <p:nvPr/>
        </p:nvSpPr>
        <p:spPr>
          <a:xfrm>
            <a:off x="712400" y="2911000"/>
            <a:ext cx="8473122" cy="1462695"/>
          </a:xfrm>
          <a:custGeom>
            <a:rect b="b" l="l" r="r" t="t"/>
            <a:pathLst>
              <a:path extrusionOk="0" h="24803" w="139029">
                <a:moveTo>
                  <a:pt x="9825" y="1"/>
                </a:moveTo>
                <a:lnTo>
                  <a:pt x="9825" y="24104"/>
                </a:lnTo>
                <a:lnTo>
                  <a:pt x="0" y="24104"/>
                </a:lnTo>
                <a:lnTo>
                  <a:pt x="0" y="24348"/>
                </a:lnTo>
                <a:lnTo>
                  <a:pt x="10069" y="24348"/>
                </a:lnTo>
                <a:lnTo>
                  <a:pt x="10069" y="248"/>
                </a:lnTo>
                <a:lnTo>
                  <a:pt x="15014" y="248"/>
                </a:lnTo>
                <a:lnTo>
                  <a:pt x="15014" y="24348"/>
                </a:lnTo>
                <a:lnTo>
                  <a:pt x="17031" y="24348"/>
                </a:lnTo>
                <a:lnTo>
                  <a:pt x="17031" y="7521"/>
                </a:lnTo>
                <a:lnTo>
                  <a:pt x="21140" y="7521"/>
                </a:lnTo>
                <a:lnTo>
                  <a:pt x="21140" y="24803"/>
                </a:lnTo>
                <a:lnTo>
                  <a:pt x="139028" y="24803"/>
                </a:lnTo>
                <a:lnTo>
                  <a:pt x="139028" y="24559"/>
                </a:lnTo>
                <a:lnTo>
                  <a:pt x="21388" y="24559"/>
                </a:lnTo>
                <a:lnTo>
                  <a:pt x="21388" y="7277"/>
                </a:lnTo>
                <a:lnTo>
                  <a:pt x="16784" y="7277"/>
                </a:lnTo>
                <a:lnTo>
                  <a:pt x="16784" y="24104"/>
                </a:lnTo>
                <a:lnTo>
                  <a:pt x="15257" y="24104"/>
                </a:lnTo>
                <a:lnTo>
                  <a:pt x="15257"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77" name="Google Shape;2977;p50"/>
          <p:cNvGrpSpPr/>
          <p:nvPr/>
        </p:nvGrpSpPr>
        <p:grpSpPr>
          <a:xfrm>
            <a:off x="3932595" y="647739"/>
            <a:ext cx="4710426" cy="4083618"/>
            <a:chOff x="834500" y="1391650"/>
            <a:chExt cx="2722475" cy="2360200"/>
          </a:xfrm>
        </p:grpSpPr>
        <p:sp>
          <p:nvSpPr>
            <p:cNvPr id="2978" name="Google Shape;2978;p50"/>
            <p:cNvSpPr/>
            <p:nvPr/>
          </p:nvSpPr>
          <p:spPr>
            <a:xfrm>
              <a:off x="875875" y="2334300"/>
              <a:ext cx="103525" cy="112925"/>
            </a:xfrm>
            <a:custGeom>
              <a:rect b="b" l="l" r="r" t="t"/>
              <a:pathLst>
                <a:path extrusionOk="0" h="4517" w="4141">
                  <a:moveTo>
                    <a:pt x="2676" y="0"/>
                  </a:moveTo>
                  <a:cubicBezTo>
                    <a:pt x="2574" y="0"/>
                    <a:pt x="2467" y="9"/>
                    <a:pt x="2352" y="27"/>
                  </a:cubicBezTo>
                  <a:cubicBezTo>
                    <a:pt x="1031" y="242"/>
                    <a:pt x="848" y="1654"/>
                    <a:pt x="848" y="1654"/>
                  </a:cubicBezTo>
                  <a:lnTo>
                    <a:pt x="1" y="4516"/>
                  </a:lnTo>
                  <a:lnTo>
                    <a:pt x="3419" y="3404"/>
                  </a:lnTo>
                  <a:cubicBezTo>
                    <a:pt x="3419" y="3404"/>
                    <a:pt x="3861" y="2429"/>
                    <a:pt x="4006" y="1673"/>
                  </a:cubicBezTo>
                  <a:cubicBezTo>
                    <a:pt x="4140" y="977"/>
                    <a:pt x="3752" y="0"/>
                    <a:pt x="267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0"/>
            <p:cNvSpPr/>
            <p:nvPr/>
          </p:nvSpPr>
          <p:spPr>
            <a:xfrm>
              <a:off x="834500" y="2498525"/>
              <a:ext cx="84800" cy="308650"/>
            </a:xfrm>
            <a:custGeom>
              <a:rect b="b" l="l" r="r" t="t"/>
              <a:pathLst>
                <a:path extrusionOk="0" h="12346" w="3392">
                  <a:moveTo>
                    <a:pt x="2059" y="0"/>
                  </a:moveTo>
                  <a:cubicBezTo>
                    <a:pt x="1783" y="0"/>
                    <a:pt x="1473" y="144"/>
                    <a:pt x="1140" y="499"/>
                  </a:cubicBezTo>
                  <a:cubicBezTo>
                    <a:pt x="1" y="1707"/>
                    <a:pt x="238" y="10458"/>
                    <a:pt x="480" y="11593"/>
                  </a:cubicBezTo>
                  <a:cubicBezTo>
                    <a:pt x="595" y="12145"/>
                    <a:pt x="788" y="12346"/>
                    <a:pt x="969" y="12346"/>
                  </a:cubicBezTo>
                  <a:cubicBezTo>
                    <a:pt x="1160" y="12346"/>
                    <a:pt x="1337" y="12122"/>
                    <a:pt x="1395" y="11852"/>
                  </a:cubicBezTo>
                  <a:cubicBezTo>
                    <a:pt x="1395" y="11852"/>
                    <a:pt x="3392" y="2642"/>
                    <a:pt x="3269" y="1589"/>
                  </a:cubicBezTo>
                  <a:cubicBezTo>
                    <a:pt x="3186" y="841"/>
                    <a:pt x="2724" y="0"/>
                    <a:pt x="20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0"/>
            <p:cNvSpPr/>
            <p:nvPr/>
          </p:nvSpPr>
          <p:spPr>
            <a:xfrm>
              <a:off x="839875" y="2764175"/>
              <a:ext cx="59175" cy="134150"/>
            </a:xfrm>
            <a:custGeom>
              <a:rect b="b" l="l" r="r" t="t"/>
              <a:pathLst>
                <a:path extrusionOk="0" h="5366" w="2367">
                  <a:moveTo>
                    <a:pt x="590" y="1"/>
                  </a:moveTo>
                  <a:cubicBezTo>
                    <a:pt x="557" y="1"/>
                    <a:pt x="525" y="8"/>
                    <a:pt x="492" y="23"/>
                  </a:cubicBezTo>
                  <a:cubicBezTo>
                    <a:pt x="0" y="256"/>
                    <a:pt x="105" y="2353"/>
                    <a:pt x="438" y="3205"/>
                  </a:cubicBezTo>
                  <a:cubicBezTo>
                    <a:pt x="770" y="4062"/>
                    <a:pt x="1500" y="5351"/>
                    <a:pt x="1764" y="5366"/>
                  </a:cubicBezTo>
                  <a:cubicBezTo>
                    <a:pt x="1766" y="5366"/>
                    <a:pt x="1767" y="5366"/>
                    <a:pt x="1768" y="5366"/>
                  </a:cubicBezTo>
                  <a:cubicBezTo>
                    <a:pt x="2018" y="5366"/>
                    <a:pt x="1467" y="4078"/>
                    <a:pt x="1323" y="3660"/>
                  </a:cubicBezTo>
                  <a:cubicBezTo>
                    <a:pt x="1172" y="3241"/>
                    <a:pt x="1268" y="2753"/>
                    <a:pt x="1268" y="2753"/>
                  </a:cubicBezTo>
                  <a:cubicBezTo>
                    <a:pt x="1276" y="2700"/>
                    <a:pt x="1310" y="2667"/>
                    <a:pt x="1361" y="2667"/>
                  </a:cubicBezTo>
                  <a:cubicBezTo>
                    <a:pt x="1421" y="2667"/>
                    <a:pt x="1504" y="2714"/>
                    <a:pt x="1591" y="2831"/>
                  </a:cubicBezTo>
                  <a:cubicBezTo>
                    <a:pt x="1749" y="3044"/>
                    <a:pt x="1804" y="4066"/>
                    <a:pt x="2077" y="4066"/>
                  </a:cubicBezTo>
                  <a:cubicBezTo>
                    <a:pt x="2079" y="4066"/>
                    <a:pt x="2081" y="4066"/>
                    <a:pt x="2083" y="4066"/>
                  </a:cubicBezTo>
                  <a:cubicBezTo>
                    <a:pt x="2366" y="4049"/>
                    <a:pt x="2074" y="2467"/>
                    <a:pt x="1764" y="1947"/>
                  </a:cubicBezTo>
                  <a:cubicBezTo>
                    <a:pt x="1479" y="1458"/>
                    <a:pt x="1050" y="1"/>
                    <a:pt x="59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1" name="Google Shape;2981;p50"/>
            <p:cNvGrpSpPr/>
            <p:nvPr/>
          </p:nvGrpSpPr>
          <p:grpSpPr>
            <a:xfrm>
              <a:off x="853050" y="1391650"/>
              <a:ext cx="2703925" cy="2360200"/>
              <a:chOff x="853050" y="1391650"/>
              <a:chExt cx="2703925" cy="2360200"/>
            </a:xfrm>
          </p:grpSpPr>
          <p:sp>
            <p:nvSpPr>
              <p:cNvPr id="2982" name="Google Shape;2982;p50"/>
              <p:cNvSpPr/>
              <p:nvPr/>
            </p:nvSpPr>
            <p:spPr>
              <a:xfrm>
                <a:off x="1030500" y="3300325"/>
                <a:ext cx="298550" cy="159500"/>
              </a:xfrm>
              <a:custGeom>
                <a:rect b="b" l="l" r="r" t="t"/>
                <a:pathLst>
                  <a:path extrusionOk="0" h="6380" w="11942">
                    <a:moveTo>
                      <a:pt x="6233" y="189"/>
                    </a:moveTo>
                    <a:cubicBezTo>
                      <a:pt x="6747" y="189"/>
                      <a:pt x="7234" y="427"/>
                      <a:pt x="7557" y="847"/>
                    </a:cubicBezTo>
                    <a:lnTo>
                      <a:pt x="11654" y="6192"/>
                    </a:lnTo>
                    <a:lnTo>
                      <a:pt x="228" y="6192"/>
                    </a:lnTo>
                    <a:cubicBezTo>
                      <a:pt x="228" y="4501"/>
                      <a:pt x="1404" y="3937"/>
                      <a:pt x="2543" y="3394"/>
                    </a:cubicBezTo>
                    <a:cubicBezTo>
                      <a:pt x="3478" y="2948"/>
                      <a:pt x="4362" y="2524"/>
                      <a:pt x="4590" y="1530"/>
                    </a:cubicBezTo>
                    <a:lnTo>
                      <a:pt x="4609" y="1439"/>
                    </a:lnTo>
                    <a:cubicBezTo>
                      <a:pt x="4767" y="810"/>
                      <a:pt x="5242" y="359"/>
                      <a:pt x="5880" y="227"/>
                    </a:cubicBezTo>
                    <a:cubicBezTo>
                      <a:pt x="5998" y="201"/>
                      <a:pt x="6116" y="189"/>
                      <a:pt x="6233" y="189"/>
                    </a:cubicBezTo>
                    <a:close/>
                    <a:moveTo>
                      <a:pt x="6227" y="0"/>
                    </a:moveTo>
                    <a:cubicBezTo>
                      <a:pt x="6100" y="0"/>
                      <a:pt x="5972" y="13"/>
                      <a:pt x="5844" y="40"/>
                    </a:cubicBezTo>
                    <a:cubicBezTo>
                      <a:pt x="5141" y="186"/>
                      <a:pt x="4599" y="706"/>
                      <a:pt x="4430" y="1394"/>
                    </a:cubicBezTo>
                    <a:lnTo>
                      <a:pt x="4407" y="1489"/>
                    </a:lnTo>
                    <a:cubicBezTo>
                      <a:pt x="4203" y="2396"/>
                      <a:pt x="3355" y="2797"/>
                      <a:pt x="2461" y="3226"/>
                    </a:cubicBezTo>
                    <a:cubicBezTo>
                      <a:pt x="1308" y="3777"/>
                      <a:pt x="0" y="4406"/>
                      <a:pt x="42" y="6284"/>
                    </a:cubicBezTo>
                    <a:cubicBezTo>
                      <a:pt x="42" y="6339"/>
                      <a:pt x="82" y="6379"/>
                      <a:pt x="133" y="6379"/>
                    </a:cubicBezTo>
                    <a:lnTo>
                      <a:pt x="11841" y="6379"/>
                    </a:lnTo>
                    <a:cubicBezTo>
                      <a:pt x="11877" y="6379"/>
                      <a:pt x="11910" y="6356"/>
                      <a:pt x="11928" y="6325"/>
                    </a:cubicBezTo>
                    <a:cubicBezTo>
                      <a:pt x="11942" y="6293"/>
                      <a:pt x="11937" y="6257"/>
                      <a:pt x="11919" y="6230"/>
                    </a:cubicBezTo>
                    <a:lnTo>
                      <a:pt x="7703" y="733"/>
                    </a:lnTo>
                    <a:cubicBezTo>
                      <a:pt x="7345" y="263"/>
                      <a:pt x="6801" y="0"/>
                      <a:pt x="622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0"/>
              <p:cNvSpPr/>
              <p:nvPr/>
            </p:nvSpPr>
            <p:spPr>
              <a:xfrm>
                <a:off x="1185475" y="3300350"/>
                <a:ext cx="65075" cy="159475"/>
              </a:xfrm>
              <a:custGeom>
                <a:rect b="b" l="l" r="r" t="t"/>
                <a:pathLst>
                  <a:path extrusionOk="0" h="6379" w="2603">
                    <a:moveTo>
                      <a:pt x="105" y="0"/>
                    </a:moveTo>
                    <a:cubicBezTo>
                      <a:pt x="94" y="0"/>
                      <a:pt x="83" y="2"/>
                      <a:pt x="72" y="7"/>
                    </a:cubicBezTo>
                    <a:cubicBezTo>
                      <a:pt x="23" y="25"/>
                      <a:pt x="0" y="80"/>
                      <a:pt x="18" y="130"/>
                    </a:cubicBezTo>
                    <a:lnTo>
                      <a:pt x="2411" y="6315"/>
                    </a:lnTo>
                    <a:cubicBezTo>
                      <a:pt x="2424" y="6355"/>
                      <a:pt x="2461" y="6378"/>
                      <a:pt x="2497" y="6378"/>
                    </a:cubicBezTo>
                    <a:cubicBezTo>
                      <a:pt x="2512" y="6378"/>
                      <a:pt x="2520" y="6374"/>
                      <a:pt x="2529" y="6370"/>
                    </a:cubicBezTo>
                    <a:cubicBezTo>
                      <a:pt x="2579" y="6351"/>
                      <a:pt x="2602" y="6296"/>
                      <a:pt x="2584" y="6250"/>
                    </a:cubicBezTo>
                    <a:lnTo>
                      <a:pt x="191" y="62"/>
                    </a:lnTo>
                    <a:cubicBezTo>
                      <a:pt x="177" y="23"/>
                      <a:pt x="142" y="0"/>
                      <a:pt x="10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0"/>
              <p:cNvSpPr/>
              <p:nvPr/>
            </p:nvSpPr>
            <p:spPr>
              <a:xfrm>
                <a:off x="1128025" y="3357550"/>
                <a:ext cx="99750" cy="43150"/>
              </a:xfrm>
              <a:custGeom>
                <a:rect b="b" l="l" r="r" t="t"/>
                <a:pathLst>
                  <a:path extrusionOk="0" h="1726" w="3990">
                    <a:moveTo>
                      <a:pt x="109" y="1"/>
                    </a:moveTo>
                    <a:cubicBezTo>
                      <a:pt x="72" y="1"/>
                      <a:pt x="36" y="23"/>
                      <a:pt x="18" y="62"/>
                    </a:cubicBezTo>
                    <a:cubicBezTo>
                      <a:pt x="1" y="107"/>
                      <a:pt x="24" y="161"/>
                      <a:pt x="73" y="180"/>
                    </a:cubicBezTo>
                    <a:lnTo>
                      <a:pt x="3847" y="1716"/>
                    </a:lnTo>
                    <a:cubicBezTo>
                      <a:pt x="3857" y="1720"/>
                      <a:pt x="3870" y="1726"/>
                      <a:pt x="3880" y="1726"/>
                    </a:cubicBezTo>
                    <a:cubicBezTo>
                      <a:pt x="3920" y="1726"/>
                      <a:pt x="3952" y="1703"/>
                      <a:pt x="3966" y="1665"/>
                    </a:cubicBezTo>
                    <a:cubicBezTo>
                      <a:pt x="3989" y="1616"/>
                      <a:pt x="3966" y="1566"/>
                      <a:pt x="3916" y="1543"/>
                    </a:cubicBezTo>
                    <a:lnTo>
                      <a:pt x="142" y="7"/>
                    </a:lnTo>
                    <a:cubicBezTo>
                      <a:pt x="131" y="3"/>
                      <a:pt x="120" y="1"/>
                      <a:pt x="10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0"/>
              <p:cNvSpPr/>
              <p:nvPr/>
            </p:nvSpPr>
            <p:spPr>
              <a:xfrm>
                <a:off x="1215425" y="3349950"/>
                <a:ext cx="32850" cy="32500"/>
              </a:xfrm>
              <a:custGeom>
                <a:rect b="b" l="l" r="r" t="t"/>
                <a:pathLst>
                  <a:path extrusionOk="0" h="1300" w="1314">
                    <a:moveTo>
                      <a:pt x="1211" y="1"/>
                    </a:moveTo>
                    <a:cubicBezTo>
                      <a:pt x="1187" y="1"/>
                      <a:pt x="1163" y="10"/>
                      <a:pt x="1144" y="28"/>
                    </a:cubicBezTo>
                    <a:lnTo>
                      <a:pt x="37" y="1140"/>
                    </a:lnTo>
                    <a:cubicBezTo>
                      <a:pt x="1" y="1176"/>
                      <a:pt x="1" y="1237"/>
                      <a:pt x="37" y="1273"/>
                    </a:cubicBezTo>
                    <a:cubicBezTo>
                      <a:pt x="56" y="1291"/>
                      <a:pt x="77" y="1300"/>
                      <a:pt x="100" y="1300"/>
                    </a:cubicBezTo>
                    <a:cubicBezTo>
                      <a:pt x="128" y="1300"/>
                      <a:pt x="151" y="1291"/>
                      <a:pt x="169" y="1273"/>
                    </a:cubicBezTo>
                    <a:lnTo>
                      <a:pt x="1276" y="160"/>
                    </a:lnTo>
                    <a:cubicBezTo>
                      <a:pt x="1314" y="124"/>
                      <a:pt x="1314" y="65"/>
                      <a:pt x="1276" y="28"/>
                    </a:cubicBezTo>
                    <a:cubicBezTo>
                      <a:pt x="1258" y="10"/>
                      <a:pt x="1234" y="1"/>
                      <a:pt x="121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0"/>
              <p:cNvSpPr/>
              <p:nvPr/>
            </p:nvSpPr>
            <p:spPr>
              <a:xfrm>
                <a:off x="1100325" y="3377725"/>
                <a:ext cx="142125" cy="61025"/>
              </a:xfrm>
              <a:custGeom>
                <a:rect b="b" l="l" r="r" t="t"/>
                <a:pathLst>
                  <a:path extrusionOk="0" h="2441" w="5685">
                    <a:moveTo>
                      <a:pt x="110" y="0"/>
                    </a:moveTo>
                    <a:cubicBezTo>
                      <a:pt x="73" y="0"/>
                      <a:pt x="37" y="21"/>
                      <a:pt x="20" y="57"/>
                    </a:cubicBezTo>
                    <a:cubicBezTo>
                      <a:pt x="1" y="107"/>
                      <a:pt x="24" y="162"/>
                      <a:pt x="70" y="180"/>
                    </a:cubicBezTo>
                    <a:lnTo>
                      <a:pt x="5543" y="2431"/>
                    </a:lnTo>
                    <a:cubicBezTo>
                      <a:pt x="5552" y="2436"/>
                      <a:pt x="5566" y="2440"/>
                      <a:pt x="5580" y="2440"/>
                    </a:cubicBezTo>
                    <a:cubicBezTo>
                      <a:pt x="5617" y="2440"/>
                      <a:pt x="5648" y="2417"/>
                      <a:pt x="5662" y="2381"/>
                    </a:cubicBezTo>
                    <a:cubicBezTo>
                      <a:pt x="5685" y="2331"/>
                      <a:pt x="5662" y="2276"/>
                      <a:pt x="5611" y="2259"/>
                    </a:cubicBezTo>
                    <a:lnTo>
                      <a:pt x="142" y="6"/>
                    </a:lnTo>
                    <a:cubicBezTo>
                      <a:pt x="132" y="2"/>
                      <a:pt x="121" y="0"/>
                      <a:pt x="11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0"/>
              <p:cNvSpPr/>
              <p:nvPr/>
            </p:nvSpPr>
            <p:spPr>
              <a:xfrm>
                <a:off x="1334825" y="3214725"/>
                <a:ext cx="198175" cy="246575"/>
              </a:xfrm>
              <a:custGeom>
                <a:rect b="b" l="l" r="r" t="t"/>
                <a:pathLst>
                  <a:path extrusionOk="0" h="9863" w="7927">
                    <a:moveTo>
                      <a:pt x="7630" y="0"/>
                    </a:moveTo>
                    <a:cubicBezTo>
                      <a:pt x="7630" y="1"/>
                      <a:pt x="2211" y="2494"/>
                      <a:pt x="1" y="9863"/>
                    </a:cubicBezTo>
                    <a:lnTo>
                      <a:pt x="4508" y="9863"/>
                    </a:lnTo>
                    <a:cubicBezTo>
                      <a:pt x="4508" y="9863"/>
                      <a:pt x="7927" y="4923"/>
                      <a:pt x="763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0"/>
              <p:cNvSpPr/>
              <p:nvPr/>
            </p:nvSpPr>
            <p:spPr>
              <a:xfrm>
                <a:off x="1087450" y="2817750"/>
                <a:ext cx="253800" cy="644800"/>
              </a:xfrm>
              <a:custGeom>
                <a:rect b="b" l="l" r="r" t="t"/>
                <a:pathLst>
                  <a:path extrusionOk="0" h="25792" w="10152">
                    <a:moveTo>
                      <a:pt x="1" y="0"/>
                    </a:moveTo>
                    <a:cubicBezTo>
                      <a:pt x="215" y="19981"/>
                      <a:pt x="10152" y="25792"/>
                      <a:pt x="10152" y="25792"/>
                    </a:cubicBezTo>
                    <a:cubicBezTo>
                      <a:pt x="9723" y="9134"/>
                      <a:pt x="1" y="1"/>
                      <a:pt x="1"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0"/>
              <p:cNvSpPr/>
              <p:nvPr/>
            </p:nvSpPr>
            <p:spPr>
              <a:xfrm>
                <a:off x="1085975" y="2817175"/>
                <a:ext cx="256750" cy="645950"/>
              </a:xfrm>
              <a:custGeom>
                <a:rect b="b" l="l" r="r" t="t"/>
                <a:pathLst>
                  <a:path extrusionOk="0" h="25838" w="10270">
                    <a:moveTo>
                      <a:pt x="120" y="0"/>
                    </a:moveTo>
                    <a:lnTo>
                      <a:pt x="1" y="46"/>
                    </a:lnTo>
                    <a:lnTo>
                      <a:pt x="10150" y="25838"/>
                    </a:lnTo>
                    <a:lnTo>
                      <a:pt x="10270" y="25792"/>
                    </a:lnTo>
                    <a:lnTo>
                      <a:pt x="12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0"/>
              <p:cNvSpPr/>
              <p:nvPr/>
            </p:nvSpPr>
            <p:spPr>
              <a:xfrm>
                <a:off x="1246525" y="3159775"/>
                <a:ext cx="43775" cy="66450"/>
              </a:xfrm>
              <a:custGeom>
                <a:rect b="b" l="l" r="r" t="t"/>
                <a:pathLst>
                  <a:path extrusionOk="0" h="2658" w="1751">
                    <a:moveTo>
                      <a:pt x="1641" y="1"/>
                    </a:moveTo>
                    <a:lnTo>
                      <a:pt x="1" y="2590"/>
                    </a:lnTo>
                    <a:lnTo>
                      <a:pt x="110" y="2658"/>
                    </a:lnTo>
                    <a:lnTo>
                      <a:pt x="1751" y="70"/>
                    </a:lnTo>
                    <a:lnTo>
                      <a:pt x="16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0"/>
              <p:cNvSpPr/>
              <p:nvPr/>
            </p:nvSpPr>
            <p:spPr>
              <a:xfrm>
                <a:off x="1117200" y="3081950"/>
                <a:ext cx="79800" cy="14975"/>
              </a:xfrm>
              <a:custGeom>
                <a:rect b="b" l="l" r="r" t="t"/>
                <a:pathLst>
                  <a:path extrusionOk="0" h="599" w="3192">
                    <a:moveTo>
                      <a:pt x="24" y="1"/>
                    </a:moveTo>
                    <a:lnTo>
                      <a:pt x="1" y="124"/>
                    </a:lnTo>
                    <a:lnTo>
                      <a:pt x="3169" y="598"/>
                    </a:lnTo>
                    <a:lnTo>
                      <a:pt x="3192" y="471"/>
                    </a:lnTo>
                    <a:lnTo>
                      <a:pt x="2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0"/>
              <p:cNvSpPr/>
              <p:nvPr/>
            </p:nvSpPr>
            <p:spPr>
              <a:xfrm>
                <a:off x="1171800" y="2960400"/>
                <a:ext cx="26425" cy="76025"/>
              </a:xfrm>
              <a:custGeom>
                <a:rect b="b" l="l" r="r" t="t"/>
                <a:pathLst>
                  <a:path extrusionOk="0" h="3041" w="1057">
                    <a:moveTo>
                      <a:pt x="934" y="1"/>
                    </a:moveTo>
                    <a:lnTo>
                      <a:pt x="0" y="2999"/>
                    </a:lnTo>
                    <a:lnTo>
                      <a:pt x="123" y="3040"/>
                    </a:lnTo>
                    <a:lnTo>
                      <a:pt x="1057" y="37"/>
                    </a:lnTo>
                    <a:lnTo>
                      <a:pt x="9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0"/>
              <p:cNvSpPr/>
              <p:nvPr/>
            </p:nvSpPr>
            <p:spPr>
              <a:xfrm>
                <a:off x="1220450" y="3332750"/>
                <a:ext cx="77850" cy="21100"/>
              </a:xfrm>
              <a:custGeom>
                <a:rect b="b" l="l" r="r" t="t"/>
                <a:pathLst>
                  <a:path extrusionOk="0" h="844" w="3114">
                    <a:moveTo>
                      <a:pt x="27" y="0"/>
                    </a:moveTo>
                    <a:lnTo>
                      <a:pt x="0" y="124"/>
                    </a:lnTo>
                    <a:lnTo>
                      <a:pt x="3081" y="844"/>
                    </a:lnTo>
                    <a:lnTo>
                      <a:pt x="3113" y="721"/>
                    </a:lnTo>
                    <a:lnTo>
                      <a:pt x="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0"/>
              <p:cNvSpPr/>
              <p:nvPr/>
            </p:nvSpPr>
            <p:spPr>
              <a:xfrm>
                <a:off x="1298275" y="2789025"/>
                <a:ext cx="213650" cy="672275"/>
              </a:xfrm>
              <a:custGeom>
                <a:rect b="b" l="l" r="r" t="t"/>
                <a:pathLst>
                  <a:path extrusionOk="0" h="26891" w="8546">
                    <a:moveTo>
                      <a:pt x="6203" y="1"/>
                    </a:moveTo>
                    <a:cubicBezTo>
                      <a:pt x="6203" y="1"/>
                      <a:pt x="0" y="11194"/>
                      <a:pt x="1723" y="26891"/>
                    </a:cubicBezTo>
                    <a:cubicBezTo>
                      <a:pt x="1723" y="26891"/>
                      <a:pt x="7333" y="19763"/>
                      <a:pt x="7461" y="15784"/>
                    </a:cubicBezTo>
                    <a:lnTo>
                      <a:pt x="5154" y="15784"/>
                    </a:lnTo>
                    <a:lnTo>
                      <a:pt x="7461" y="14818"/>
                    </a:lnTo>
                    <a:cubicBezTo>
                      <a:pt x="7461" y="14818"/>
                      <a:pt x="8545" y="4818"/>
                      <a:pt x="620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0"/>
              <p:cNvSpPr/>
              <p:nvPr/>
            </p:nvSpPr>
            <p:spPr>
              <a:xfrm>
                <a:off x="1339050" y="2788675"/>
                <a:ext cx="116600" cy="673100"/>
              </a:xfrm>
              <a:custGeom>
                <a:rect b="b" l="l" r="r" t="t"/>
                <a:pathLst>
                  <a:path extrusionOk="0" h="26924" w="4664">
                    <a:moveTo>
                      <a:pt x="4480" y="0"/>
                    </a:moveTo>
                    <a:lnTo>
                      <a:pt x="0" y="26891"/>
                    </a:lnTo>
                    <a:lnTo>
                      <a:pt x="183" y="26923"/>
                    </a:lnTo>
                    <a:lnTo>
                      <a:pt x="4663" y="33"/>
                    </a:lnTo>
                    <a:lnTo>
                      <a:pt x="448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0"/>
              <p:cNvSpPr/>
              <p:nvPr/>
            </p:nvSpPr>
            <p:spPr>
              <a:xfrm>
                <a:off x="1344500" y="3101350"/>
                <a:ext cx="40250" cy="112925"/>
              </a:xfrm>
              <a:custGeom>
                <a:rect b="b" l="l" r="r" t="t"/>
                <a:pathLst>
                  <a:path extrusionOk="0" h="4517" w="1610">
                    <a:moveTo>
                      <a:pt x="252" y="0"/>
                    </a:moveTo>
                    <a:lnTo>
                      <a:pt x="252" y="0"/>
                    </a:lnTo>
                    <a:cubicBezTo>
                      <a:pt x="238" y="73"/>
                      <a:pt x="1" y="1833"/>
                      <a:pt x="1446" y="4517"/>
                    </a:cubicBezTo>
                    <a:lnTo>
                      <a:pt x="1610" y="4430"/>
                    </a:lnTo>
                    <a:cubicBezTo>
                      <a:pt x="198" y="1801"/>
                      <a:pt x="434" y="45"/>
                      <a:pt x="434" y="28"/>
                    </a:cubicBezTo>
                    <a:lnTo>
                      <a:pt x="25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0"/>
              <p:cNvSpPr/>
              <p:nvPr/>
            </p:nvSpPr>
            <p:spPr>
              <a:xfrm>
                <a:off x="1340075" y="3169125"/>
                <a:ext cx="36600" cy="92650"/>
              </a:xfrm>
              <a:custGeom>
                <a:rect b="b" l="l" r="r" t="t"/>
                <a:pathLst>
                  <a:path extrusionOk="0" h="3706" w="1464">
                    <a:moveTo>
                      <a:pt x="28" y="1"/>
                    </a:moveTo>
                    <a:cubicBezTo>
                      <a:pt x="28" y="87"/>
                      <a:pt x="1" y="2111"/>
                      <a:pt x="1318" y="3706"/>
                    </a:cubicBezTo>
                    <a:lnTo>
                      <a:pt x="1463" y="3583"/>
                    </a:lnTo>
                    <a:cubicBezTo>
                      <a:pt x="192" y="2043"/>
                      <a:pt x="215" y="24"/>
                      <a:pt x="215" y="5"/>
                    </a:cubicBezTo>
                    <a:lnTo>
                      <a:pt x="28"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0"/>
              <p:cNvSpPr/>
              <p:nvPr/>
            </p:nvSpPr>
            <p:spPr>
              <a:xfrm>
                <a:off x="1401725" y="2996400"/>
                <a:ext cx="91150" cy="99825"/>
              </a:xfrm>
              <a:custGeom>
                <a:rect b="b" l="l" r="r" t="t"/>
                <a:pathLst>
                  <a:path extrusionOk="0" h="3993" w="3646">
                    <a:moveTo>
                      <a:pt x="3469" y="0"/>
                    </a:moveTo>
                    <a:cubicBezTo>
                      <a:pt x="2461" y="2840"/>
                      <a:pt x="23" y="3811"/>
                      <a:pt x="0" y="3820"/>
                    </a:cubicBezTo>
                    <a:lnTo>
                      <a:pt x="64" y="3993"/>
                    </a:lnTo>
                    <a:cubicBezTo>
                      <a:pt x="91" y="3984"/>
                      <a:pt x="2607" y="2985"/>
                      <a:pt x="3646" y="59"/>
                    </a:cubicBezTo>
                    <a:lnTo>
                      <a:pt x="3469"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0"/>
              <p:cNvSpPr/>
              <p:nvPr/>
            </p:nvSpPr>
            <p:spPr>
              <a:xfrm>
                <a:off x="1363225" y="3263800"/>
                <a:ext cx="101075" cy="66250"/>
              </a:xfrm>
              <a:custGeom>
                <a:rect b="b" l="l" r="r" t="t"/>
                <a:pathLst>
                  <a:path extrusionOk="0" h="2650" w="4043">
                    <a:moveTo>
                      <a:pt x="3906" y="1"/>
                    </a:moveTo>
                    <a:cubicBezTo>
                      <a:pt x="1887" y="2157"/>
                      <a:pt x="23" y="2462"/>
                      <a:pt x="0" y="2462"/>
                    </a:cubicBezTo>
                    <a:lnTo>
                      <a:pt x="32" y="2649"/>
                    </a:lnTo>
                    <a:cubicBezTo>
                      <a:pt x="109" y="2636"/>
                      <a:pt x="1978" y="2335"/>
                      <a:pt x="4043" y="129"/>
                    </a:cubicBezTo>
                    <a:lnTo>
                      <a:pt x="3906"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0"/>
              <p:cNvSpPr/>
              <p:nvPr/>
            </p:nvSpPr>
            <p:spPr>
              <a:xfrm>
                <a:off x="1428050" y="3121600"/>
                <a:ext cx="20875" cy="20900"/>
              </a:xfrm>
              <a:custGeom>
                <a:rect b="b" l="l" r="r" t="t"/>
                <a:pathLst>
                  <a:path extrusionOk="0" h="836" w="835">
                    <a:moveTo>
                      <a:pt x="419" y="188"/>
                    </a:moveTo>
                    <a:cubicBezTo>
                      <a:pt x="547" y="188"/>
                      <a:pt x="647" y="293"/>
                      <a:pt x="647" y="421"/>
                    </a:cubicBezTo>
                    <a:cubicBezTo>
                      <a:pt x="647" y="548"/>
                      <a:pt x="547" y="648"/>
                      <a:pt x="419" y="648"/>
                    </a:cubicBezTo>
                    <a:cubicBezTo>
                      <a:pt x="292" y="648"/>
                      <a:pt x="187" y="548"/>
                      <a:pt x="187" y="421"/>
                    </a:cubicBezTo>
                    <a:cubicBezTo>
                      <a:pt x="187" y="293"/>
                      <a:pt x="292" y="188"/>
                      <a:pt x="419" y="188"/>
                    </a:cubicBezTo>
                    <a:close/>
                    <a:moveTo>
                      <a:pt x="419" y="1"/>
                    </a:moveTo>
                    <a:cubicBezTo>
                      <a:pt x="187" y="1"/>
                      <a:pt x="1" y="188"/>
                      <a:pt x="1" y="421"/>
                    </a:cubicBezTo>
                    <a:cubicBezTo>
                      <a:pt x="1" y="648"/>
                      <a:pt x="187" y="835"/>
                      <a:pt x="419" y="835"/>
                    </a:cubicBezTo>
                    <a:cubicBezTo>
                      <a:pt x="647" y="835"/>
                      <a:pt x="834" y="648"/>
                      <a:pt x="834" y="421"/>
                    </a:cubicBezTo>
                    <a:cubicBezTo>
                      <a:pt x="834" y="188"/>
                      <a:pt x="647" y="1"/>
                      <a:pt x="41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0"/>
              <p:cNvSpPr/>
              <p:nvPr/>
            </p:nvSpPr>
            <p:spPr>
              <a:xfrm>
                <a:off x="1464150" y="3158300"/>
                <a:ext cx="133800" cy="305400"/>
              </a:xfrm>
              <a:custGeom>
                <a:rect b="b" l="l" r="r" t="t"/>
                <a:pathLst>
                  <a:path extrusionOk="0" h="12216" w="5352">
                    <a:moveTo>
                      <a:pt x="5251" y="1"/>
                    </a:moveTo>
                    <a:cubicBezTo>
                      <a:pt x="5193" y="1"/>
                      <a:pt x="5164" y="39"/>
                      <a:pt x="5160" y="87"/>
                    </a:cubicBezTo>
                    <a:cubicBezTo>
                      <a:pt x="4887" y="5922"/>
                      <a:pt x="78" y="12001"/>
                      <a:pt x="33" y="12065"/>
                    </a:cubicBezTo>
                    <a:cubicBezTo>
                      <a:pt x="0" y="12102"/>
                      <a:pt x="6" y="12161"/>
                      <a:pt x="46" y="12193"/>
                    </a:cubicBezTo>
                    <a:cubicBezTo>
                      <a:pt x="65" y="12206"/>
                      <a:pt x="82" y="12216"/>
                      <a:pt x="105" y="12216"/>
                    </a:cubicBezTo>
                    <a:cubicBezTo>
                      <a:pt x="133" y="12216"/>
                      <a:pt x="160" y="12202"/>
                      <a:pt x="179" y="12179"/>
                    </a:cubicBezTo>
                    <a:cubicBezTo>
                      <a:pt x="225" y="12120"/>
                      <a:pt x="5069" y="5990"/>
                      <a:pt x="5347" y="97"/>
                    </a:cubicBezTo>
                    <a:cubicBezTo>
                      <a:pt x="5352" y="47"/>
                      <a:pt x="5311" y="1"/>
                      <a:pt x="5261" y="1"/>
                    </a:cubicBezTo>
                    <a:cubicBezTo>
                      <a:pt x="5258" y="1"/>
                      <a:pt x="5254" y="1"/>
                      <a:pt x="525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0"/>
              <p:cNvSpPr/>
              <p:nvPr/>
            </p:nvSpPr>
            <p:spPr>
              <a:xfrm>
                <a:off x="1582300" y="3192900"/>
                <a:ext cx="51425" cy="38250"/>
              </a:xfrm>
              <a:custGeom>
                <a:rect b="b" l="l" r="r" t="t"/>
                <a:pathLst>
                  <a:path extrusionOk="0" h="1530" w="2057">
                    <a:moveTo>
                      <a:pt x="1949" y="0"/>
                    </a:moveTo>
                    <a:cubicBezTo>
                      <a:pt x="1931" y="0"/>
                      <a:pt x="1913" y="5"/>
                      <a:pt x="1898" y="16"/>
                    </a:cubicBezTo>
                    <a:lnTo>
                      <a:pt x="51" y="1360"/>
                    </a:lnTo>
                    <a:cubicBezTo>
                      <a:pt x="11" y="1393"/>
                      <a:pt x="1" y="1448"/>
                      <a:pt x="33" y="1488"/>
                    </a:cubicBezTo>
                    <a:cubicBezTo>
                      <a:pt x="51" y="1516"/>
                      <a:pt x="79" y="1530"/>
                      <a:pt x="106" y="1530"/>
                    </a:cubicBezTo>
                    <a:cubicBezTo>
                      <a:pt x="129" y="1530"/>
                      <a:pt x="148" y="1524"/>
                      <a:pt x="161" y="1511"/>
                    </a:cubicBezTo>
                    <a:lnTo>
                      <a:pt x="2007" y="167"/>
                    </a:lnTo>
                    <a:cubicBezTo>
                      <a:pt x="2048" y="139"/>
                      <a:pt x="2056" y="80"/>
                      <a:pt x="2025" y="39"/>
                    </a:cubicBezTo>
                    <a:cubicBezTo>
                      <a:pt x="2008" y="14"/>
                      <a:pt x="1978" y="0"/>
                      <a:pt x="1949"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0"/>
              <p:cNvSpPr/>
              <p:nvPr/>
            </p:nvSpPr>
            <p:spPr>
              <a:xfrm>
                <a:off x="1555075" y="3226475"/>
                <a:ext cx="17700" cy="52400"/>
              </a:xfrm>
              <a:custGeom>
                <a:rect b="b" l="l" r="r" t="t"/>
                <a:pathLst>
                  <a:path extrusionOk="0" h="2096" w="708">
                    <a:moveTo>
                      <a:pt x="109" y="0"/>
                    </a:moveTo>
                    <a:cubicBezTo>
                      <a:pt x="100" y="0"/>
                      <a:pt x="91" y="2"/>
                      <a:pt x="82" y="4"/>
                    </a:cubicBezTo>
                    <a:cubicBezTo>
                      <a:pt x="33" y="13"/>
                      <a:pt x="0" y="68"/>
                      <a:pt x="15" y="118"/>
                    </a:cubicBezTo>
                    <a:lnTo>
                      <a:pt x="511" y="2028"/>
                    </a:lnTo>
                    <a:cubicBezTo>
                      <a:pt x="520" y="2068"/>
                      <a:pt x="562" y="2095"/>
                      <a:pt x="602" y="2095"/>
                    </a:cubicBezTo>
                    <a:lnTo>
                      <a:pt x="625" y="2095"/>
                    </a:lnTo>
                    <a:cubicBezTo>
                      <a:pt x="675" y="2082"/>
                      <a:pt x="707" y="2032"/>
                      <a:pt x="694" y="1982"/>
                    </a:cubicBezTo>
                    <a:lnTo>
                      <a:pt x="197" y="68"/>
                    </a:lnTo>
                    <a:cubicBezTo>
                      <a:pt x="186" y="26"/>
                      <a:pt x="150" y="0"/>
                      <a:pt x="109"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0"/>
              <p:cNvSpPr/>
              <p:nvPr/>
            </p:nvSpPr>
            <p:spPr>
              <a:xfrm>
                <a:off x="1528400" y="3325350"/>
                <a:ext cx="82325" cy="42300"/>
              </a:xfrm>
              <a:custGeom>
                <a:rect b="b" l="l" r="r" t="t"/>
                <a:pathLst>
                  <a:path extrusionOk="0" h="1692" w="3293">
                    <a:moveTo>
                      <a:pt x="3187" y="0"/>
                    </a:moveTo>
                    <a:cubicBezTo>
                      <a:pt x="3173" y="0"/>
                      <a:pt x="3159" y="3"/>
                      <a:pt x="3146" y="10"/>
                    </a:cubicBezTo>
                    <a:lnTo>
                      <a:pt x="70" y="1514"/>
                    </a:lnTo>
                    <a:cubicBezTo>
                      <a:pt x="24" y="1537"/>
                      <a:pt x="1" y="1592"/>
                      <a:pt x="24" y="1641"/>
                    </a:cubicBezTo>
                    <a:cubicBezTo>
                      <a:pt x="43" y="1674"/>
                      <a:pt x="74" y="1691"/>
                      <a:pt x="110" y="1691"/>
                    </a:cubicBezTo>
                    <a:cubicBezTo>
                      <a:pt x="125" y="1691"/>
                      <a:pt x="138" y="1687"/>
                      <a:pt x="152" y="1682"/>
                    </a:cubicBezTo>
                    <a:lnTo>
                      <a:pt x="3228" y="178"/>
                    </a:lnTo>
                    <a:cubicBezTo>
                      <a:pt x="3274" y="155"/>
                      <a:pt x="3292" y="101"/>
                      <a:pt x="3269" y="55"/>
                    </a:cubicBezTo>
                    <a:cubicBezTo>
                      <a:pt x="3253" y="20"/>
                      <a:pt x="3221" y="0"/>
                      <a:pt x="318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0"/>
              <p:cNvSpPr/>
              <p:nvPr/>
            </p:nvSpPr>
            <p:spPr>
              <a:xfrm>
                <a:off x="1506425" y="3065675"/>
                <a:ext cx="65550" cy="126375"/>
              </a:xfrm>
              <a:custGeom>
                <a:rect b="b" l="l" r="r" t="t"/>
                <a:pathLst>
                  <a:path extrusionOk="0" h="5055" w="2622">
                    <a:moveTo>
                      <a:pt x="2417" y="296"/>
                    </a:moveTo>
                    <a:lnTo>
                      <a:pt x="2417" y="296"/>
                    </a:lnTo>
                    <a:cubicBezTo>
                      <a:pt x="2188" y="2795"/>
                      <a:pt x="689" y="4312"/>
                      <a:pt x="196" y="4754"/>
                    </a:cubicBezTo>
                    <a:cubicBezTo>
                      <a:pt x="339" y="2170"/>
                      <a:pt x="1906" y="707"/>
                      <a:pt x="2417" y="296"/>
                    </a:cubicBezTo>
                    <a:close/>
                    <a:moveTo>
                      <a:pt x="2526" y="1"/>
                    </a:moveTo>
                    <a:cubicBezTo>
                      <a:pt x="2508" y="1"/>
                      <a:pt x="2490" y="6"/>
                      <a:pt x="2476" y="18"/>
                    </a:cubicBezTo>
                    <a:cubicBezTo>
                      <a:pt x="2453" y="33"/>
                      <a:pt x="83" y="1642"/>
                      <a:pt x="1" y="4959"/>
                    </a:cubicBezTo>
                    <a:cubicBezTo>
                      <a:pt x="1" y="4991"/>
                      <a:pt x="19" y="5027"/>
                      <a:pt x="51" y="5041"/>
                    </a:cubicBezTo>
                    <a:cubicBezTo>
                      <a:pt x="65" y="5050"/>
                      <a:pt x="78" y="5055"/>
                      <a:pt x="92" y="5055"/>
                    </a:cubicBezTo>
                    <a:cubicBezTo>
                      <a:pt x="114" y="5055"/>
                      <a:pt x="133" y="5046"/>
                      <a:pt x="151" y="5033"/>
                    </a:cubicBezTo>
                    <a:cubicBezTo>
                      <a:pt x="174" y="5018"/>
                      <a:pt x="2417" y="3304"/>
                      <a:pt x="2621" y="101"/>
                    </a:cubicBezTo>
                    <a:cubicBezTo>
                      <a:pt x="2621" y="64"/>
                      <a:pt x="2603" y="33"/>
                      <a:pt x="2571" y="14"/>
                    </a:cubicBezTo>
                    <a:cubicBezTo>
                      <a:pt x="2558" y="5"/>
                      <a:pt x="2542" y="1"/>
                      <a:pt x="2526"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0"/>
              <p:cNvSpPr/>
              <p:nvPr/>
            </p:nvSpPr>
            <p:spPr>
              <a:xfrm>
                <a:off x="1248250" y="2911450"/>
                <a:ext cx="66675" cy="174425"/>
              </a:xfrm>
              <a:custGeom>
                <a:rect b="b" l="l" r="r" t="t"/>
                <a:pathLst>
                  <a:path extrusionOk="0" h="6977" w="2667">
                    <a:moveTo>
                      <a:pt x="515" y="409"/>
                    </a:moveTo>
                    <a:cubicBezTo>
                      <a:pt x="980" y="1242"/>
                      <a:pt x="2311" y="3945"/>
                      <a:pt x="1928" y="6657"/>
                    </a:cubicBezTo>
                    <a:cubicBezTo>
                      <a:pt x="1522" y="6101"/>
                      <a:pt x="314" y="4114"/>
                      <a:pt x="515" y="409"/>
                    </a:cubicBezTo>
                    <a:close/>
                    <a:moveTo>
                      <a:pt x="440" y="1"/>
                    </a:moveTo>
                    <a:cubicBezTo>
                      <a:pt x="433" y="1"/>
                      <a:pt x="426" y="1"/>
                      <a:pt x="419" y="3"/>
                    </a:cubicBezTo>
                    <a:cubicBezTo>
                      <a:pt x="383" y="12"/>
                      <a:pt x="356" y="49"/>
                      <a:pt x="351" y="89"/>
                    </a:cubicBezTo>
                    <a:cubicBezTo>
                      <a:pt x="1" y="4807"/>
                      <a:pt x="1837" y="6862"/>
                      <a:pt x="1919" y="6944"/>
                    </a:cubicBezTo>
                    <a:cubicBezTo>
                      <a:pt x="1932" y="6967"/>
                      <a:pt x="1960" y="6976"/>
                      <a:pt x="1987" y="6976"/>
                    </a:cubicBezTo>
                    <a:cubicBezTo>
                      <a:pt x="1997" y="6976"/>
                      <a:pt x="2001" y="6976"/>
                      <a:pt x="2010" y="6972"/>
                    </a:cubicBezTo>
                    <a:cubicBezTo>
                      <a:pt x="2046" y="6963"/>
                      <a:pt x="2069" y="6936"/>
                      <a:pt x="2079" y="6898"/>
                    </a:cubicBezTo>
                    <a:cubicBezTo>
                      <a:pt x="2666" y="3508"/>
                      <a:pt x="542" y="81"/>
                      <a:pt x="524" y="44"/>
                    </a:cubicBezTo>
                    <a:cubicBezTo>
                      <a:pt x="505" y="17"/>
                      <a:pt x="474" y="1"/>
                      <a:pt x="44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0"/>
              <p:cNvSpPr/>
              <p:nvPr/>
            </p:nvSpPr>
            <p:spPr>
              <a:xfrm>
                <a:off x="1137500" y="2096375"/>
                <a:ext cx="872475" cy="793100"/>
              </a:xfrm>
              <a:custGeom>
                <a:rect b="b" l="l" r="r" t="t"/>
                <a:pathLst>
                  <a:path extrusionOk="0" h="31724" w="34899">
                    <a:moveTo>
                      <a:pt x="11584" y="0"/>
                    </a:moveTo>
                    <a:cubicBezTo>
                      <a:pt x="10271" y="0"/>
                      <a:pt x="8774" y="262"/>
                      <a:pt x="7110" y="953"/>
                    </a:cubicBezTo>
                    <a:cubicBezTo>
                      <a:pt x="1107" y="5329"/>
                      <a:pt x="2807" y="11080"/>
                      <a:pt x="2807" y="11080"/>
                    </a:cubicBezTo>
                    <a:cubicBezTo>
                      <a:pt x="3829" y="12898"/>
                      <a:pt x="7675" y="11764"/>
                      <a:pt x="9206" y="13040"/>
                    </a:cubicBezTo>
                    <a:cubicBezTo>
                      <a:pt x="10495" y="14114"/>
                      <a:pt x="9901" y="15669"/>
                      <a:pt x="8056" y="15669"/>
                    </a:cubicBezTo>
                    <a:cubicBezTo>
                      <a:pt x="7701" y="15669"/>
                      <a:pt x="7301" y="15612"/>
                      <a:pt x="6859" y="15483"/>
                    </a:cubicBezTo>
                    <a:cubicBezTo>
                      <a:pt x="4116" y="14676"/>
                      <a:pt x="1440" y="12816"/>
                      <a:pt x="1440" y="12816"/>
                    </a:cubicBezTo>
                    <a:lnTo>
                      <a:pt x="1440" y="12816"/>
                    </a:lnTo>
                    <a:cubicBezTo>
                      <a:pt x="0" y="15155"/>
                      <a:pt x="1518" y="18582"/>
                      <a:pt x="1518" y="18582"/>
                    </a:cubicBezTo>
                    <a:cubicBezTo>
                      <a:pt x="1924" y="18939"/>
                      <a:pt x="2470" y="19067"/>
                      <a:pt x="3085" y="19067"/>
                    </a:cubicBezTo>
                    <a:cubicBezTo>
                      <a:pt x="4292" y="19067"/>
                      <a:pt x="5768" y="18576"/>
                      <a:pt x="6996" y="18359"/>
                    </a:cubicBezTo>
                    <a:cubicBezTo>
                      <a:pt x="7157" y="18330"/>
                      <a:pt x="7326" y="18317"/>
                      <a:pt x="7498" y="18317"/>
                    </a:cubicBezTo>
                    <a:cubicBezTo>
                      <a:pt x="9314" y="18317"/>
                      <a:pt x="11567" y="19811"/>
                      <a:pt x="10031" y="21135"/>
                    </a:cubicBezTo>
                    <a:cubicBezTo>
                      <a:pt x="9570" y="21534"/>
                      <a:pt x="8754" y="21679"/>
                      <a:pt x="7813" y="21679"/>
                    </a:cubicBezTo>
                    <a:cubicBezTo>
                      <a:pt x="5330" y="21679"/>
                      <a:pt x="1974" y="20670"/>
                      <a:pt x="1974" y="20670"/>
                    </a:cubicBezTo>
                    <a:lnTo>
                      <a:pt x="1974" y="20670"/>
                    </a:lnTo>
                    <a:cubicBezTo>
                      <a:pt x="2466" y="22633"/>
                      <a:pt x="3815" y="25035"/>
                      <a:pt x="3815" y="25035"/>
                    </a:cubicBezTo>
                    <a:cubicBezTo>
                      <a:pt x="3815" y="25035"/>
                      <a:pt x="4715" y="26695"/>
                      <a:pt x="6194" y="26695"/>
                    </a:cubicBezTo>
                    <a:cubicBezTo>
                      <a:pt x="6273" y="26695"/>
                      <a:pt x="6353" y="26691"/>
                      <a:pt x="6436" y="26681"/>
                    </a:cubicBezTo>
                    <a:cubicBezTo>
                      <a:pt x="7169" y="26590"/>
                      <a:pt x="8108" y="26467"/>
                      <a:pt x="8926" y="26467"/>
                    </a:cubicBezTo>
                    <a:cubicBezTo>
                      <a:pt x="9919" y="26467"/>
                      <a:pt x="10735" y="26648"/>
                      <a:pt x="10792" y="27288"/>
                    </a:cubicBezTo>
                    <a:cubicBezTo>
                      <a:pt x="10879" y="28263"/>
                      <a:pt x="10210" y="28579"/>
                      <a:pt x="9308" y="28579"/>
                    </a:cubicBezTo>
                    <a:cubicBezTo>
                      <a:pt x="7652" y="28579"/>
                      <a:pt x="5210" y="27515"/>
                      <a:pt x="5209" y="27515"/>
                    </a:cubicBezTo>
                    <a:lnTo>
                      <a:pt x="5209" y="27515"/>
                    </a:lnTo>
                    <a:cubicBezTo>
                      <a:pt x="7681" y="30831"/>
                      <a:pt x="11812" y="31723"/>
                      <a:pt x="15543" y="31723"/>
                    </a:cubicBezTo>
                    <a:cubicBezTo>
                      <a:pt x="19895" y="31723"/>
                      <a:pt x="23704" y="30509"/>
                      <a:pt x="23704" y="30509"/>
                    </a:cubicBezTo>
                    <a:cubicBezTo>
                      <a:pt x="23704" y="30509"/>
                      <a:pt x="34898" y="20506"/>
                      <a:pt x="30063" y="11892"/>
                    </a:cubicBezTo>
                    <a:lnTo>
                      <a:pt x="30063" y="11892"/>
                    </a:lnTo>
                    <a:cubicBezTo>
                      <a:pt x="30062" y="11892"/>
                      <a:pt x="28928" y="17342"/>
                      <a:pt x="27373" y="17342"/>
                    </a:cubicBezTo>
                    <a:cubicBezTo>
                      <a:pt x="27152" y="17342"/>
                      <a:pt x="26921" y="17231"/>
                      <a:pt x="26685" y="16978"/>
                    </a:cubicBezTo>
                    <a:cubicBezTo>
                      <a:pt x="25382" y="15588"/>
                      <a:pt x="27114" y="14808"/>
                      <a:pt x="28125" y="13527"/>
                    </a:cubicBezTo>
                    <a:cubicBezTo>
                      <a:pt x="29142" y="12242"/>
                      <a:pt x="29383" y="10679"/>
                      <a:pt x="29383" y="10679"/>
                    </a:cubicBezTo>
                    <a:cubicBezTo>
                      <a:pt x="29383" y="10679"/>
                      <a:pt x="28035" y="8277"/>
                      <a:pt x="26613" y="6837"/>
                    </a:cubicBezTo>
                    <a:cubicBezTo>
                      <a:pt x="26613" y="6837"/>
                      <a:pt x="24935" y="13281"/>
                      <a:pt x="22816" y="13960"/>
                    </a:cubicBezTo>
                    <a:cubicBezTo>
                      <a:pt x="22623" y="14022"/>
                      <a:pt x="22448" y="14051"/>
                      <a:pt x="22291" y="14051"/>
                    </a:cubicBezTo>
                    <a:cubicBezTo>
                      <a:pt x="20726" y="14051"/>
                      <a:pt x="20897" y="11202"/>
                      <a:pt x="22027" y="9917"/>
                    </a:cubicBezTo>
                    <a:cubicBezTo>
                      <a:pt x="23272" y="8510"/>
                      <a:pt x="25345" y="6937"/>
                      <a:pt x="25071" y="5360"/>
                    </a:cubicBezTo>
                    <a:cubicBezTo>
                      <a:pt x="25071" y="5360"/>
                      <a:pt x="22940" y="2288"/>
                      <a:pt x="20202" y="2288"/>
                    </a:cubicBezTo>
                    <a:cubicBezTo>
                      <a:pt x="20198" y="2288"/>
                      <a:pt x="20195" y="2288"/>
                      <a:pt x="20191" y="2288"/>
                    </a:cubicBezTo>
                    <a:cubicBezTo>
                      <a:pt x="20191" y="2288"/>
                      <a:pt x="20386" y="5542"/>
                      <a:pt x="19644" y="8304"/>
                    </a:cubicBezTo>
                    <a:cubicBezTo>
                      <a:pt x="19246" y="9785"/>
                      <a:pt x="18408" y="10456"/>
                      <a:pt x="17672" y="10456"/>
                    </a:cubicBezTo>
                    <a:cubicBezTo>
                      <a:pt x="17034" y="10456"/>
                      <a:pt x="16472" y="9953"/>
                      <a:pt x="16335" y="9038"/>
                    </a:cubicBezTo>
                    <a:cubicBezTo>
                      <a:pt x="16043" y="7065"/>
                      <a:pt x="19015" y="4376"/>
                      <a:pt x="17994" y="2553"/>
                    </a:cubicBezTo>
                    <a:cubicBezTo>
                      <a:pt x="17994" y="2553"/>
                      <a:pt x="15685" y="0"/>
                      <a:pt x="11584"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0"/>
              <p:cNvSpPr/>
              <p:nvPr/>
            </p:nvSpPr>
            <p:spPr>
              <a:xfrm>
                <a:off x="1311825" y="2117250"/>
                <a:ext cx="421700" cy="744850"/>
              </a:xfrm>
              <a:custGeom>
                <a:rect b="b" l="l" r="r" t="t"/>
                <a:pathLst>
                  <a:path extrusionOk="0" h="29794" w="16868">
                    <a:moveTo>
                      <a:pt x="139" y="0"/>
                    </a:moveTo>
                    <a:cubicBezTo>
                      <a:pt x="118" y="0"/>
                      <a:pt x="97" y="6"/>
                      <a:pt x="77" y="18"/>
                    </a:cubicBezTo>
                    <a:cubicBezTo>
                      <a:pt x="18" y="49"/>
                      <a:pt x="1" y="123"/>
                      <a:pt x="32" y="177"/>
                    </a:cubicBezTo>
                    <a:lnTo>
                      <a:pt x="16627" y="29734"/>
                    </a:lnTo>
                    <a:cubicBezTo>
                      <a:pt x="16649" y="29775"/>
                      <a:pt x="16691" y="29793"/>
                      <a:pt x="16731" y="29793"/>
                    </a:cubicBezTo>
                    <a:cubicBezTo>
                      <a:pt x="16750" y="29793"/>
                      <a:pt x="16768" y="29789"/>
                      <a:pt x="16786" y="29779"/>
                    </a:cubicBezTo>
                    <a:cubicBezTo>
                      <a:pt x="16846" y="29747"/>
                      <a:pt x="16868" y="29674"/>
                      <a:pt x="16832" y="29615"/>
                    </a:cubicBezTo>
                    <a:lnTo>
                      <a:pt x="241" y="64"/>
                    </a:lnTo>
                    <a:cubicBezTo>
                      <a:pt x="220" y="23"/>
                      <a:pt x="181" y="0"/>
                      <a:pt x="1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0"/>
              <p:cNvSpPr/>
              <p:nvPr/>
            </p:nvSpPr>
            <p:spPr>
              <a:xfrm>
                <a:off x="1437475" y="2106850"/>
                <a:ext cx="72500" cy="240100"/>
              </a:xfrm>
              <a:custGeom>
                <a:rect b="b" l="l" r="r" t="t"/>
                <a:pathLst>
                  <a:path extrusionOk="0" h="9604" w="2900">
                    <a:moveTo>
                      <a:pt x="2767" y="0"/>
                    </a:moveTo>
                    <a:cubicBezTo>
                      <a:pt x="2714" y="0"/>
                      <a:pt x="2665" y="34"/>
                      <a:pt x="2649" y="87"/>
                    </a:cubicBezTo>
                    <a:lnTo>
                      <a:pt x="20" y="9454"/>
                    </a:lnTo>
                    <a:cubicBezTo>
                      <a:pt x="1" y="9517"/>
                      <a:pt x="38" y="9580"/>
                      <a:pt x="102" y="9599"/>
                    </a:cubicBezTo>
                    <a:cubicBezTo>
                      <a:pt x="116" y="9603"/>
                      <a:pt x="125" y="9603"/>
                      <a:pt x="133" y="9603"/>
                    </a:cubicBezTo>
                    <a:cubicBezTo>
                      <a:pt x="188" y="9603"/>
                      <a:pt x="234" y="9572"/>
                      <a:pt x="253" y="9517"/>
                    </a:cubicBezTo>
                    <a:lnTo>
                      <a:pt x="2882" y="151"/>
                    </a:lnTo>
                    <a:cubicBezTo>
                      <a:pt x="2900" y="91"/>
                      <a:pt x="2859" y="23"/>
                      <a:pt x="2800" y="5"/>
                    </a:cubicBezTo>
                    <a:cubicBezTo>
                      <a:pt x="2789" y="2"/>
                      <a:pt x="2778" y="0"/>
                      <a:pt x="27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0"/>
              <p:cNvSpPr/>
              <p:nvPr/>
            </p:nvSpPr>
            <p:spPr>
              <a:xfrm>
                <a:off x="1397625" y="2600100"/>
                <a:ext cx="219350" cy="65675"/>
              </a:xfrm>
              <a:custGeom>
                <a:rect b="b" l="l" r="r" t="t"/>
                <a:pathLst>
                  <a:path extrusionOk="0" h="2627" w="8774">
                    <a:moveTo>
                      <a:pt x="135" y="1"/>
                    </a:moveTo>
                    <a:cubicBezTo>
                      <a:pt x="82" y="1"/>
                      <a:pt x="33" y="35"/>
                      <a:pt x="19" y="88"/>
                    </a:cubicBezTo>
                    <a:cubicBezTo>
                      <a:pt x="0" y="151"/>
                      <a:pt x="42" y="215"/>
                      <a:pt x="105" y="233"/>
                    </a:cubicBezTo>
                    <a:lnTo>
                      <a:pt x="8605" y="2621"/>
                    </a:lnTo>
                    <a:cubicBezTo>
                      <a:pt x="8619" y="2627"/>
                      <a:pt x="8628" y="2627"/>
                      <a:pt x="8637" y="2627"/>
                    </a:cubicBezTo>
                    <a:cubicBezTo>
                      <a:pt x="8692" y="2627"/>
                      <a:pt x="8738" y="2589"/>
                      <a:pt x="8755" y="2539"/>
                    </a:cubicBezTo>
                    <a:cubicBezTo>
                      <a:pt x="8774" y="2476"/>
                      <a:pt x="8732" y="2412"/>
                      <a:pt x="8669" y="2394"/>
                    </a:cubicBezTo>
                    <a:lnTo>
                      <a:pt x="169" y="6"/>
                    </a:lnTo>
                    <a:cubicBezTo>
                      <a:pt x="157" y="2"/>
                      <a:pt x="146" y="1"/>
                      <a:pt x="1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0"/>
              <p:cNvSpPr/>
              <p:nvPr/>
            </p:nvSpPr>
            <p:spPr>
              <a:xfrm>
                <a:off x="1542225" y="2349325"/>
                <a:ext cx="56625" cy="184050"/>
              </a:xfrm>
              <a:custGeom>
                <a:rect b="b" l="l" r="r" t="t"/>
                <a:pathLst>
                  <a:path extrusionOk="0" h="7362" w="2265">
                    <a:moveTo>
                      <a:pt x="2134" y="1"/>
                    </a:moveTo>
                    <a:cubicBezTo>
                      <a:pt x="2081" y="1"/>
                      <a:pt x="2034" y="38"/>
                      <a:pt x="2018" y="87"/>
                    </a:cubicBezTo>
                    <a:lnTo>
                      <a:pt x="18" y="7210"/>
                    </a:lnTo>
                    <a:cubicBezTo>
                      <a:pt x="0" y="7275"/>
                      <a:pt x="36" y="7343"/>
                      <a:pt x="100" y="7361"/>
                    </a:cubicBezTo>
                    <a:lnTo>
                      <a:pt x="132" y="7361"/>
                    </a:lnTo>
                    <a:cubicBezTo>
                      <a:pt x="182" y="7361"/>
                      <a:pt x="232" y="7329"/>
                      <a:pt x="246" y="7275"/>
                    </a:cubicBezTo>
                    <a:lnTo>
                      <a:pt x="2247" y="155"/>
                    </a:lnTo>
                    <a:cubicBezTo>
                      <a:pt x="2265" y="91"/>
                      <a:pt x="2229" y="24"/>
                      <a:pt x="2165" y="5"/>
                    </a:cubicBezTo>
                    <a:cubicBezTo>
                      <a:pt x="2154" y="2"/>
                      <a:pt x="2144" y="1"/>
                      <a:pt x="2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0"/>
              <p:cNvSpPr/>
              <p:nvPr/>
            </p:nvSpPr>
            <p:spPr>
              <a:xfrm>
                <a:off x="1107625" y="1391650"/>
                <a:ext cx="794550" cy="186300"/>
              </a:xfrm>
              <a:custGeom>
                <a:rect b="b" l="l" r="r" t="t"/>
                <a:pathLst>
                  <a:path extrusionOk="0" h="7452" w="31782">
                    <a:moveTo>
                      <a:pt x="7330" y="0"/>
                    </a:moveTo>
                    <a:cubicBezTo>
                      <a:pt x="3283" y="0"/>
                      <a:pt x="1" y="3282"/>
                      <a:pt x="1" y="7329"/>
                    </a:cubicBezTo>
                    <a:lnTo>
                      <a:pt x="1" y="7451"/>
                    </a:lnTo>
                    <a:lnTo>
                      <a:pt x="31782" y="7451"/>
                    </a:lnTo>
                    <a:cubicBezTo>
                      <a:pt x="31130" y="6723"/>
                      <a:pt x="30182" y="6262"/>
                      <a:pt x="29129" y="6262"/>
                    </a:cubicBezTo>
                    <a:cubicBezTo>
                      <a:pt x="28660" y="6262"/>
                      <a:pt x="28208" y="6353"/>
                      <a:pt x="27798" y="6522"/>
                    </a:cubicBezTo>
                    <a:cubicBezTo>
                      <a:pt x="27608" y="6599"/>
                      <a:pt x="27408" y="6636"/>
                      <a:pt x="27210" y="6636"/>
                    </a:cubicBezTo>
                    <a:cubicBezTo>
                      <a:pt x="26810" y="6636"/>
                      <a:pt x="26416" y="6483"/>
                      <a:pt x="26121" y="6193"/>
                    </a:cubicBezTo>
                    <a:cubicBezTo>
                      <a:pt x="25360" y="5451"/>
                      <a:pt x="24320" y="4990"/>
                      <a:pt x="23176" y="4990"/>
                    </a:cubicBezTo>
                    <a:cubicBezTo>
                      <a:pt x="23072" y="4990"/>
                      <a:pt x="22967" y="4996"/>
                      <a:pt x="22867" y="5000"/>
                    </a:cubicBezTo>
                    <a:cubicBezTo>
                      <a:pt x="22713" y="5012"/>
                      <a:pt x="22560" y="5017"/>
                      <a:pt x="22407" y="5017"/>
                    </a:cubicBezTo>
                    <a:cubicBezTo>
                      <a:pt x="21168" y="5017"/>
                      <a:pt x="19953" y="4641"/>
                      <a:pt x="18943" y="3915"/>
                    </a:cubicBezTo>
                    <a:cubicBezTo>
                      <a:pt x="18013" y="3246"/>
                      <a:pt x="16874" y="2853"/>
                      <a:pt x="15643" y="2853"/>
                    </a:cubicBezTo>
                    <a:lnTo>
                      <a:pt x="15611" y="2853"/>
                    </a:lnTo>
                    <a:cubicBezTo>
                      <a:pt x="15597" y="2853"/>
                      <a:pt x="15583" y="2853"/>
                      <a:pt x="15569" y="2853"/>
                    </a:cubicBezTo>
                    <a:cubicBezTo>
                      <a:pt x="14221" y="2853"/>
                      <a:pt x="12916" y="2389"/>
                      <a:pt x="11851" y="1559"/>
                    </a:cubicBezTo>
                    <a:cubicBezTo>
                      <a:pt x="10607" y="579"/>
                      <a:pt x="9038" y="0"/>
                      <a:pt x="7330" y="0"/>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0"/>
              <p:cNvSpPr/>
              <p:nvPr/>
            </p:nvSpPr>
            <p:spPr>
              <a:xfrm>
                <a:off x="1924600" y="1565300"/>
                <a:ext cx="72375" cy="12325"/>
              </a:xfrm>
              <a:custGeom>
                <a:rect b="b" l="l" r="r" t="t"/>
                <a:pathLst>
                  <a:path extrusionOk="0" h="493" w="2895">
                    <a:moveTo>
                      <a:pt x="1450" y="0"/>
                    </a:moveTo>
                    <a:cubicBezTo>
                      <a:pt x="903" y="0"/>
                      <a:pt x="402" y="183"/>
                      <a:pt x="1" y="492"/>
                    </a:cubicBezTo>
                    <a:lnTo>
                      <a:pt x="2895" y="492"/>
                    </a:lnTo>
                    <a:cubicBezTo>
                      <a:pt x="2493" y="183"/>
                      <a:pt x="1992" y="0"/>
                      <a:pt x="1450" y="0"/>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0"/>
              <p:cNvSpPr/>
              <p:nvPr/>
            </p:nvSpPr>
            <p:spPr>
              <a:xfrm>
                <a:off x="1548375" y="1752600"/>
                <a:ext cx="1118025" cy="1745400"/>
              </a:xfrm>
              <a:custGeom>
                <a:rect b="b" l="l" r="r" t="t"/>
                <a:pathLst>
                  <a:path extrusionOk="0" h="69816" w="44721">
                    <a:moveTo>
                      <a:pt x="169" y="1"/>
                    </a:moveTo>
                    <a:cubicBezTo>
                      <a:pt x="73" y="1"/>
                      <a:pt x="0" y="79"/>
                      <a:pt x="0" y="169"/>
                    </a:cubicBezTo>
                    <a:lnTo>
                      <a:pt x="0" y="69651"/>
                    </a:lnTo>
                    <a:cubicBezTo>
                      <a:pt x="0" y="69742"/>
                      <a:pt x="73" y="69815"/>
                      <a:pt x="169" y="69815"/>
                    </a:cubicBezTo>
                    <a:lnTo>
                      <a:pt x="44720" y="69815"/>
                    </a:lnTo>
                    <a:lnTo>
                      <a:pt x="44720" y="1"/>
                    </a:ln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0"/>
              <p:cNvSpPr/>
              <p:nvPr/>
            </p:nvSpPr>
            <p:spPr>
              <a:xfrm>
                <a:off x="1597250" y="1793400"/>
                <a:ext cx="1069150" cy="53900"/>
              </a:xfrm>
              <a:custGeom>
                <a:rect b="b" l="l" r="r" t="t"/>
                <a:pathLst>
                  <a:path extrusionOk="0" h="2156" w="42766">
                    <a:moveTo>
                      <a:pt x="0" y="1"/>
                    </a:moveTo>
                    <a:lnTo>
                      <a:pt x="0" y="2156"/>
                    </a:lnTo>
                    <a:lnTo>
                      <a:pt x="42765" y="2156"/>
                    </a:lnTo>
                    <a:lnTo>
                      <a:pt x="42765" y="1"/>
                    </a:lnTo>
                    <a:close/>
                  </a:path>
                </a:pathLst>
              </a:custGeom>
              <a:solidFill>
                <a:srgbClr val="C9C9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0"/>
              <p:cNvSpPr/>
              <p:nvPr/>
            </p:nvSpPr>
            <p:spPr>
              <a:xfrm>
                <a:off x="1539600" y="1743825"/>
                <a:ext cx="1135575" cy="1762950"/>
              </a:xfrm>
              <a:custGeom>
                <a:rect b="b" l="l" r="r" t="t"/>
                <a:pathLst>
                  <a:path extrusionOk="0" h="70518" w="45423">
                    <a:moveTo>
                      <a:pt x="701" y="5297"/>
                    </a:moveTo>
                    <a:cubicBezTo>
                      <a:pt x="1299" y="6053"/>
                      <a:pt x="2229" y="6545"/>
                      <a:pt x="3268" y="6545"/>
                    </a:cubicBezTo>
                    <a:lnTo>
                      <a:pt x="44720" y="6545"/>
                    </a:lnTo>
                    <a:lnTo>
                      <a:pt x="44720" y="69815"/>
                    </a:lnTo>
                    <a:lnTo>
                      <a:pt x="3268" y="69815"/>
                    </a:lnTo>
                    <a:cubicBezTo>
                      <a:pt x="1856" y="69815"/>
                      <a:pt x="701" y="68667"/>
                      <a:pt x="701" y="67249"/>
                    </a:cubicBezTo>
                    <a:lnTo>
                      <a:pt x="701" y="5297"/>
                    </a:lnTo>
                    <a:close/>
                    <a:moveTo>
                      <a:pt x="3268" y="1"/>
                    </a:moveTo>
                    <a:cubicBezTo>
                      <a:pt x="1467" y="1"/>
                      <a:pt x="0" y="1469"/>
                      <a:pt x="0" y="3274"/>
                    </a:cubicBezTo>
                    <a:cubicBezTo>
                      <a:pt x="0" y="3533"/>
                      <a:pt x="28" y="3783"/>
                      <a:pt x="87" y="4025"/>
                    </a:cubicBezTo>
                    <a:lnTo>
                      <a:pt x="0" y="4025"/>
                    </a:lnTo>
                    <a:lnTo>
                      <a:pt x="0" y="67249"/>
                    </a:lnTo>
                    <a:cubicBezTo>
                      <a:pt x="0" y="69050"/>
                      <a:pt x="1467" y="70518"/>
                      <a:pt x="3268" y="70518"/>
                    </a:cubicBezTo>
                    <a:lnTo>
                      <a:pt x="45422" y="70518"/>
                    </a:lnTo>
                    <a:lnTo>
                      <a:pt x="45422" y="5844"/>
                    </a:lnTo>
                    <a:lnTo>
                      <a:pt x="3268" y="5844"/>
                    </a:lnTo>
                    <a:cubicBezTo>
                      <a:pt x="1856" y="5844"/>
                      <a:pt x="701" y="4691"/>
                      <a:pt x="701" y="3274"/>
                    </a:cubicBezTo>
                    <a:cubicBezTo>
                      <a:pt x="701" y="1856"/>
                      <a:pt x="1856" y="703"/>
                      <a:pt x="3268" y="703"/>
                    </a:cubicBezTo>
                    <a:lnTo>
                      <a:pt x="45071" y="703"/>
                    </a:lnTo>
                    <a:lnTo>
                      <a:pt x="45071" y="1"/>
                    </a:ln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0"/>
              <p:cNvSpPr/>
              <p:nvPr/>
            </p:nvSpPr>
            <p:spPr>
              <a:xfrm>
                <a:off x="1588475" y="1784625"/>
                <a:ext cx="1077925" cy="71450"/>
              </a:xfrm>
              <a:custGeom>
                <a:rect b="b" l="l" r="r" t="t"/>
                <a:pathLst>
                  <a:path extrusionOk="0" h="2858" w="43117">
                    <a:moveTo>
                      <a:pt x="1432" y="1"/>
                    </a:moveTo>
                    <a:cubicBezTo>
                      <a:pt x="643" y="1"/>
                      <a:pt x="0" y="643"/>
                      <a:pt x="0" y="1431"/>
                    </a:cubicBezTo>
                    <a:cubicBezTo>
                      <a:pt x="0" y="2220"/>
                      <a:pt x="643" y="2858"/>
                      <a:pt x="1432" y="2858"/>
                    </a:cubicBezTo>
                    <a:lnTo>
                      <a:pt x="43116" y="2858"/>
                    </a:lnTo>
                    <a:lnTo>
                      <a:pt x="43116" y="2157"/>
                    </a:lnTo>
                    <a:lnTo>
                      <a:pt x="1432" y="2157"/>
                    </a:lnTo>
                    <a:cubicBezTo>
                      <a:pt x="1030" y="2157"/>
                      <a:pt x="702" y="1833"/>
                      <a:pt x="702" y="1431"/>
                    </a:cubicBezTo>
                    <a:cubicBezTo>
                      <a:pt x="702" y="1030"/>
                      <a:pt x="1030" y="702"/>
                      <a:pt x="1432" y="702"/>
                    </a:cubicBezTo>
                    <a:lnTo>
                      <a:pt x="43116" y="702"/>
                    </a:lnTo>
                    <a:lnTo>
                      <a:pt x="43116" y="1"/>
                    </a:ln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0"/>
              <p:cNvSpPr/>
              <p:nvPr/>
            </p:nvSpPr>
            <p:spPr>
              <a:xfrm>
                <a:off x="2184275" y="2000775"/>
                <a:ext cx="421950" cy="738600"/>
              </a:xfrm>
              <a:custGeom>
                <a:rect b="b" l="l" r="r" t="t"/>
                <a:pathLst>
                  <a:path extrusionOk="0" h="29544" w="16878">
                    <a:moveTo>
                      <a:pt x="46" y="0"/>
                    </a:moveTo>
                    <a:cubicBezTo>
                      <a:pt x="24" y="0"/>
                      <a:pt x="1" y="19"/>
                      <a:pt x="1" y="46"/>
                    </a:cubicBezTo>
                    <a:lnTo>
                      <a:pt x="1" y="29498"/>
                    </a:lnTo>
                    <a:cubicBezTo>
                      <a:pt x="1" y="29526"/>
                      <a:pt x="24" y="29543"/>
                      <a:pt x="46" y="29543"/>
                    </a:cubicBezTo>
                    <a:lnTo>
                      <a:pt x="16832" y="29543"/>
                    </a:lnTo>
                    <a:cubicBezTo>
                      <a:pt x="16855" y="29543"/>
                      <a:pt x="16878" y="29526"/>
                      <a:pt x="16878" y="29498"/>
                    </a:cubicBezTo>
                    <a:lnTo>
                      <a:pt x="16878" y="46"/>
                    </a:lnTo>
                    <a:cubicBezTo>
                      <a:pt x="16878" y="19"/>
                      <a:pt x="16855" y="0"/>
                      <a:pt x="16832" y="0"/>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0"/>
              <p:cNvSpPr/>
              <p:nvPr/>
            </p:nvSpPr>
            <p:spPr>
              <a:xfrm>
                <a:off x="1649425" y="2013400"/>
                <a:ext cx="25775" cy="34800"/>
              </a:xfrm>
              <a:custGeom>
                <a:rect b="b" l="l" r="r" t="t"/>
                <a:pathLst>
                  <a:path extrusionOk="0" h="1392" w="1031">
                    <a:moveTo>
                      <a:pt x="515" y="526"/>
                    </a:moveTo>
                    <a:cubicBezTo>
                      <a:pt x="429" y="526"/>
                      <a:pt x="356" y="589"/>
                      <a:pt x="356" y="690"/>
                    </a:cubicBezTo>
                    <a:cubicBezTo>
                      <a:pt x="356" y="785"/>
                      <a:pt x="429" y="849"/>
                      <a:pt x="515" y="849"/>
                    </a:cubicBezTo>
                    <a:cubicBezTo>
                      <a:pt x="607" y="849"/>
                      <a:pt x="675" y="785"/>
                      <a:pt x="675" y="690"/>
                    </a:cubicBezTo>
                    <a:cubicBezTo>
                      <a:pt x="675" y="589"/>
                      <a:pt x="607" y="526"/>
                      <a:pt x="515" y="526"/>
                    </a:cubicBezTo>
                    <a:close/>
                    <a:moveTo>
                      <a:pt x="515" y="243"/>
                    </a:moveTo>
                    <a:cubicBezTo>
                      <a:pt x="648" y="243"/>
                      <a:pt x="753" y="343"/>
                      <a:pt x="753" y="694"/>
                    </a:cubicBezTo>
                    <a:cubicBezTo>
                      <a:pt x="753" y="1040"/>
                      <a:pt x="648" y="1155"/>
                      <a:pt x="515" y="1155"/>
                    </a:cubicBezTo>
                    <a:cubicBezTo>
                      <a:pt x="383" y="1155"/>
                      <a:pt x="279" y="1040"/>
                      <a:pt x="279" y="694"/>
                    </a:cubicBezTo>
                    <a:cubicBezTo>
                      <a:pt x="279" y="343"/>
                      <a:pt x="383" y="243"/>
                      <a:pt x="515" y="243"/>
                    </a:cubicBezTo>
                    <a:close/>
                    <a:moveTo>
                      <a:pt x="515" y="1"/>
                    </a:moveTo>
                    <a:cubicBezTo>
                      <a:pt x="206" y="1"/>
                      <a:pt x="0" y="238"/>
                      <a:pt x="0" y="694"/>
                    </a:cubicBezTo>
                    <a:cubicBezTo>
                      <a:pt x="0" y="1145"/>
                      <a:pt x="206" y="1391"/>
                      <a:pt x="515" y="1391"/>
                    </a:cubicBezTo>
                    <a:cubicBezTo>
                      <a:pt x="826" y="1391"/>
                      <a:pt x="1031" y="1145"/>
                      <a:pt x="1031" y="694"/>
                    </a:cubicBezTo>
                    <a:cubicBezTo>
                      <a:pt x="1031" y="238"/>
                      <a:pt x="826" y="1"/>
                      <a:pt x="515"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0"/>
              <p:cNvSpPr/>
              <p:nvPr/>
            </p:nvSpPr>
            <p:spPr>
              <a:xfrm>
                <a:off x="1682375" y="2014100"/>
                <a:ext cx="24375" cy="33525"/>
              </a:xfrm>
              <a:custGeom>
                <a:rect b="b" l="l" r="r" t="t"/>
                <a:pathLst>
                  <a:path extrusionOk="0" h="1341" w="975">
                    <a:moveTo>
                      <a:pt x="442" y="0"/>
                    </a:moveTo>
                    <a:cubicBezTo>
                      <a:pt x="337" y="60"/>
                      <a:pt x="241" y="96"/>
                      <a:pt x="64" y="124"/>
                    </a:cubicBezTo>
                    <a:lnTo>
                      <a:pt x="64" y="315"/>
                    </a:lnTo>
                    <a:lnTo>
                      <a:pt x="360" y="315"/>
                    </a:lnTo>
                    <a:lnTo>
                      <a:pt x="360" y="1090"/>
                    </a:lnTo>
                    <a:lnTo>
                      <a:pt x="0" y="1090"/>
                    </a:lnTo>
                    <a:lnTo>
                      <a:pt x="0" y="1340"/>
                    </a:lnTo>
                    <a:lnTo>
                      <a:pt x="975" y="1340"/>
                    </a:lnTo>
                    <a:lnTo>
                      <a:pt x="975" y="1090"/>
                    </a:lnTo>
                    <a:lnTo>
                      <a:pt x="670" y="1090"/>
                    </a:lnTo>
                    <a:lnTo>
                      <a:pt x="670"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0"/>
              <p:cNvSpPr/>
              <p:nvPr/>
            </p:nvSpPr>
            <p:spPr>
              <a:xfrm>
                <a:off x="1713675" y="2010125"/>
                <a:ext cx="23850" cy="45950"/>
              </a:xfrm>
              <a:custGeom>
                <a:rect b="b" l="l" r="r" t="t"/>
                <a:pathLst>
                  <a:path extrusionOk="0" h="1838" w="954">
                    <a:moveTo>
                      <a:pt x="699" y="1"/>
                    </a:moveTo>
                    <a:lnTo>
                      <a:pt x="1" y="1837"/>
                    </a:lnTo>
                    <a:lnTo>
                      <a:pt x="261" y="1837"/>
                    </a:lnTo>
                    <a:lnTo>
                      <a:pt x="953"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0"/>
              <p:cNvSpPr/>
              <p:nvPr/>
            </p:nvSpPr>
            <p:spPr>
              <a:xfrm>
                <a:off x="1745600" y="2014100"/>
                <a:ext cx="24400" cy="33525"/>
              </a:xfrm>
              <a:custGeom>
                <a:rect b="b" l="l" r="r" t="t"/>
                <a:pathLst>
                  <a:path extrusionOk="0" h="1341" w="976">
                    <a:moveTo>
                      <a:pt x="447" y="0"/>
                    </a:moveTo>
                    <a:cubicBezTo>
                      <a:pt x="343" y="60"/>
                      <a:pt x="246" y="96"/>
                      <a:pt x="64" y="124"/>
                    </a:cubicBezTo>
                    <a:lnTo>
                      <a:pt x="64" y="315"/>
                    </a:lnTo>
                    <a:lnTo>
                      <a:pt x="360" y="315"/>
                    </a:lnTo>
                    <a:lnTo>
                      <a:pt x="360" y="1090"/>
                    </a:lnTo>
                    <a:lnTo>
                      <a:pt x="0" y="1090"/>
                    </a:lnTo>
                    <a:lnTo>
                      <a:pt x="0" y="1340"/>
                    </a:lnTo>
                    <a:lnTo>
                      <a:pt x="976" y="1340"/>
                    </a:lnTo>
                    <a:lnTo>
                      <a:pt x="976" y="1090"/>
                    </a:lnTo>
                    <a:lnTo>
                      <a:pt x="675" y="1090"/>
                    </a:lnTo>
                    <a:lnTo>
                      <a:pt x="675"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0"/>
              <p:cNvSpPr/>
              <p:nvPr/>
            </p:nvSpPr>
            <p:spPr>
              <a:xfrm>
                <a:off x="1775900" y="2013400"/>
                <a:ext cx="25675" cy="34800"/>
              </a:xfrm>
              <a:custGeom>
                <a:rect b="b" l="l" r="r" t="t"/>
                <a:pathLst>
                  <a:path extrusionOk="0" h="1392" w="1027">
                    <a:moveTo>
                      <a:pt x="488" y="238"/>
                    </a:moveTo>
                    <a:cubicBezTo>
                      <a:pt x="593" y="238"/>
                      <a:pt x="698" y="303"/>
                      <a:pt x="733" y="511"/>
                    </a:cubicBezTo>
                    <a:lnTo>
                      <a:pt x="733" y="511"/>
                    </a:lnTo>
                    <a:cubicBezTo>
                      <a:pt x="652" y="610"/>
                      <a:pt x="564" y="648"/>
                      <a:pt x="484" y="648"/>
                    </a:cubicBezTo>
                    <a:cubicBezTo>
                      <a:pt x="366" y="648"/>
                      <a:pt x="284" y="589"/>
                      <a:pt x="284" y="453"/>
                    </a:cubicBezTo>
                    <a:cubicBezTo>
                      <a:pt x="284" y="302"/>
                      <a:pt x="383" y="238"/>
                      <a:pt x="488" y="238"/>
                    </a:cubicBezTo>
                    <a:close/>
                    <a:moveTo>
                      <a:pt x="484" y="1"/>
                    </a:moveTo>
                    <a:cubicBezTo>
                      <a:pt x="224" y="1"/>
                      <a:pt x="0" y="175"/>
                      <a:pt x="0" y="453"/>
                    </a:cubicBezTo>
                    <a:cubicBezTo>
                      <a:pt x="0" y="735"/>
                      <a:pt x="183" y="867"/>
                      <a:pt x="416" y="867"/>
                    </a:cubicBezTo>
                    <a:cubicBezTo>
                      <a:pt x="516" y="867"/>
                      <a:pt x="648" y="812"/>
                      <a:pt x="743" y="713"/>
                    </a:cubicBezTo>
                    <a:lnTo>
                      <a:pt x="743" y="713"/>
                    </a:lnTo>
                    <a:cubicBezTo>
                      <a:pt x="731" y="1033"/>
                      <a:pt x="585" y="1141"/>
                      <a:pt x="420" y="1141"/>
                    </a:cubicBezTo>
                    <a:cubicBezTo>
                      <a:pt x="334" y="1141"/>
                      <a:pt x="242" y="1095"/>
                      <a:pt x="183" y="1045"/>
                    </a:cubicBezTo>
                    <a:lnTo>
                      <a:pt x="23" y="1231"/>
                    </a:lnTo>
                    <a:cubicBezTo>
                      <a:pt x="115" y="1319"/>
                      <a:pt x="256" y="1391"/>
                      <a:pt x="448" y="1391"/>
                    </a:cubicBezTo>
                    <a:cubicBezTo>
                      <a:pt x="744" y="1391"/>
                      <a:pt x="1026" y="1168"/>
                      <a:pt x="1026" y="667"/>
                    </a:cubicBezTo>
                    <a:cubicBezTo>
                      <a:pt x="1026" y="198"/>
                      <a:pt x="757" y="1"/>
                      <a:pt x="48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0"/>
              <p:cNvSpPr/>
              <p:nvPr/>
            </p:nvSpPr>
            <p:spPr>
              <a:xfrm>
                <a:off x="1646475" y="2484225"/>
                <a:ext cx="485300" cy="10975"/>
              </a:xfrm>
              <a:custGeom>
                <a:rect b="b" l="l" r="r" t="t"/>
                <a:pathLst>
                  <a:path extrusionOk="0" h="439" w="19412">
                    <a:moveTo>
                      <a:pt x="0" y="1"/>
                    </a:moveTo>
                    <a:lnTo>
                      <a:pt x="0" y="438"/>
                    </a:lnTo>
                    <a:lnTo>
                      <a:pt x="19411" y="438"/>
                    </a:lnTo>
                    <a:lnTo>
                      <a:pt x="19411" y="1"/>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0"/>
              <p:cNvSpPr/>
              <p:nvPr/>
            </p:nvSpPr>
            <p:spPr>
              <a:xfrm>
                <a:off x="1646475" y="2545650"/>
                <a:ext cx="485300" cy="11075"/>
              </a:xfrm>
              <a:custGeom>
                <a:rect b="b" l="l" r="r" t="t"/>
                <a:pathLst>
                  <a:path extrusionOk="0" h="443" w="19412">
                    <a:moveTo>
                      <a:pt x="0" y="0"/>
                    </a:moveTo>
                    <a:lnTo>
                      <a:pt x="0" y="442"/>
                    </a:lnTo>
                    <a:lnTo>
                      <a:pt x="19411" y="442"/>
                    </a:lnTo>
                    <a:lnTo>
                      <a:pt x="1941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0"/>
              <p:cNvSpPr/>
              <p:nvPr/>
            </p:nvSpPr>
            <p:spPr>
              <a:xfrm>
                <a:off x="1646475" y="2607175"/>
                <a:ext cx="485300" cy="10975"/>
              </a:xfrm>
              <a:custGeom>
                <a:rect b="b" l="l" r="r" t="t"/>
                <a:pathLst>
                  <a:path extrusionOk="0" h="439" w="19412">
                    <a:moveTo>
                      <a:pt x="0" y="0"/>
                    </a:moveTo>
                    <a:lnTo>
                      <a:pt x="0" y="438"/>
                    </a:lnTo>
                    <a:lnTo>
                      <a:pt x="19411" y="438"/>
                    </a:lnTo>
                    <a:lnTo>
                      <a:pt x="1941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0"/>
              <p:cNvSpPr/>
              <p:nvPr/>
            </p:nvSpPr>
            <p:spPr>
              <a:xfrm>
                <a:off x="1646475" y="2668700"/>
                <a:ext cx="485300" cy="10975"/>
              </a:xfrm>
              <a:custGeom>
                <a:rect b="b" l="l" r="r" t="t"/>
                <a:pathLst>
                  <a:path extrusionOk="0" h="439" w="19412">
                    <a:moveTo>
                      <a:pt x="0" y="1"/>
                    </a:moveTo>
                    <a:lnTo>
                      <a:pt x="0" y="438"/>
                    </a:lnTo>
                    <a:lnTo>
                      <a:pt x="19411" y="438"/>
                    </a:lnTo>
                    <a:lnTo>
                      <a:pt x="19411" y="1"/>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0"/>
              <p:cNvSpPr/>
              <p:nvPr/>
            </p:nvSpPr>
            <p:spPr>
              <a:xfrm>
                <a:off x="1646475" y="2730125"/>
                <a:ext cx="485300" cy="11075"/>
              </a:xfrm>
              <a:custGeom>
                <a:rect b="b" l="l" r="r" t="t"/>
                <a:pathLst>
                  <a:path extrusionOk="0" h="443" w="19412">
                    <a:moveTo>
                      <a:pt x="0" y="0"/>
                    </a:moveTo>
                    <a:lnTo>
                      <a:pt x="0" y="442"/>
                    </a:lnTo>
                    <a:lnTo>
                      <a:pt x="19411" y="442"/>
                    </a:lnTo>
                    <a:lnTo>
                      <a:pt x="1941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0"/>
              <p:cNvSpPr/>
              <p:nvPr/>
            </p:nvSpPr>
            <p:spPr>
              <a:xfrm>
                <a:off x="1646475" y="2811575"/>
                <a:ext cx="959750" cy="112725"/>
              </a:xfrm>
              <a:custGeom>
                <a:rect b="b" l="l" r="r" t="t"/>
                <a:pathLst>
                  <a:path extrusionOk="0" h="4509" w="38390">
                    <a:moveTo>
                      <a:pt x="46" y="1"/>
                    </a:moveTo>
                    <a:cubicBezTo>
                      <a:pt x="23" y="1"/>
                      <a:pt x="0" y="24"/>
                      <a:pt x="0" y="47"/>
                    </a:cubicBezTo>
                    <a:lnTo>
                      <a:pt x="0" y="4463"/>
                    </a:lnTo>
                    <a:cubicBezTo>
                      <a:pt x="0" y="4490"/>
                      <a:pt x="23" y="4509"/>
                      <a:pt x="46" y="4509"/>
                    </a:cubicBezTo>
                    <a:lnTo>
                      <a:pt x="38344" y="4509"/>
                    </a:lnTo>
                    <a:cubicBezTo>
                      <a:pt x="38367" y="4509"/>
                      <a:pt x="38390" y="4490"/>
                      <a:pt x="38390" y="4463"/>
                    </a:cubicBezTo>
                    <a:lnTo>
                      <a:pt x="38390" y="47"/>
                    </a:lnTo>
                    <a:cubicBezTo>
                      <a:pt x="38390" y="24"/>
                      <a:pt x="38367" y="1"/>
                      <a:pt x="38344"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0"/>
              <p:cNvSpPr/>
              <p:nvPr/>
            </p:nvSpPr>
            <p:spPr>
              <a:xfrm>
                <a:off x="1911725" y="2856700"/>
                <a:ext cx="959650" cy="112725"/>
              </a:xfrm>
              <a:custGeom>
                <a:rect b="b" l="l" r="r" t="t"/>
                <a:pathLst>
                  <a:path extrusionOk="0" h="4509" w="38386">
                    <a:moveTo>
                      <a:pt x="46" y="1"/>
                    </a:moveTo>
                    <a:cubicBezTo>
                      <a:pt x="23" y="1"/>
                      <a:pt x="0" y="19"/>
                      <a:pt x="0" y="47"/>
                    </a:cubicBezTo>
                    <a:lnTo>
                      <a:pt x="0" y="4463"/>
                    </a:lnTo>
                    <a:cubicBezTo>
                      <a:pt x="0" y="4486"/>
                      <a:pt x="23" y="4509"/>
                      <a:pt x="46" y="4509"/>
                    </a:cubicBezTo>
                    <a:lnTo>
                      <a:pt x="38340" y="4509"/>
                    </a:lnTo>
                    <a:cubicBezTo>
                      <a:pt x="38367" y="4509"/>
                      <a:pt x="38386" y="4486"/>
                      <a:pt x="38386" y="4463"/>
                    </a:cubicBezTo>
                    <a:lnTo>
                      <a:pt x="38386" y="47"/>
                    </a:lnTo>
                    <a:cubicBezTo>
                      <a:pt x="38386" y="19"/>
                      <a:pt x="38367" y="1"/>
                      <a:pt x="38340"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0"/>
              <p:cNvSpPr/>
              <p:nvPr/>
            </p:nvSpPr>
            <p:spPr>
              <a:xfrm>
                <a:off x="1889150" y="2989675"/>
                <a:ext cx="318050" cy="11100"/>
              </a:xfrm>
              <a:custGeom>
                <a:rect b="b" l="l" r="r" t="t"/>
                <a:pathLst>
                  <a:path extrusionOk="0" h="444" w="12722">
                    <a:moveTo>
                      <a:pt x="1" y="0"/>
                    </a:moveTo>
                    <a:lnTo>
                      <a:pt x="1" y="443"/>
                    </a:lnTo>
                    <a:lnTo>
                      <a:pt x="12721" y="443"/>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0"/>
              <p:cNvSpPr/>
              <p:nvPr/>
            </p:nvSpPr>
            <p:spPr>
              <a:xfrm>
                <a:off x="1889150" y="3043925"/>
                <a:ext cx="318050" cy="11075"/>
              </a:xfrm>
              <a:custGeom>
                <a:rect b="b" l="l" r="r" t="t"/>
                <a:pathLst>
                  <a:path extrusionOk="0" h="443" w="12722">
                    <a:moveTo>
                      <a:pt x="1" y="0"/>
                    </a:moveTo>
                    <a:lnTo>
                      <a:pt x="1" y="442"/>
                    </a:lnTo>
                    <a:lnTo>
                      <a:pt x="12721" y="442"/>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0"/>
              <p:cNvSpPr/>
              <p:nvPr/>
            </p:nvSpPr>
            <p:spPr>
              <a:xfrm>
                <a:off x="1889150" y="3098150"/>
                <a:ext cx="318050" cy="11075"/>
              </a:xfrm>
              <a:custGeom>
                <a:rect b="b" l="l" r="r" t="t"/>
                <a:pathLst>
                  <a:path extrusionOk="0" h="443" w="12722">
                    <a:moveTo>
                      <a:pt x="1" y="0"/>
                    </a:moveTo>
                    <a:lnTo>
                      <a:pt x="1" y="442"/>
                    </a:lnTo>
                    <a:lnTo>
                      <a:pt x="12721" y="442"/>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0"/>
              <p:cNvSpPr/>
              <p:nvPr/>
            </p:nvSpPr>
            <p:spPr>
              <a:xfrm>
                <a:off x="1889150" y="3152375"/>
                <a:ext cx="318050" cy="11100"/>
              </a:xfrm>
              <a:custGeom>
                <a:rect b="b" l="l" r="r" t="t"/>
                <a:pathLst>
                  <a:path extrusionOk="0" h="444" w="12722">
                    <a:moveTo>
                      <a:pt x="1" y="0"/>
                    </a:moveTo>
                    <a:lnTo>
                      <a:pt x="1" y="443"/>
                    </a:lnTo>
                    <a:lnTo>
                      <a:pt x="12721" y="443"/>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0"/>
              <p:cNvSpPr/>
              <p:nvPr/>
            </p:nvSpPr>
            <p:spPr>
              <a:xfrm>
                <a:off x="1889150" y="3206750"/>
                <a:ext cx="318050" cy="10950"/>
              </a:xfrm>
              <a:custGeom>
                <a:rect b="b" l="l" r="r" t="t"/>
                <a:pathLst>
                  <a:path extrusionOk="0" h="438" w="12722">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0"/>
              <p:cNvSpPr/>
              <p:nvPr/>
            </p:nvSpPr>
            <p:spPr>
              <a:xfrm>
                <a:off x="1889150" y="3260975"/>
                <a:ext cx="318050" cy="10950"/>
              </a:xfrm>
              <a:custGeom>
                <a:rect b="b" l="l" r="r" t="t"/>
                <a:pathLst>
                  <a:path extrusionOk="0" h="438" w="12722">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0"/>
              <p:cNvSpPr/>
              <p:nvPr/>
            </p:nvSpPr>
            <p:spPr>
              <a:xfrm>
                <a:off x="1889150" y="3315225"/>
                <a:ext cx="318050" cy="10950"/>
              </a:xfrm>
              <a:custGeom>
                <a:rect b="b" l="l" r="r" t="t"/>
                <a:pathLst>
                  <a:path extrusionOk="0" h="438" w="12722">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0"/>
              <p:cNvSpPr/>
              <p:nvPr/>
            </p:nvSpPr>
            <p:spPr>
              <a:xfrm>
                <a:off x="2267900" y="2989675"/>
                <a:ext cx="318025" cy="11100"/>
              </a:xfrm>
              <a:custGeom>
                <a:rect b="b" l="l" r="r" t="t"/>
                <a:pathLst>
                  <a:path extrusionOk="0" h="444" w="12721">
                    <a:moveTo>
                      <a:pt x="1" y="0"/>
                    </a:moveTo>
                    <a:lnTo>
                      <a:pt x="1" y="443"/>
                    </a:lnTo>
                    <a:lnTo>
                      <a:pt x="12721" y="443"/>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0"/>
              <p:cNvSpPr/>
              <p:nvPr/>
            </p:nvSpPr>
            <p:spPr>
              <a:xfrm>
                <a:off x="2267900" y="3043925"/>
                <a:ext cx="318025" cy="11075"/>
              </a:xfrm>
              <a:custGeom>
                <a:rect b="b" l="l" r="r" t="t"/>
                <a:pathLst>
                  <a:path extrusionOk="0" h="443" w="12721">
                    <a:moveTo>
                      <a:pt x="1" y="0"/>
                    </a:moveTo>
                    <a:lnTo>
                      <a:pt x="1" y="442"/>
                    </a:lnTo>
                    <a:lnTo>
                      <a:pt x="12721" y="442"/>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0"/>
              <p:cNvSpPr/>
              <p:nvPr/>
            </p:nvSpPr>
            <p:spPr>
              <a:xfrm>
                <a:off x="2267900" y="3098150"/>
                <a:ext cx="318025" cy="11075"/>
              </a:xfrm>
              <a:custGeom>
                <a:rect b="b" l="l" r="r" t="t"/>
                <a:pathLst>
                  <a:path extrusionOk="0" h="443" w="12721">
                    <a:moveTo>
                      <a:pt x="1" y="0"/>
                    </a:moveTo>
                    <a:lnTo>
                      <a:pt x="1" y="442"/>
                    </a:lnTo>
                    <a:lnTo>
                      <a:pt x="12721" y="442"/>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0"/>
              <p:cNvSpPr/>
              <p:nvPr/>
            </p:nvSpPr>
            <p:spPr>
              <a:xfrm>
                <a:off x="2267900" y="3152375"/>
                <a:ext cx="318025" cy="11100"/>
              </a:xfrm>
              <a:custGeom>
                <a:rect b="b" l="l" r="r" t="t"/>
                <a:pathLst>
                  <a:path extrusionOk="0" h="444" w="12721">
                    <a:moveTo>
                      <a:pt x="1" y="0"/>
                    </a:moveTo>
                    <a:lnTo>
                      <a:pt x="1" y="443"/>
                    </a:lnTo>
                    <a:lnTo>
                      <a:pt x="12721" y="443"/>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0"/>
              <p:cNvSpPr/>
              <p:nvPr/>
            </p:nvSpPr>
            <p:spPr>
              <a:xfrm>
                <a:off x="2267900" y="3206750"/>
                <a:ext cx="318025" cy="10950"/>
              </a:xfrm>
              <a:custGeom>
                <a:rect b="b" l="l" r="r" t="t"/>
                <a:pathLst>
                  <a:path extrusionOk="0" h="438" w="12721">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0"/>
              <p:cNvSpPr/>
              <p:nvPr/>
            </p:nvSpPr>
            <p:spPr>
              <a:xfrm>
                <a:off x="2267900" y="3260975"/>
                <a:ext cx="318025" cy="10950"/>
              </a:xfrm>
              <a:custGeom>
                <a:rect b="b" l="l" r="r" t="t"/>
                <a:pathLst>
                  <a:path extrusionOk="0" h="438" w="12721">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0"/>
              <p:cNvSpPr/>
              <p:nvPr/>
            </p:nvSpPr>
            <p:spPr>
              <a:xfrm>
                <a:off x="2267900" y="3315225"/>
                <a:ext cx="318025" cy="10950"/>
              </a:xfrm>
              <a:custGeom>
                <a:rect b="b" l="l" r="r" t="t"/>
                <a:pathLst>
                  <a:path extrusionOk="0" h="438" w="12721">
                    <a:moveTo>
                      <a:pt x="1" y="0"/>
                    </a:moveTo>
                    <a:lnTo>
                      <a:pt x="1" y="438"/>
                    </a:lnTo>
                    <a:lnTo>
                      <a:pt x="12721" y="438"/>
                    </a:lnTo>
                    <a:lnTo>
                      <a:pt x="12721" y="0"/>
                    </a:ln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0"/>
              <p:cNvSpPr/>
              <p:nvPr/>
            </p:nvSpPr>
            <p:spPr>
              <a:xfrm>
                <a:off x="1646475" y="2976000"/>
                <a:ext cx="197250" cy="344725"/>
              </a:xfrm>
              <a:custGeom>
                <a:rect b="b" l="l" r="r" t="t"/>
                <a:pathLst>
                  <a:path extrusionOk="0" h="13789" w="7890">
                    <a:moveTo>
                      <a:pt x="46" y="0"/>
                    </a:moveTo>
                    <a:cubicBezTo>
                      <a:pt x="23" y="0"/>
                      <a:pt x="0" y="19"/>
                      <a:pt x="0" y="46"/>
                    </a:cubicBezTo>
                    <a:lnTo>
                      <a:pt x="0" y="13742"/>
                    </a:lnTo>
                    <a:cubicBezTo>
                      <a:pt x="0" y="13765"/>
                      <a:pt x="23" y="13788"/>
                      <a:pt x="46" y="13788"/>
                    </a:cubicBezTo>
                    <a:lnTo>
                      <a:pt x="7844" y="13788"/>
                    </a:lnTo>
                    <a:cubicBezTo>
                      <a:pt x="7867" y="13788"/>
                      <a:pt x="7890" y="13765"/>
                      <a:pt x="7890" y="13742"/>
                    </a:cubicBezTo>
                    <a:lnTo>
                      <a:pt x="7890" y="46"/>
                    </a:lnTo>
                    <a:cubicBezTo>
                      <a:pt x="7890" y="19"/>
                      <a:pt x="7867" y="0"/>
                      <a:pt x="7844"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0"/>
              <p:cNvSpPr/>
              <p:nvPr/>
            </p:nvSpPr>
            <p:spPr>
              <a:xfrm>
                <a:off x="2477000" y="2000775"/>
                <a:ext cx="108925" cy="108950"/>
              </a:xfrm>
              <a:custGeom>
                <a:rect b="b" l="l" r="r" t="t"/>
                <a:pathLst>
                  <a:path extrusionOk="0" h="4358" w="4357">
                    <a:moveTo>
                      <a:pt x="2179" y="0"/>
                    </a:moveTo>
                    <a:cubicBezTo>
                      <a:pt x="976" y="0"/>
                      <a:pt x="0" y="976"/>
                      <a:pt x="0" y="2179"/>
                    </a:cubicBezTo>
                    <a:cubicBezTo>
                      <a:pt x="0" y="3383"/>
                      <a:pt x="976" y="4357"/>
                      <a:pt x="2179" y="4357"/>
                    </a:cubicBezTo>
                    <a:cubicBezTo>
                      <a:pt x="3382" y="4357"/>
                      <a:pt x="4357" y="3383"/>
                      <a:pt x="4357" y="2179"/>
                    </a:cubicBezTo>
                    <a:cubicBezTo>
                      <a:pt x="4357" y="976"/>
                      <a:pt x="3382" y="0"/>
                      <a:pt x="2179" y="0"/>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0"/>
              <p:cNvSpPr/>
              <p:nvPr/>
            </p:nvSpPr>
            <p:spPr>
              <a:xfrm>
                <a:off x="2107350" y="2887125"/>
                <a:ext cx="498425" cy="51875"/>
              </a:xfrm>
              <a:custGeom>
                <a:rect b="b" l="l" r="r" t="t"/>
                <a:pathLst>
                  <a:path extrusionOk="0" h="2075" w="19937">
                    <a:moveTo>
                      <a:pt x="1036" y="0"/>
                    </a:moveTo>
                    <a:cubicBezTo>
                      <a:pt x="461" y="0"/>
                      <a:pt x="1" y="465"/>
                      <a:pt x="1" y="1035"/>
                    </a:cubicBezTo>
                    <a:cubicBezTo>
                      <a:pt x="1" y="1609"/>
                      <a:pt x="461" y="2074"/>
                      <a:pt x="1036" y="2074"/>
                    </a:cubicBezTo>
                    <a:lnTo>
                      <a:pt x="18901" y="2074"/>
                    </a:lnTo>
                    <a:cubicBezTo>
                      <a:pt x="19471" y="2074"/>
                      <a:pt x="19936" y="1609"/>
                      <a:pt x="19936" y="1035"/>
                    </a:cubicBezTo>
                    <a:cubicBezTo>
                      <a:pt x="19936" y="465"/>
                      <a:pt x="19471" y="0"/>
                      <a:pt x="18901"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0"/>
              <p:cNvSpPr/>
              <p:nvPr/>
            </p:nvSpPr>
            <p:spPr>
              <a:xfrm>
                <a:off x="2471850" y="3404775"/>
                <a:ext cx="217775" cy="183350"/>
              </a:xfrm>
              <a:custGeom>
                <a:rect b="b" l="l" r="r" t="t"/>
                <a:pathLst>
                  <a:path extrusionOk="0" h="7334" w="8711">
                    <a:moveTo>
                      <a:pt x="1" y="1"/>
                    </a:moveTo>
                    <a:lnTo>
                      <a:pt x="1" y="7096"/>
                    </a:lnTo>
                    <a:cubicBezTo>
                      <a:pt x="1" y="7229"/>
                      <a:pt x="110" y="7334"/>
                      <a:pt x="242" y="7334"/>
                    </a:cubicBezTo>
                    <a:lnTo>
                      <a:pt x="8711" y="7334"/>
                    </a:lnTo>
                    <a:lnTo>
                      <a:pt x="8711" y="1"/>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0"/>
              <p:cNvSpPr/>
              <p:nvPr/>
            </p:nvSpPr>
            <p:spPr>
              <a:xfrm>
                <a:off x="2471850" y="3467325"/>
                <a:ext cx="217775" cy="58350"/>
              </a:xfrm>
              <a:custGeom>
                <a:rect b="b" l="l" r="r" t="t"/>
                <a:pathLst>
                  <a:path extrusionOk="0" h="2334" w="8711">
                    <a:moveTo>
                      <a:pt x="1" y="0"/>
                    </a:moveTo>
                    <a:lnTo>
                      <a:pt x="1" y="2333"/>
                    </a:lnTo>
                    <a:lnTo>
                      <a:pt x="8711" y="2333"/>
                    </a:lnTo>
                    <a:lnTo>
                      <a:pt x="871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0"/>
              <p:cNvSpPr/>
              <p:nvPr/>
            </p:nvSpPr>
            <p:spPr>
              <a:xfrm>
                <a:off x="2689600" y="3404775"/>
                <a:ext cx="252200" cy="183350"/>
              </a:xfrm>
              <a:custGeom>
                <a:rect b="b" l="l" r="r" t="t"/>
                <a:pathLst>
                  <a:path extrusionOk="0" h="7334" w="10088">
                    <a:moveTo>
                      <a:pt x="1" y="1"/>
                    </a:moveTo>
                    <a:lnTo>
                      <a:pt x="1" y="7334"/>
                    </a:lnTo>
                    <a:lnTo>
                      <a:pt x="9845" y="7334"/>
                    </a:lnTo>
                    <a:cubicBezTo>
                      <a:pt x="9978" y="7334"/>
                      <a:pt x="10087" y="7229"/>
                      <a:pt x="10087" y="7096"/>
                    </a:cubicBezTo>
                    <a:lnTo>
                      <a:pt x="10087"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0"/>
              <p:cNvSpPr/>
              <p:nvPr/>
            </p:nvSpPr>
            <p:spPr>
              <a:xfrm>
                <a:off x="2689600" y="3467325"/>
                <a:ext cx="252200" cy="58350"/>
              </a:xfrm>
              <a:custGeom>
                <a:rect b="b" l="l" r="r" t="t"/>
                <a:pathLst>
                  <a:path extrusionOk="0" h="2334" w="10088">
                    <a:moveTo>
                      <a:pt x="1" y="0"/>
                    </a:moveTo>
                    <a:lnTo>
                      <a:pt x="1" y="2333"/>
                    </a:lnTo>
                    <a:lnTo>
                      <a:pt x="10087" y="2333"/>
                    </a:lnTo>
                    <a:lnTo>
                      <a:pt x="10087"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0"/>
              <p:cNvSpPr/>
              <p:nvPr/>
            </p:nvSpPr>
            <p:spPr>
              <a:xfrm>
                <a:off x="2471850" y="3354625"/>
                <a:ext cx="469950" cy="50175"/>
              </a:xfrm>
              <a:custGeom>
                <a:rect b="b" l="l" r="r" t="t"/>
                <a:pathLst>
                  <a:path extrusionOk="0" h="2007" w="18798">
                    <a:moveTo>
                      <a:pt x="1" y="1"/>
                    </a:moveTo>
                    <a:lnTo>
                      <a:pt x="1" y="2007"/>
                    </a:lnTo>
                    <a:lnTo>
                      <a:pt x="18797" y="2007"/>
                    </a:lnTo>
                    <a:lnTo>
                      <a:pt x="1879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0"/>
              <p:cNvSpPr/>
              <p:nvPr/>
            </p:nvSpPr>
            <p:spPr>
              <a:xfrm>
                <a:off x="2471850" y="3375825"/>
                <a:ext cx="469950" cy="7775"/>
              </a:xfrm>
              <a:custGeom>
                <a:rect b="b" l="l" r="r" t="t"/>
                <a:pathLst>
                  <a:path extrusionOk="0" h="311" w="18798">
                    <a:moveTo>
                      <a:pt x="1" y="0"/>
                    </a:moveTo>
                    <a:lnTo>
                      <a:pt x="1" y="311"/>
                    </a:lnTo>
                    <a:lnTo>
                      <a:pt x="18797" y="311"/>
                    </a:lnTo>
                    <a:lnTo>
                      <a:pt x="18797"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0"/>
              <p:cNvSpPr/>
              <p:nvPr/>
            </p:nvSpPr>
            <p:spPr>
              <a:xfrm>
                <a:off x="2471850" y="3390275"/>
                <a:ext cx="469950" cy="7800"/>
              </a:xfrm>
              <a:custGeom>
                <a:rect b="b" l="l" r="r" t="t"/>
                <a:pathLst>
                  <a:path extrusionOk="0" h="312" w="18798">
                    <a:moveTo>
                      <a:pt x="1" y="1"/>
                    </a:moveTo>
                    <a:lnTo>
                      <a:pt x="1" y="312"/>
                    </a:lnTo>
                    <a:lnTo>
                      <a:pt x="18797" y="312"/>
                    </a:lnTo>
                    <a:lnTo>
                      <a:pt x="18797"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0"/>
              <p:cNvSpPr/>
              <p:nvPr/>
            </p:nvSpPr>
            <p:spPr>
              <a:xfrm>
                <a:off x="2503975" y="2635775"/>
                <a:ext cx="415150" cy="718875"/>
              </a:xfrm>
              <a:custGeom>
                <a:rect b="b" l="l" r="r" t="t"/>
                <a:pathLst>
                  <a:path extrusionOk="0" h="28755" w="16606">
                    <a:moveTo>
                      <a:pt x="10174" y="0"/>
                    </a:moveTo>
                    <a:cubicBezTo>
                      <a:pt x="9652" y="0"/>
                      <a:pt x="9141" y="172"/>
                      <a:pt x="8688" y="548"/>
                    </a:cubicBezTo>
                    <a:cubicBezTo>
                      <a:pt x="6181" y="2630"/>
                      <a:pt x="8993" y="6372"/>
                      <a:pt x="6738" y="8095"/>
                    </a:cubicBezTo>
                    <a:cubicBezTo>
                      <a:pt x="4477" y="9822"/>
                      <a:pt x="3761" y="11071"/>
                      <a:pt x="3702" y="14753"/>
                    </a:cubicBezTo>
                    <a:cubicBezTo>
                      <a:pt x="3643" y="18441"/>
                      <a:pt x="6141" y="19986"/>
                      <a:pt x="3069" y="21882"/>
                    </a:cubicBezTo>
                    <a:cubicBezTo>
                      <a:pt x="1" y="23778"/>
                      <a:pt x="909" y="28755"/>
                      <a:pt x="909" y="28755"/>
                    </a:cubicBezTo>
                    <a:lnTo>
                      <a:pt x="15594" y="28755"/>
                    </a:lnTo>
                    <a:cubicBezTo>
                      <a:pt x="15594" y="28755"/>
                      <a:pt x="14463" y="27237"/>
                      <a:pt x="15533" y="24444"/>
                    </a:cubicBezTo>
                    <a:cubicBezTo>
                      <a:pt x="16605" y="21649"/>
                      <a:pt x="15297" y="19507"/>
                      <a:pt x="13570" y="17252"/>
                    </a:cubicBezTo>
                    <a:cubicBezTo>
                      <a:pt x="11847" y="14991"/>
                      <a:pt x="11787" y="12616"/>
                      <a:pt x="13629" y="7620"/>
                    </a:cubicBezTo>
                    <a:cubicBezTo>
                      <a:pt x="15141" y="3532"/>
                      <a:pt x="12542" y="0"/>
                      <a:pt x="10174"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0"/>
              <p:cNvSpPr/>
              <p:nvPr/>
            </p:nvSpPr>
            <p:spPr>
              <a:xfrm>
                <a:off x="2607350" y="2677375"/>
                <a:ext cx="209100" cy="413175"/>
              </a:xfrm>
              <a:custGeom>
                <a:rect b="b" l="l" r="r" t="t"/>
                <a:pathLst>
                  <a:path extrusionOk="0" h="16527" w="8364">
                    <a:moveTo>
                      <a:pt x="3760" y="0"/>
                    </a:moveTo>
                    <a:lnTo>
                      <a:pt x="3659" y="22"/>
                    </a:lnTo>
                    <a:cubicBezTo>
                      <a:pt x="3669" y="64"/>
                      <a:pt x="4535" y="3751"/>
                      <a:pt x="6595" y="5050"/>
                    </a:cubicBezTo>
                    <a:cubicBezTo>
                      <a:pt x="7757" y="5788"/>
                      <a:pt x="8254" y="6968"/>
                      <a:pt x="7999" y="8381"/>
                    </a:cubicBezTo>
                    <a:cubicBezTo>
                      <a:pt x="7652" y="10319"/>
                      <a:pt x="6021" y="12064"/>
                      <a:pt x="4206" y="12443"/>
                    </a:cubicBezTo>
                    <a:cubicBezTo>
                      <a:pt x="2607" y="12780"/>
                      <a:pt x="1276" y="13613"/>
                      <a:pt x="556" y="14730"/>
                    </a:cubicBezTo>
                    <a:cubicBezTo>
                      <a:pt x="159" y="15350"/>
                      <a:pt x="1" y="16002"/>
                      <a:pt x="119" y="16526"/>
                    </a:cubicBezTo>
                    <a:lnTo>
                      <a:pt x="219" y="16503"/>
                    </a:lnTo>
                    <a:cubicBezTo>
                      <a:pt x="105" y="16007"/>
                      <a:pt x="260" y="15382"/>
                      <a:pt x="643" y="14785"/>
                    </a:cubicBezTo>
                    <a:cubicBezTo>
                      <a:pt x="1349" y="13691"/>
                      <a:pt x="2653" y="12875"/>
                      <a:pt x="4229" y="12542"/>
                    </a:cubicBezTo>
                    <a:cubicBezTo>
                      <a:pt x="6080" y="12155"/>
                      <a:pt x="7744" y="10373"/>
                      <a:pt x="8104" y="8400"/>
                    </a:cubicBezTo>
                    <a:cubicBezTo>
                      <a:pt x="8363" y="6941"/>
                      <a:pt x="7849" y="5724"/>
                      <a:pt x="6650" y="4963"/>
                    </a:cubicBezTo>
                    <a:cubicBezTo>
                      <a:pt x="4626" y="3687"/>
                      <a:pt x="3769" y="36"/>
                      <a:pt x="3760"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0"/>
              <p:cNvSpPr/>
              <p:nvPr/>
            </p:nvSpPr>
            <p:spPr>
              <a:xfrm>
                <a:off x="2595375" y="2748325"/>
                <a:ext cx="180875" cy="256750"/>
              </a:xfrm>
              <a:custGeom>
                <a:rect b="b" l="l" r="r" t="t"/>
                <a:pathLst>
                  <a:path extrusionOk="0" h="10270" w="7235">
                    <a:moveTo>
                      <a:pt x="4020" y="1"/>
                    </a:moveTo>
                    <a:lnTo>
                      <a:pt x="3915" y="11"/>
                    </a:lnTo>
                    <a:cubicBezTo>
                      <a:pt x="3915" y="38"/>
                      <a:pt x="4193" y="3055"/>
                      <a:pt x="6008" y="4382"/>
                    </a:cubicBezTo>
                    <a:cubicBezTo>
                      <a:pt x="6805" y="4965"/>
                      <a:pt x="7119" y="5945"/>
                      <a:pt x="6810" y="6875"/>
                    </a:cubicBezTo>
                    <a:cubicBezTo>
                      <a:pt x="6518" y="7750"/>
                      <a:pt x="5588" y="8675"/>
                      <a:pt x="3848" y="8675"/>
                    </a:cubicBezTo>
                    <a:lnTo>
                      <a:pt x="3779" y="8675"/>
                    </a:lnTo>
                    <a:cubicBezTo>
                      <a:pt x="3734" y="8670"/>
                      <a:pt x="3688" y="8670"/>
                      <a:pt x="3642" y="8670"/>
                    </a:cubicBezTo>
                    <a:cubicBezTo>
                      <a:pt x="529" y="8670"/>
                      <a:pt x="19" y="10174"/>
                      <a:pt x="0" y="10238"/>
                    </a:cubicBezTo>
                    <a:lnTo>
                      <a:pt x="97" y="10270"/>
                    </a:lnTo>
                    <a:cubicBezTo>
                      <a:pt x="101" y="10251"/>
                      <a:pt x="611" y="8775"/>
                      <a:pt x="3646" y="8775"/>
                    </a:cubicBezTo>
                    <a:lnTo>
                      <a:pt x="3848" y="8775"/>
                    </a:lnTo>
                    <a:cubicBezTo>
                      <a:pt x="5643" y="8775"/>
                      <a:pt x="6605" y="7818"/>
                      <a:pt x="6910" y="6911"/>
                    </a:cubicBezTo>
                    <a:cubicBezTo>
                      <a:pt x="7234" y="5935"/>
                      <a:pt x="6906" y="4910"/>
                      <a:pt x="6067" y="4300"/>
                    </a:cubicBezTo>
                    <a:cubicBezTo>
                      <a:pt x="4294" y="3000"/>
                      <a:pt x="4020" y="28"/>
                      <a:pt x="4020"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0"/>
              <p:cNvSpPr/>
              <p:nvPr/>
            </p:nvSpPr>
            <p:spPr>
              <a:xfrm>
                <a:off x="2580000" y="3003350"/>
                <a:ext cx="230750" cy="352350"/>
              </a:xfrm>
              <a:custGeom>
                <a:rect b="b" l="l" r="r" t="t"/>
                <a:pathLst>
                  <a:path extrusionOk="0" h="14094" w="9230">
                    <a:moveTo>
                      <a:pt x="9193" y="0"/>
                    </a:moveTo>
                    <a:cubicBezTo>
                      <a:pt x="9152" y="19"/>
                      <a:pt x="5123" y="1514"/>
                      <a:pt x="4080" y="4413"/>
                    </a:cubicBezTo>
                    <a:cubicBezTo>
                      <a:pt x="3775" y="5256"/>
                      <a:pt x="3592" y="6226"/>
                      <a:pt x="3396" y="7252"/>
                    </a:cubicBezTo>
                    <a:cubicBezTo>
                      <a:pt x="2927" y="9699"/>
                      <a:pt x="2397" y="12475"/>
                      <a:pt x="1" y="14007"/>
                    </a:cubicBezTo>
                    <a:lnTo>
                      <a:pt x="60" y="14093"/>
                    </a:lnTo>
                    <a:cubicBezTo>
                      <a:pt x="2494" y="12539"/>
                      <a:pt x="3026" y="9741"/>
                      <a:pt x="3496" y="7270"/>
                    </a:cubicBezTo>
                    <a:cubicBezTo>
                      <a:pt x="3692" y="6249"/>
                      <a:pt x="3874" y="5283"/>
                      <a:pt x="4175" y="4444"/>
                    </a:cubicBezTo>
                    <a:cubicBezTo>
                      <a:pt x="5205" y="1596"/>
                      <a:pt x="9189" y="115"/>
                      <a:pt x="9230" y="101"/>
                    </a:cubicBezTo>
                    <a:lnTo>
                      <a:pt x="9193"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0"/>
              <p:cNvSpPr/>
              <p:nvPr/>
            </p:nvSpPr>
            <p:spPr>
              <a:xfrm>
                <a:off x="2661575" y="3145550"/>
                <a:ext cx="231325" cy="57575"/>
              </a:xfrm>
              <a:custGeom>
                <a:rect b="b" l="l" r="r" t="t"/>
                <a:pathLst>
                  <a:path extrusionOk="0" h="2303" w="9253">
                    <a:moveTo>
                      <a:pt x="9175" y="0"/>
                    </a:moveTo>
                    <a:cubicBezTo>
                      <a:pt x="8877" y="334"/>
                      <a:pt x="8466" y="642"/>
                      <a:pt x="7314" y="642"/>
                    </a:cubicBezTo>
                    <a:cubicBezTo>
                      <a:pt x="6691" y="642"/>
                      <a:pt x="5851" y="552"/>
                      <a:pt x="4695" y="328"/>
                    </a:cubicBezTo>
                    <a:cubicBezTo>
                      <a:pt x="4331" y="258"/>
                      <a:pt x="3990" y="227"/>
                      <a:pt x="3672" y="227"/>
                    </a:cubicBezTo>
                    <a:cubicBezTo>
                      <a:pt x="1120" y="227"/>
                      <a:pt x="12" y="2232"/>
                      <a:pt x="1" y="2257"/>
                    </a:cubicBezTo>
                    <a:lnTo>
                      <a:pt x="91" y="2303"/>
                    </a:lnTo>
                    <a:cubicBezTo>
                      <a:pt x="104" y="2282"/>
                      <a:pt x="1182" y="329"/>
                      <a:pt x="3669" y="329"/>
                    </a:cubicBezTo>
                    <a:cubicBezTo>
                      <a:pt x="3981" y="329"/>
                      <a:pt x="4315" y="360"/>
                      <a:pt x="4672" y="429"/>
                    </a:cubicBezTo>
                    <a:cubicBezTo>
                      <a:pt x="5832" y="654"/>
                      <a:pt x="6680" y="745"/>
                      <a:pt x="7313" y="745"/>
                    </a:cubicBezTo>
                    <a:cubicBezTo>
                      <a:pt x="8510" y="745"/>
                      <a:pt x="8940" y="421"/>
                      <a:pt x="9252" y="69"/>
                    </a:cubicBezTo>
                    <a:lnTo>
                      <a:pt x="9175"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0"/>
              <p:cNvSpPr/>
              <p:nvPr/>
            </p:nvSpPr>
            <p:spPr>
              <a:xfrm>
                <a:off x="2658950" y="3007675"/>
                <a:ext cx="25900" cy="139500"/>
              </a:xfrm>
              <a:custGeom>
                <a:rect b="b" l="l" r="r" t="t"/>
                <a:pathLst>
                  <a:path extrusionOk="0" h="5580" w="1036">
                    <a:moveTo>
                      <a:pt x="183" y="1"/>
                    </a:moveTo>
                    <a:lnTo>
                      <a:pt x="119" y="83"/>
                    </a:lnTo>
                    <a:cubicBezTo>
                      <a:pt x="129" y="87"/>
                      <a:pt x="922" y="757"/>
                      <a:pt x="666" y="2239"/>
                    </a:cubicBezTo>
                    <a:cubicBezTo>
                      <a:pt x="594" y="2658"/>
                      <a:pt x="493" y="3027"/>
                      <a:pt x="406" y="3355"/>
                    </a:cubicBezTo>
                    <a:cubicBezTo>
                      <a:pt x="173" y="4225"/>
                      <a:pt x="1" y="4850"/>
                      <a:pt x="562" y="5580"/>
                    </a:cubicBezTo>
                    <a:lnTo>
                      <a:pt x="644" y="5520"/>
                    </a:lnTo>
                    <a:cubicBezTo>
                      <a:pt x="114" y="4831"/>
                      <a:pt x="270" y="4253"/>
                      <a:pt x="507" y="3382"/>
                    </a:cubicBezTo>
                    <a:cubicBezTo>
                      <a:pt x="594" y="3054"/>
                      <a:pt x="693" y="2681"/>
                      <a:pt x="766" y="2256"/>
                    </a:cubicBezTo>
                    <a:cubicBezTo>
                      <a:pt x="1035" y="712"/>
                      <a:pt x="219" y="28"/>
                      <a:pt x="183"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0"/>
              <p:cNvSpPr/>
              <p:nvPr/>
            </p:nvSpPr>
            <p:spPr>
              <a:xfrm>
                <a:off x="2636400" y="3227750"/>
                <a:ext cx="262550" cy="60700"/>
              </a:xfrm>
              <a:custGeom>
                <a:rect b="b" l="l" r="r" t="t"/>
                <a:pathLst>
                  <a:path extrusionOk="0" h="2428" w="10502">
                    <a:moveTo>
                      <a:pt x="3843" y="0"/>
                    </a:moveTo>
                    <a:cubicBezTo>
                      <a:pt x="1270" y="0"/>
                      <a:pt x="17" y="2353"/>
                      <a:pt x="0" y="2378"/>
                    </a:cubicBezTo>
                    <a:lnTo>
                      <a:pt x="97" y="2427"/>
                    </a:lnTo>
                    <a:cubicBezTo>
                      <a:pt x="108" y="2403"/>
                      <a:pt x="1333" y="103"/>
                      <a:pt x="3852" y="103"/>
                    </a:cubicBezTo>
                    <a:cubicBezTo>
                      <a:pt x="4117" y="103"/>
                      <a:pt x="4397" y="129"/>
                      <a:pt x="4691" y="185"/>
                    </a:cubicBezTo>
                    <a:cubicBezTo>
                      <a:pt x="5292" y="304"/>
                      <a:pt x="5839" y="422"/>
                      <a:pt x="6322" y="532"/>
                    </a:cubicBezTo>
                    <a:cubicBezTo>
                      <a:pt x="7297" y="748"/>
                      <a:pt x="8066" y="919"/>
                      <a:pt x="8707" y="919"/>
                    </a:cubicBezTo>
                    <a:cubicBezTo>
                      <a:pt x="9432" y="919"/>
                      <a:pt x="9993" y="700"/>
                      <a:pt x="10501" y="81"/>
                    </a:cubicBezTo>
                    <a:lnTo>
                      <a:pt x="10423" y="17"/>
                    </a:lnTo>
                    <a:cubicBezTo>
                      <a:pt x="9939" y="605"/>
                      <a:pt x="9399" y="814"/>
                      <a:pt x="8698" y="814"/>
                    </a:cubicBezTo>
                    <a:cubicBezTo>
                      <a:pt x="8068" y="814"/>
                      <a:pt x="7309" y="645"/>
                      <a:pt x="6345" y="431"/>
                    </a:cubicBezTo>
                    <a:cubicBezTo>
                      <a:pt x="5861" y="322"/>
                      <a:pt x="5314" y="199"/>
                      <a:pt x="4708" y="85"/>
                    </a:cubicBezTo>
                    <a:cubicBezTo>
                      <a:pt x="4405" y="27"/>
                      <a:pt x="4117" y="0"/>
                      <a:pt x="3843"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0"/>
              <p:cNvSpPr/>
              <p:nvPr/>
            </p:nvSpPr>
            <p:spPr>
              <a:xfrm>
                <a:off x="2746000" y="2657400"/>
                <a:ext cx="67950" cy="148850"/>
              </a:xfrm>
              <a:custGeom>
                <a:rect b="b" l="l" r="r" t="t"/>
                <a:pathLst>
                  <a:path extrusionOk="0" h="5954" w="2718">
                    <a:moveTo>
                      <a:pt x="2621" y="1"/>
                    </a:moveTo>
                    <a:lnTo>
                      <a:pt x="2516" y="19"/>
                    </a:lnTo>
                    <a:cubicBezTo>
                      <a:pt x="2608" y="503"/>
                      <a:pt x="2480" y="667"/>
                      <a:pt x="1783" y="1569"/>
                    </a:cubicBezTo>
                    <a:cubicBezTo>
                      <a:pt x="1624" y="1774"/>
                      <a:pt x="1432" y="2020"/>
                      <a:pt x="1213" y="2312"/>
                    </a:cubicBezTo>
                    <a:cubicBezTo>
                      <a:pt x="0" y="3911"/>
                      <a:pt x="1195" y="5931"/>
                      <a:pt x="1209" y="5954"/>
                    </a:cubicBezTo>
                    <a:lnTo>
                      <a:pt x="1300" y="5899"/>
                    </a:lnTo>
                    <a:cubicBezTo>
                      <a:pt x="1286" y="5880"/>
                      <a:pt x="128" y="3921"/>
                      <a:pt x="1295" y="2376"/>
                    </a:cubicBezTo>
                    <a:cubicBezTo>
                      <a:pt x="1519" y="2079"/>
                      <a:pt x="1706" y="1839"/>
                      <a:pt x="1865" y="1633"/>
                    </a:cubicBezTo>
                    <a:cubicBezTo>
                      <a:pt x="2571" y="722"/>
                      <a:pt x="2717" y="530"/>
                      <a:pt x="2621"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0"/>
              <p:cNvSpPr/>
              <p:nvPr/>
            </p:nvSpPr>
            <p:spPr>
              <a:xfrm>
                <a:off x="962625" y="2100425"/>
                <a:ext cx="121800" cy="95300"/>
              </a:xfrm>
              <a:custGeom>
                <a:rect b="b" l="l" r="r" t="t"/>
                <a:pathLst>
                  <a:path extrusionOk="0" h="3812" w="4872">
                    <a:moveTo>
                      <a:pt x="3400" y="1"/>
                    </a:moveTo>
                    <a:cubicBezTo>
                      <a:pt x="2775" y="1"/>
                      <a:pt x="2168" y="130"/>
                      <a:pt x="2168" y="130"/>
                    </a:cubicBezTo>
                    <a:cubicBezTo>
                      <a:pt x="2168" y="130"/>
                      <a:pt x="58" y="567"/>
                      <a:pt x="31" y="1502"/>
                    </a:cubicBezTo>
                    <a:cubicBezTo>
                      <a:pt x="0" y="2410"/>
                      <a:pt x="1401" y="3812"/>
                      <a:pt x="2397" y="3812"/>
                    </a:cubicBezTo>
                    <a:cubicBezTo>
                      <a:pt x="2426" y="3812"/>
                      <a:pt x="2455" y="3811"/>
                      <a:pt x="2483" y="3808"/>
                    </a:cubicBezTo>
                    <a:cubicBezTo>
                      <a:pt x="2902" y="3772"/>
                      <a:pt x="3485" y="3753"/>
                      <a:pt x="4037" y="3712"/>
                    </a:cubicBezTo>
                    <a:lnTo>
                      <a:pt x="4169" y="682"/>
                    </a:lnTo>
                    <a:lnTo>
                      <a:pt x="4871" y="709"/>
                    </a:lnTo>
                    <a:cubicBezTo>
                      <a:pt x="4716" y="458"/>
                      <a:pt x="4547" y="262"/>
                      <a:pt x="4379" y="175"/>
                    </a:cubicBezTo>
                    <a:cubicBezTo>
                      <a:pt x="4120" y="43"/>
                      <a:pt x="3757" y="1"/>
                      <a:pt x="340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0"/>
              <p:cNvSpPr/>
              <p:nvPr/>
            </p:nvSpPr>
            <p:spPr>
              <a:xfrm>
                <a:off x="993100" y="2106050"/>
                <a:ext cx="41975" cy="68975"/>
              </a:xfrm>
              <a:custGeom>
                <a:rect b="b" l="l" r="r" t="t"/>
                <a:pathLst>
                  <a:path extrusionOk="0" h="2759" w="1679">
                    <a:moveTo>
                      <a:pt x="526" y="1"/>
                    </a:moveTo>
                    <a:cubicBezTo>
                      <a:pt x="521" y="5"/>
                      <a:pt x="1" y="479"/>
                      <a:pt x="93" y="1141"/>
                    </a:cubicBezTo>
                    <a:cubicBezTo>
                      <a:pt x="175" y="1728"/>
                      <a:pt x="703" y="2275"/>
                      <a:pt x="1665" y="2758"/>
                    </a:cubicBezTo>
                    <a:lnTo>
                      <a:pt x="1679" y="2731"/>
                    </a:lnTo>
                    <a:cubicBezTo>
                      <a:pt x="726" y="2252"/>
                      <a:pt x="207" y="1715"/>
                      <a:pt x="125" y="1135"/>
                    </a:cubicBezTo>
                    <a:cubicBezTo>
                      <a:pt x="38" y="493"/>
                      <a:pt x="544" y="28"/>
                      <a:pt x="548" y="24"/>
                    </a:cubicBezTo>
                    <a:lnTo>
                      <a:pt x="526"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0"/>
              <p:cNvSpPr/>
              <p:nvPr/>
            </p:nvSpPr>
            <p:spPr>
              <a:xfrm>
                <a:off x="975000" y="2113800"/>
                <a:ext cx="51525" cy="82050"/>
              </a:xfrm>
              <a:custGeom>
                <a:rect b="b" l="l" r="r" t="t"/>
                <a:pathLst>
                  <a:path extrusionOk="0" h="3282" w="2061">
                    <a:moveTo>
                      <a:pt x="420" y="0"/>
                    </a:moveTo>
                    <a:cubicBezTo>
                      <a:pt x="415" y="5"/>
                      <a:pt x="1" y="543"/>
                      <a:pt x="156" y="1281"/>
                    </a:cubicBezTo>
                    <a:cubicBezTo>
                      <a:pt x="306" y="2015"/>
                      <a:pt x="939" y="2690"/>
                      <a:pt x="2043" y="3282"/>
                    </a:cubicBezTo>
                    <a:lnTo>
                      <a:pt x="2061" y="3255"/>
                    </a:lnTo>
                    <a:cubicBezTo>
                      <a:pt x="967" y="2663"/>
                      <a:pt x="338" y="2001"/>
                      <a:pt x="188" y="1277"/>
                    </a:cubicBezTo>
                    <a:cubicBezTo>
                      <a:pt x="37" y="552"/>
                      <a:pt x="443" y="28"/>
                      <a:pt x="447" y="23"/>
                    </a:cubicBezTo>
                    <a:lnTo>
                      <a:pt x="420"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0"/>
              <p:cNvSpPr/>
              <p:nvPr/>
            </p:nvSpPr>
            <p:spPr>
              <a:xfrm>
                <a:off x="980475" y="2110625"/>
                <a:ext cx="53825" cy="75100"/>
              </a:xfrm>
              <a:custGeom>
                <a:rect b="b" l="l" r="r" t="t"/>
                <a:pathLst>
                  <a:path extrusionOk="0" h="3004" w="2153">
                    <a:moveTo>
                      <a:pt x="497" y="0"/>
                    </a:moveTo>
                    <a:cubicBezTo>
                      <a:pt x="488" y="5"/>
                      <a:pt x="1" y="483"/>
                      <a:pt x="315" y="1422"/>
                    </a:cubicBezTo>
                    <a:cubicBezTo>
                      <a:pt x="630" y="2352"/>
                      <a:pt x="2125" y="2999"/>
                      <a:pt x="2138" y="3003"/>
                    </a:cubicBezTo>
                    <a:lnTo>
                      <a:pt x="2152" y="2976"/>
                    </a:lnTo>
                    <a:cubicBezTo>
                      <a:pt x="2134" y="2971"/>
                      <a:pt x="657" y="2329"/>
                      <a:pt x="347" y="1408"/>
                    </a:cubicBezTo>
                    <a:cubicBezTo>
                      <a:pt x="37" y="497"/>
                      <a:pt x="511" y="28"/>
                      <a:pt x="516" y="22"/>
                    </a:cubicBezTo>
                    <a:lnTo>
                      <a:pt x="49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0"/>
              <p:cNvSpPr/>
              <p:nvPr/>
            </p:nvSpPr>
            <p:spPr>
              <a:xfrm>
                <a:off x="1031975" y="2574425"/>
                <a:ext cx="174875" cy="420175"/>
              </a:xfrm>
              <a:custGeom>
                <a:rect b="b" l="l" r="r" t="t"/>
                <a:pathLst>
                  <a:path extrusionOk="0" h="16807" w="6995">
                    <a:moveTo>
                      <a:pt x="2300" y="1"/>
                    </a:moveTo>
                    <a:cubicBezTo>
                      <a:pt x="1640" y="1"/>
                      <a:pt x="905" y="401"/>
                      <a:pt x="156" y="1565"/>
                    </a:cubicBezTo>
                    <a:cubicBezTo>
                      <a:pt x="156" y="1565"/>
                      <a:pt x="0" y="4468"/>
                      <a:pt x="1801" y="8839"/>
                    </a:cubicBezTo>
                    <a:cubicBezTo>
                      <a:pt x="3597" y="13210"/>
                      <a:pt x="4039" y="16565"/>
                      <a:pt x="5365" y="16788"/>
                    </a:cubicBezTo>
                    <a:cubicBezTo>
                      <a:pt x="5438" y="16800"/>
                      <a:pt x="5508" y="16806"/>
                      <a:pt x="5576" y="16806"/>
                    </a:cubicBezTo>
                    <a:cubicBezTo>
                      <a:pt x="6724" y="16806"/>
                      <a:pt x="6995" y="15088"/>
                      <a:pt x="6887" y="13210"/>
                    </a:cubicBezTo>
                    <a:cubicBezTo>
                      <a:pt x="6778" y="11223"/>
                      <a:pt x="5265" y="2341"/>
                      <a:pt x="4476" y="1370"/>
                    </a:cubicBezTo>
                    <a:cubicBezTo>
                      <a:pt x="4017" y="801"/>
                      <a:pt x="3234" y="1"/>
                      <a:pt x="230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0"/>
              <p:cNvSpPr/>
              <p:nvPr/>
            </p:nvSpPr>
            <p:spPr>
              <a:xfrm>
                <a:off x="1023200" y="2589450"/>
                <a:ext cx="212425" cy="503700"/>
              </a:xfrm>
              <a:custGeom>
                <a:rect b="b" l="l" r="r" t="t"/>
                <a:pathLst>
                  <a:path extrusionOk="0" h="20148" w="8497">
                    <a:moveTo>
                      <a:pt x="3405" y="0"/>
                    </a:moveTo>
                    <a:cubicBezTo>
                      <a:pt x="2450" y="0"/>
                      <a:pt x="1359" y="490"/>
                      <a:pt x="684" y="2163"/>
                    </a:cubicBezTo>
                    <a:cubicBezTo>
                      <a:pt x="684" y="2163"/>
                      <a:pt x="0" y="6156"/>
                      <a:pt x="1331" y="9921"/>
                    </a:cubicBezTo>
                    <a:cubicBezTo>
                      <a:pt x="2667" y="13680"/>
                      <a:pt x="3113" y="14483"/>
                      <a:pt x="2977" y="16082"/>
                    </a:cubicBezTo>
                    <a:cubicBezTo>
                      <a:pt x="2855" y="17552"/>
                      <a:pt x="3634" y="20148"/>
                      <a:pt x="5587" y="20148"/>
                    </a:cubicBezTo>
                    <a:cubicBezTo>
                      <a:pt x="5761" y="20148"/>
                      <a:pt x="5943" y="20127"/>
                      <a:pt x="6136" y="20084"/>
                    </a:cubicBezTo>
                    <a:cubicBezTo>
                      <a:pt x="8496" y="19551"/>
                      <a:pt x="8086" y="16793"/>
                      <a:pt x="8090" y="14437"/>
                    </a:cubicBezTo>
                    <a:cubicBezTo>
                      <a:pt x="8095" y="12081"/>
                      <a:pt x="5406" y="1357"/>
                      <a:pt x="5320" y="823"/>
                    </a:cubicBezTo>
                    <a:cubicBezTo>
                      <a:pt x="5273" y="549"/>
                      <a:pt x="4416" y="0"/>
                      <a:pt x="340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0"/>
              <p:cNvSpPr/>
              <p:nvPr/>
            </p:nvSpPr>
            <p:spPr>
              <a:xfrm>
                <a:off x="1066500" y="2923175"/>
                <a:ext cx="145300" cy="590375"/>
              </a:xfrm>
              <a:custGeom>
                <a:rect b="b" l="l" r="r" t="t"/>
                <a:pathLst>
                  <a:path extrusionOk="0" h="23615" w="5812">
                    <a:moveTo>
                      <a:pt x="4356" y="1"/>
                    </a:moveTo>
                    <a:cubicBezTo>
                      <a:pt x="3793" y="1"/>
                      <a:pt x="3204" y="354"/>
                      <a:pt x="2890" y="1257"/>
                    </a:cubicBezTo>
                    <a:cubicBezTo>
                      <a:pt x="2890" y="1257"/>
                      <a:pt x="1747" y="4191"/>
                      <a:pt x="872" y="7988"/>
                    </a:cubicBezTo>
                    <a:cubicBezTo>
                      <a:pt x="1" y="11789"/>
                      <a:pt x="182" y="21743"/>
                      <a:pt x="525" y="22915"/>
                    </a:cubicBezTo>
                    <a:cubicBezTo>
                      <a:pt x="620" y="23245"/>
                      <a:pt x="905" y="23615"/>
                      <a:pt x="1187" y="23615"/>
                    </a:cubicBezTo>
                    <a:cubicBezTo>
                      <a:pt x="1381" y="23615"/>
                      <a:pt x="1573" y="23441"/>
                      <a:pt x="1701" y="22961"/>
                    </a:cubicBezTo>
                    <a:cubicBezTo>
                      <a:pt x="2020" y="21785"/>
                      <a:pt x="5624" y="2802"/>
                      <a:pt x="5744" y="1421"/>
                    </a:cubicBezTo>
                    <a:cubicBezTo>
                      <a:pt x="5811" y="631"/>
                      <a:pt x="5108" y="1"/>
                      <a:pt x="435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0"/>
              <p:cNvSpPr/>
              <p:nvPr/>
            </p:nvSpPr>
            <p:spPr>
              <a:xfrm>
                <a:off x="1047575" y="2916525"/>
                <a:ext cx="183350" cy="493975"/>
              </a:xfrm>
              <a:custGeom>
                <a:rect b="b" l="l" r="r" t="t"/>
                <a:pathLst>
                  <a:path extrusionOk="0" h="19759" w="7334">
                    <a:moveTo>
                      <a:pt x="4848" y="0"/>
                    </a:moveTo>
                    <a:cubicBezTo>
                      <a:pt x="4509" y="0"/>
                      <a:pt x="4151" y="65"/>
                      <a:pt x="3783" y="201"/>
                    </a:cubicBezTo>
                    <a:cubicBezTo>
                      <a:pt x="1869" y="912"/>
                      <a:pt x="2025" y="2467"/>
                      <a:pt x="2025" y="2467"/>
                    </a:cubicBezTo>
                    <a:cubicBezTo>
                      <a:pt x="2025" y="2467"/>
                      <a:pt x="1692" y="5889"/>
                      <a:pt x="1692" y="6554"/>
                    </a:cubicBezTo>
                    <a:cubicBezTo>
                      <a:pt x="1692" y="7225"/>
                      <a:pt x="1" y="19758"/>
                      <a:pt x="1" y="19758"/>
                    </a:cubicBezTo>
                    <a:lnTo>
                      <a:pt x="5516" y="19758"/>
                    </a:lnTo>
                    <a:cubicBezTo>
                      <a:pt x="5516" y="19758"/>
                      <a:pt x="6496" y="13801"/>
                      <a:pt x="6764" y="11313"/>
                    </a:cubicBezTo>
                    <a:cubicBezTo>
                      <a:pt x="7029" y="8824"/>
                      <a:pt x="7138" y="2867"/>
                      <a:pt x="7138" y="2867"/>
                    </a:cubicBezTo>
                    <a:cubicBezTo>
                      <a:pt x="7333" y="1141"/>
                      <a:pt x="6271" y="0"/>
                      <a:pt x="4848"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0"/>
              <p:cNvSpPr/>
              <p:nvPr/>
            </p:nvSpPr>
            <p:spPr>
              <a:xfrm>
                <a:off x="1055225" y="3353050"/>
                <a:ext cx="138675" cy="1700"/>
              </a:xfrm>
              <a:custGeom>
                <a:rect b="b" l="l" r="r" t="t"/>
                <a:pathLst>
                  <a:path extrusionOk="0" h="68" w="5547">
                    <a:moveTo>
                      <a:pt x="0" y="0"/>
                    </a:moveTo>
                    <a:lnTo>
                      <a:pt x="0" y="68"/>
                    </a:lnTo>
                    <a:lnTo>
                      <a:pt x="5547" y="68"/>
                    </a:lnTo>
                    <a:lnTo>
                      <a:pt x="5547" y="0"/>
                    </a:lnTo>
                    <a:cubicBezTo>
                      <a:pt x="5511" y="0"/>
                      <a:pt x="3112" y="4"/>
                      <a:pt x="1481" y="4"/>
                    </a:cubicBezTo>
                    <a:cubicBezTo>
                      <a:pt x="665" y="4"/>
                      <a:pt x="41" y="3"/>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0"/>
              <p:cNvSpPr/>
              <p:nvPr/>
            </p:nvSpPr>
            <p:spPr>
              <a:xfrm>
                <a:off x="1070825" y="3531700"/>
                <a:ext cx="214800" cy="27475"/>
              </a:xfrm>
              <a:custGeom>
                <a:rect b="b" l="l" r="r" t="t"/>
                <a:pathLst>
                  <a:path extrusionOk="0" h="1099" w="8592">
                    <a:moveTo>
                      <a:pt x="1" y="0"/>
                    </a:moveTo>
                    <a:lnTo>
                      <a:pt x="1" y="1098"/>
                    </a:lnTo>
                    <a:lnTo>
                      <a:pt x="8592" y="1098"/>
                    </a:lnTo>
                    <a:cubicBezTo>
                      <a:pt x="8592" y="1098"/>
                      <a:pt x="8560" y="985"/>
                      <a:pt x="838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0"/>
              <p:cNvSpPr/>
              <p:nvPr/>
            </p:nvSpPr>
            <p:spPr>
              <a:xfrm>
                <a:off x="1070825" y="3432225"/>
                <a:ext cx="209700" cy="99500"/>
              </a:xfrm>
              <a:custGeom>
                <a:rect b="b" l="l" r="r" t="t"/>
                <a:pathLst>
                  <a:path extrusionOk="0" h="3980" w="8388">
                    <a:moveTo>
                      <a:pt x="1" y="1"/>
                    </a:moveTo>
                    <a:lnTo>
                      <a:pt x="1" y="3979"/>
                    </a:lnTo>
                    <a:lnTo>
                      <a:pt x="8387" y="3979"/>
                    </a:lnTo>
                    <a:cubicBezTo>
                      <a:pt x="8387" y="3956"/>
                      <a:pt x="8383" y="3939"/>
                      <a:pt x="8377" y="3916"/>
                    </a:cubicBezTo>
                    <a:cubicBezTo>
                      <a:pt x="8196" y="2872"/>
                      <a:pt x="5347" y="2644"/>
                      <a:pt x="3610" y="2475"/>
                    </a:cubicBezTo>
                    <a:cubicBezTo>
                      <a:pt x="1869" y="2307"/>
                      <a:pt x="2115" y="1"/>
                      <a:pt x="2115"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0"/>
              <p:cNvSpPr/>
              <p:nvPr/>
            </p:nvSpPr>
            <p:spPr>
              <a:xfrm>
                <a:off x="1168375" y="3509375"/>
                <a:ext cx="95950" cy="22600"/>
              </a:xfrm>
              <a:custGeom>
                <a:rect b="b" l="l" r="r" t="t"/>
                <a:pathLst>
                  <a:path extrusionOk="0" h="904" w="3838">
                    <a:moveTo>
                      <a:pt x="2461" y="1"/>
                    </a:moveTo>
                    <a:cubicBezTo>
                      <a:pt x="2098" y="1"/>
                      <a:pt x="1714" y="6"/>
                      <a:pt x="1376" y="22"/>
                    </a:cubicBezTo>
                    <a:cubicBezTo>
                      <a:pt x="346" y="73"/>
                      <a:pt x="5" y="876"/>
                      <a:pt x="0" y="884"/>
                    </a:cubicBezTo>
                    <a:lnTo>
                      <a:pt x="51" y="903"/>
                    </a:lnTo>
                    <a:cubicBezTo>
                      <a:pt x="55" y="898"/>
                      <a:pt x="383" y="127"/>
                      <a:pt x="1376" y="77"/>
                    </a:cubicBezTo>
                    <a:cubicBezTo>
                      <a:pt x="1714" y="61"/>
                      <a:pt x="2098" y="55"/>
                      <a:pt x="2461" y="55"/>
                    </a:cubicBezTo>
                    <a:cubicBezTo>
                      <a:pt x="3188" y="55"/>
                      <a:pt x="3829" y="77"/>
                      <a:pt x="3838" y="77"/>
                    </a:cubicBezTo>
                    <a:lnTo>
                      <a:pt x="3838" y="22"/>
                    </a:lnTo>
                    <a:cubicBezTo>
                      <a:pt x="3829" y="22"/>
                      <a:pt x="3188" y="1"/>
                      <a:pt x="24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0"/>
              <p:cNvSpPr/>
              <p:nvPr/>
            </p:nvSpPr>
            <p:spPr>
              <a:xfrm>
                <a:off x="1096475" y="3432225"/>
                <a:ext cx="72825" cy="69650"/>
              </a:xfrm>
              <a:custGeom>
                <a:rect b="b" l="l" r="r" t="t"/>
                <a:pathLst>
                  <a:path extrusionOk="0" h="2786" w="2913">
                    <a:moveTo>
                      <a:pt x="14" y="1"/>
                    </a:moveTo>
                    <a:cubicBezTo>
                      <a:pt x="14" y="96"/>
                      <a:pt x="1" y="2366"/>
                      <a:pt x="876" y="2676"/>
                    </a:cubicBezTo>
                    <a:cubicBezTo>
                      <a:pt x="1095" y="2753"/>
                      <a:pt x="1335" y="2786"/>
                      <a:pt x="1568" y="2786"/>
                    </a:cubicBezTo>
                    <a:cubicBezTo>
                      <a:pt x="2256" y="2786"/>
                      <a:pt x="2904" y="2534"/>
                      <a:pt x="2913" y="2530"/>
                    </a:cubicBezTo>
                    <a:lnTo>
                      <a:pt x="2894" y="2480"/>
                    </a:lnTo>
                    <a:cubicBezTo>
                      <a:pt x="2884" y="2484"/>
                      <a:pt x="2244" y="2731"/>
                      <a:pt x="1569" y="2731"/>
                    </a:cubicBezTo>
                    <a:cubicBezTo>
                      <a:pt x="1340" y="2731"/>
                      <a:pt x="1107" y="2702"/>
                      <a:pt x="893" y="2626"/>
                    </a:cubicBezTo>
                    <a:cubicBezTo>
                      <a:pt x="55" y="2330"/>
                      <a:pt x="69" y="24"/>
                      <a:pt x="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0"/>
              <p:cNvSpPr/>
              <p:nvPr/>
            </p:nvSpPr>
            <p:spPr>
              <a:xfrm>
                <a:off x="1097175" y="3439175"/>
                <a:ext cx="28475" cy="19500"/>
              </a:xfrm>
              <a:custGeom>
                <a:rect b="b" l="l" r="r" t="t"/>
                <a:pathLst>
                  <a:path extrusionOk="0" h="780" w="1139">
                    <a:moveTo>
                      <a:pt x="32" y="1"/>
                    </a:moveTo>
                    <a:lnTo>
                      <a:pt x="0" y="47"/>
                    </a:lnTo>
                    <a:lnTo>
                      <a:pt x="1107" y="780"/>
                    </a:lnTo>
                    <a:lnTo>
                      <a:pt x="1139" y="735"/>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0"/>
              <p:cNvSpPr/>
              <p:nvPr/>
            </p:nvSpPr>
            <p:spPr>
              <a:xfrm>
                <a:off x="1098975" y="3444300"/>
                <a:ext cx="24875" cy="14375"/>
              </a:xfrm>
              <a:custGeom>
                <a:rect b="b" l="l" r="r" t="t"/>
                <a:pathLst>
                  <a:path extrusionOk="0" h="575" w="995">
                    <a:moveTo>
                      <a:pt x="967" y="0"/>
                    </a:moveTo>
                    <a:lnTo>
                      <a:pt x="0" y="530"/>
                    </a:lnTo>
                    <a:lnTo>
                      <a:pt x="28" y="575"/>
                    </a:lnTo>
                    <a:lnTo>
                      <a:pt x="995" y="51"/>
                    </a:lnTo>
                    <a:lnTo>
                      <a:pt x="9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0"/>
              <p:cNvSpPr/>
              <p:nvPr/>
            </p:nvSpPr>
            <p:spPr>
              <a:xfrm>
                <a:off x="1100450" y="3466050"/>
                <a:ext cx="33075" cy="12800"/>
              </a:xfrm>
              <a:custGeom>
                <a:rect b="b" l="l" r="r" t="t"/>
                <a:pathLst>
                  <a:path extrusionOk="0" h="512" w="1323">
                    <a:moveTo>
                      <a:pt x="19" y="1"/>
                    </a:moveTo>
                    <a:lnTo>
                      <a:pt x="0" y="51"/>
                    </a:lnTo>
                    <a:lnTo>
                      <a:pt x="1304" y="512"/>
                    </a:lnTo>
                    <a:lnTo>
                      <a:pt x="1323" y="461"/>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0"/>
              <p:cNvSpPr/>
              <p:nvPr/>
            </p:nvSpPr>
            <p:spPr>
              <a:xfrm>
                <a:off x="1104550" y="3466175"/>
                <a:ext cx="23500" cy="16425"/>
              </a:xfrm>
              <a:custGeom>
                <a:rect b="b" l="l" r="r" t="t"/>
                <a:pathLst>
                  <a:path extrusionOk="0" h="657" w="940">
                    <a:moveTo>
                      <a:pt x="908" y="0"/>
                    </a:moveTo>
                    <a:lnTo>
                      <a:pt x="0" y="607"/>
                    </a:lnTo>
                    <a:lnTo>
                      <a:pt x="28" y="657"/>
                    </a:lnTo>
                    <a:lnTo>
                      <a:pt x="940" y="46"/>
                    </a:lnTo>
                    <a:lnTo>
                      <a:pt x="9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0"/>
              <p:cNvSpPr/>
              <p:nvPr/>
            </p:nvSpPr>
            <p:spPr>
              <a:xfrm>
                <a:off x="1108425" y="2240950"/>
                <a:ext cx="323975" cy="85825"/>
              </a:xfrm>
              <a:custGeom>
                <a:rect b="b" l="l" r="r" t="t"/>
                <a:pathLst>
                  <a:path extrusionOk="0" h="3433" w="12959">
                    <a:moveTo>
                      <a:pt x="9952" y="1"/>
                    </a:moveTo>
                    <a:cubicBezTo>
                      <a:pt x="7094" y="1"/>
                      <a:pt x="1851" y="562"/>
                      <a:pt x="1851" y="562"/>
                    </a:cubicBezTo>
                    <a:cubicBezTo>
                      <a:pt x="1454" y="602"/>
                      <a:pt x="1" y="1236"/>
                      <a:pt x="443" y="2293"/>
                    </a:cubicBezTo>
                    <a:cubicBezTo>
                      <a:pt x="885" y="3351"/>
                      <a:pt x="2033" y="3324"/>
                      <a:pt x="2525" y="3423"/>
                    </a:cubicBezTo>
                    <a:cubicBezTo>
                      <a:pt x="2555" y="3429"/>
                      <a:pt x="2609" y="3432"/>
                      <a:pt x="2684" y="3432"/>
                    </a:cubicBezTo>
                    <a:cubicBezTo>
                      <a:pt x="3844" y="3432"/>
                      <a:pt x="10075" y="2740"/>
                      <a:pt x="11085" y="2453"/>
                    </a:cubicBezTo>
                    <a:cubicBezTo>
                      <a:pt x="12157" y="2144"/>
                      <a:pt x="12958" y="594"/>
                      <a:pt x="11559" y="133"/>
                    </a:cubicBezTo>
                    <a:cubicBezTo>
                      <a:pt x="11272" y="38"/>
                      <a:pt x="10692" y="1"/>
                      <a:pt x="995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0"/>
              <p:cNvSpPr/>
              <p:nvPr/>
            </p:nvSpPr>
            <p:spPr>
              <a:xfrm>
                <a:off x="1158450" y="2246675"/>
                <a:ext cx="143950" cy="77700"/>
              </a:xfrm>
              <a:custGeom>
                <a:rect b="b" l="l" r="r" t="t"/>
                <a:pathLst>
                  <a:path extrusionOk="0" h="3108" w="5758">
                    <a:moveTo>
                      <a:pt x="3134" y="1"/>
                    </a:moveTo>
                    <a:cubicBezTo>
                      <a:pt x="2765" y="1"/>
                      <a:pt x="2103" y="18"/>
                      <a:pt x="1586" y="127"/>
                    </a:cubicBezTo>
                    <a:cubicBezTo>
                      <a:pt x="831" y="287"/>
                      <a:pt x="0" y="1153"/>
                      <a:pt x="707" y="2288"/>
                    </a:cubicBezTo>
                    <a:cubicBezTo>
                      <a:pt x="1136" y="2972"/>
                      <a:pt x="1804" y="3108"/>
                      <a:pt x="2268" y="3108"/>
                    </a:cubicBezTo>
                    <a:cubicBezTo>
                      <a:pt x="2573" y="3108"/>
                      <a:pt x="2790" y="3049"/>
                      <a:pt x="2790" y="3049"/>
                    </a:cubicBezTo>
                    <a:lnTo>
                      <a:pt x="5757" y="2725"/>
                    </a:lnTo>
                    <a:lnTo>
                      <a:pt x="3414" y="5"/>
                    </a:lnTo>
                    <a:cubicBezTo>
                      <a:pt x="3414" y="5"/>
                      <a:pt x="3306" y="1"/>
                      <a:pt x="313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0"/>
              <p:cNvSpPr/>
              <p:nvPr/>
            </p:nvSpPr>
            <p:spPr>
              <a:xfrm>
                <a:off x="1081075" y="2222500"/>
                <a:ext cx="188825" cy="110575"/>
              </a:xfrm>
              <a:custGeom>
                <a:rect b="b" l="l" r="r" t="t"/>
                <a:pathLst>
                  <a:path extrusionOk="0" h="4423" w="7553">
                    <a:moveTo>
                      <a:pt x="6162" y="0"/>
                    </a:moveTo>
                    <a:cubicBezTo>
                      <a:pt x="6162" y="0"/>
                      <a:pt x="3045" y="415"/>
                      <a:pt x="1688" y="776"/>
                    </a:cubicBezTo>
                    <a:cubicBezTo>
                      <a:pt x="329" y="1140"/>
                      <a:pt x="1" y="2867"/>
                      <a:pt x="1" y="2867"/>
                    </a:cubicBezTo>
                    <a:cubicBezTo>
                      <a:pt x="447" y="4376"/>
                      <a:pt x="1459" y="4317"/>
                      <a:pt x="2489" y="4413"/>
                    </a:cubicBezTo>
                    <a:cubicBezTo>
                      <a:pt x="2562" y="4419"/>
                      <a:pt x="2649" y="4422"/>
                      <a:pt x="2748" y="4422"/>
                    </a:cubicBezTo>
                    <a:cubicBezTo>
                      <a:pt x="4066" y="4422"/>
                      <a:pt x="7553" y="3902"/>
                      <a:pt x="7553" y="3902"/>
                    </a:cubicBezTo>
                    <a:lnTo>
                      <a:pt x="6162" y="0"/>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0"/>
              <p:cNvSpPr/>
              <p:nvPr/>
            </p:nvSpPr>
            <p:spPr>
              <a:xfrm>
                <a:off x="1350625" y="2056200"/>
                <a:ext cx="211200" cy="249450"/>
              </a:xfrm>
              <a:custGeom>
                <a:rect b="b" l="l" r="r" t="t"/>
                <a:pathLst>
                  <a:path extrusionOk="0" h="9978" w="8448">
                    <a:moveTo>
                      <a:pt x="8022" y="0"/>
                    </a:moveTo>
                    <a:cubicBezTo>
                      <a:pt x="7873" y="0"/>
                      <a:pt x="7697" y="87"/>
                      <a:pt x="7559" y="226"/>
                    </a:cubicBezTo>
                    <a:cubicBezTo>
                      <a:pt x="7559" y="226"/>
                      <a:pt x="891" y="6890"/>
                      <a:pt x="422" y="7842"/>
                    </a:cubicBezTo>
                    <a:cubicBezTo>
                      <a:pt x="1" y="8688"/>
                      <a:pt x="1" y="9977"/>
                      <a:pt x="1132" y="9977"/>
                    </a:cubicBezTo>
                    <a:cubicBezTo>
                      <a:pt x="1276" y="9977"/>
                      <a:pt x="1439" y="9956"/>
                      <a:pt x="1621" y="9911"/>
                    </a:cubicBezTo>
                    <a:cubicBezTo>
                      <a:pt x="3234" y="9511"/>
                      <a:pt x="7774" y="2027"/>
                      <a:pt x="8188" y="941"/>
                    </a:cubicBezTo>
                    <a:cubicBezTo>
                      <a:pt x="8448" y="256"/>
                      <a:pt x="8277" y="0"/>
                      <a:pt x="802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0"/>
              <p:cNvSpPr/>
              <p:nvPr/>
            </p:nvSpPr>
            <p:spPr>
              <a:xfrm>
                <a:off x="1520100" y="1990675"/>
                <a:ext cx="108275" cy="102350"/>
              </a:xfrm>
              <a:custGeom>
                <a:rect b="b" l="l" r="r" t="t"/>
                <a:pathLst>
                  <a:path extrusionOk="0" h="4094" w="4331">
                    <a:moveTo>
                      <a:pt x="4032" y="0"/>
                    </a:moveTo>
                    <a:cubicBezTo>
                      <a:pt x="3684" y="0"/>
                      <a:pt x="2529" y="683"/>
                      <a:pt x="1864" y="1211"/>
                    </a:cubicBezTo>
                    <a:cubicBezTo>
                      <a:pt x="1149" y="1785"/>
                      <a:pt x="0" y="3541"/>
                      <a:pt x="315" y="3991"/>
                    </a:cubicBezTo>
                    <a:cubicBezTo>
                      <a:pt x="364" y="4063"/>
                      <a:pt x="436" y="4093"/>
                      <a:pt x="524" y="4093"/>
                    </a:cubicBezTo>
                    <a:cubicBezTo>
                      <a:pt x="995" y="4093"/>
                      <a:pt x="1935" y="3220"/>
                      <a:pt x="2380" y="2971"/>
                    </a:cubicBezTo>
                    <a:cubicBezTo>
                      <a:pt x="2909" y="2674"/>
                      <a:pt x="3957" y="1457"/>
                      <a:pt x="3720" y="1303"/>
                    </a:cubicBezTo>
                    <a:cubicBezTo>
                      <a:pt x="3700" y="1290"/>
                      <a:pt x="3679" y="1284"/>
                      <a:pt x="3655" y="1284"/>
                    </a:cubicBezTo>
                    <a:cubicBezTo>
                      <a:pt x="3393" y="1284"/>
                      <a:pt x="2898" y="2022"/>
                      <a:pt x="2672" y="2119"/>
                    </a:cubicBezTo>
                    <a:cubicBezTo>
                      <a:pt x="2595" y="2151"/>
                      <a:pt x="2531" y="2164"/>
                      <a:pt x="2480" y="2164"/>
                    </a:cubicBezTo>
                    <a:cubicBezTo>
                      <a:pt x="2368" y="2164"/>
                      <a:pt x="2321" y="2098"/>
                      <a:pt x="2352" y="2022"/>
                    </a:cubicBezTo>
                    <a:cubicBezTo>
                      <a:pt x="2352" y="2022"/>
                      <a:pt x="2516" y="1553"/>
                      <a:pt x="2859" y="1265"/>
                    </a:cubicBezTo>
                    <a:cubicBezTo>
                      <a:pt x="3196" y="979"/>
                      <a:pt x="4331" y="131"/>
                      <a:pt x="4098" y="13"/>
                    </a:cubicBezTo>
                    <a:cubicBezTo>
                      <a:pt x="4081" y="4"/>
                      <a:pt x="4059" y="0"/>
                      <a:pt x="403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0"/>
              <p:cNvSpPr/>
              <p:nvPr/>
            </p:nvSpPr>
            <p:spPr>
              <a:xfrm>
                <a:off x="938200" y="2237700"/>
                <a:ext cx="250350" cy="276850"/>
              </a:xfrm>
              <a:custGeom>
                <a:rect b="b" l="l" r="r" t="t"/>
                <a:pathLst>
                  <a:path extrusionOk="0" h="11074" w="10014">
                    <a:moveTo>
                      <a:pt x="7041" y="1"/>
                    </a:moveTo>
                    <a:cubicBezTo>
                      <a:pt x="6416" y="1"/>
                      <a:pt x="5871" y="44"/>
                      <a:pt x="5871" y="44"/>
                    </a:cubicBezTo>
                    <a:lnTo>
                      <a:pt x="4517" y="26"/>
                    </a:lnTo>
                    <a:cubicBezTo>
                      <a:pt x="4517" y="26"/>
                      <a:pt x="2106" y="286"/>
                      <a:pt x="1277" y="395"/>
                    </a:cubicBezTo>
                    <a:cubicBezTo>
                      <a:pt x="447" y="505"/>
                      <a:pt x="1" y="1475"/>
                      <a:pt x="97" y="2629"/>
                    </a:cubicBezTo>
                    <a:cubicBezTo>
                      <a:pt x="192" y="3782"/>
                      <a:pt x="1313" y="5901"/>
                      <a:pt x="1664" y="6653"/>
                    </a:cubicBezTo>
                    <a:cubicBezTo>
                      <a:pt x="2015" y="7405"/>
                      <a:pt x="2598" y="10878"/>
                      <a:pt x="2598" y="10878"/>
                    </a:cubicBezTo>
                    <a:lnTo>
                      <a:pt x="7129" y="11074"/>
                    </a:lnTo>
                    <a:cubicBezTo>
                      <a:pt x="7129" y="11074"/>
                      <a:pt x="7256" y="10932"/>
                      <a:pt x="7306" y="10198"/>
                    </a:cubicBezTo>
                    <a:cubicBezTo>
                      <a:pt x="7361" y="9466"/>
                      <a:pt x="7927" y="7692"/>
                      <a:pt x="8970" y="5377"/>
                    </a:cubicBezTo>
                    <a:cubicBezTo>
                      <a:pt x="10014" y="3067"/>
                      <a:pt x="9285" y="692"/>
                      <a:pt x="8774" y="272"/>
                    </a:cubicBezTo>
                    <a:cubicBezTo>
                      <a:pt x="8505" y="53"/>
                      <a:pt x="7725" y="1"/>
                      <a:pt x="704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0"/>
              <p:cNvSpPr/>
              <p:nvPr/>
            </p:nvSpPr>
            <p:spPr>
              <a:xfrm>
                <a:off x="993675" y="2237775"/>
                <a:ext cx="135500" cy="45150"/>
              </a:xfrm>
              <a:custGeom>
                <a:rect b="b" l="l" r="r" t="t"/>
                <a:pathLst>
                  <a:path extrusionOk="0" h="1806" w="5420">
                    <a:moveTo>
                      <a:pt x="5033" y="1"/>
                    </a:moveTo>
                    <a:cubicBezTo>
                      <a:pt x="5033" y="1"/>
                      <a:pt x="4709" y="1413"/>
                      <a:pt x="2845" y="1491"/>
                    </a:cubicBezTo>
                    <a:cubicBezTo>
                      <a:pt x="2792" y="1493"/>
                      <a:pt x="2740" y="1494"/>
                      <a:pt x="2689" y="1494"/>
                    </a:cubicBezTo>
                    <a:cubicBezTo>
                      <a:pt x="945" y="1494"/>
                      <a:pt x="333" y="237"/>
                      <a:pt x="333" y="237"/>
                    </a:cubicBezTo>
                    <a:lnTo>
                      <a:pt x="1" y="279"/>
                    </a:lnTo>
                    <a:cubicBezTo>
                      <a:pt x="1" y="279"/>
                      <a:pt x="1" y="279"/>
                      <a:pt x="1" y="279"/>
                    </a:cubicBezTo>
                    <a:cubicBezTo>
                      <a:pt x="44" y="279"/>
                      <a:pt x="692" y="1800"/>
                      <a:pt x="2804" y="1806"/>
                    </a:cubicBezTo>
                    <a:cubicBezTo>
                      <a:pt x="2807" y="1806"/>
                      <a:pt x="2810" y="1806"/>
                      <a:pt x="2812" y="1806"/>
                    </a:cubicBezTo>
                    <a:cubicBezTo>
                      <a:pt x="4916" y="1806"/>
                      <a:pt x="5420" y="14"/>
                      <a:pt x="5420" y="14"/>
                    </a:cubicBezTo>
                    <a:lnTo>
                      <a:pt x="503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0"/>
              <p:cNvSpPr/>
              <p:nvPr/>
            </p:nvSpPr>
            <p:spPr>
              <a:xfrm>
                <a:off x="1120050" y="2321725"/>
                <a:ext cx="55975" cy="170950"/>
              </a:xfrm>
              <a:custGeom>
                <a:rect b="b" l="l" r="r" t="t"/>
                <a:pathLst>
                  <a:path extrusionOk="0" h="6838" w="2239">
                    <a:moveTo>
                      <a:pt x="2175" y="1"/>
                    </a:moveTo>
                    <a:cubicBezTo>
                      <a:pt x="2175" y="11"/>
                      <a:pt x="2165" y="1095"/>
                      <a:pt x="1564" y="2235"/>
                    </a:cubicBezTo>
                    <a:cubicBezTo>
                      <a:pt x="958" y="3379"/>
                      <a:pt x="47" y="5954"/>
                      <a:pt x="1" y="6837"/>
                    </a:cubicBezTo>
                    <a:lnTo>
                      <a:pt x="69" y="6837"/>
                    </a:lnTo>
                    <a:cubicBezTo>
                      <a:pt x="110" y="5962"/>
                      <a:pt x="1017" y="3406"/>
                      <a:pt x="1623" y="2262"/>
                    </a:cubicBezTo>
                    <a:cubicBezTo>
                      <a:pt x="2234" y="1113"/>
                      <a:pt x="2239" y="11"/>
                      <a:pt x="223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0"/>
              <p:cNvSpPr/>
              <p:nvPr/>
            </p:nvSpPr>
            <p:spPr>
              <a:xfrm>
                <a:off x="1029025" y="2125925"/>
                <a:ext cx="57550" cy="134125"/>
              </a:xfrm>
              <a:custGeom>
                <a:rect b="b" l="l" r="r" t="t"/>
                <a:pathLst>
                  <a:path extrusionOk="0" h="5365" w="2302">
                    <a:moveTo>
                      <a:pt x="748" y="1"/>
                    </a:moveTo>
                    <a:cubicBezTo>
                      <a:pt x="640" y="1"/>
                      <a:pt x="520" y="19"/>
                      <a:pt x="387" y="62"/>
                    </a:cubicBezTo>
                    <a:lnTo>
                      <a:pt x="0" y="4858"/>
                    </a:lnTo>
                    <a:cubicBezTo>
                      <a:pt x="0" y="4858"/>
                      <a:pt x="488" y="5295"/>
                      <a:pt x="1153" y="5359"/>
                    </a:cubicBezTo>
                    <a:cubicBezTo>
                      <a:pt x="1196" y="5363"/>
                      <a:pt x="1238" y="5365"/>
                      <a:pt x="1279" y="5365"/>
                    </a:cubicBezTo>
                    <a:cubicBezTo>
                      <a:pt x="1883" y="5365"/>
                      <a:pt x="2302" y="4957"/>
                      <a:pt x="2302" y="4957"/>
                    </a:cubicBezTo>
                    <a:lnTo>
                      <a:pt x="1709" y="975"/>
                    </a:lnTo>
                    <a:cubicBezTo>
                      <a:pt x="1709" y="975"/>
                      <a:pt x="1527" y="1"/>
                      <a:pt x="74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0"/>
              <p:cNvSpPr/>
              <p:nvPr/>
            </p:nvSpPr>
            <p:spPr>
              <a:xfrm>
                <a:off x="1041050" y="2123700"/>
                <a:ext cx="33900" cy="48225"/>
              </a:xfrm>
              <a:custGeom>
                <a:rect b="b" l="l" r="r" t="t"/>
                <a:pathLst>
                  <a:path extrusionOk="0" h="1929" w="1356">
                    <a:moveTo>
                      <a:pt x="486" y="0"/>
                    </a:moveTo>
                    <a:cubicBezTo>
                      <a:pt x="1" y="0"/>
                      <a:pt x="62" y="366"/>
                      <a:pt x="62" y="366"/>
                    </a:cubicBezTo>
                    <a:cubicBezTo>
                      <a:pt x="62" y="366"/>
                      <a:pt x="864" y="1857"/>
                      <a:pt x="1356" y="1929"/>
                    </a:cubicBezTo>
                    <a:lnTo>
                      <a:pt x="1228" y="862"/>
                    </a:lnTo>
                    <a:cubicBezTo>
                      <a:pt x="1228" y="862"/>
                      <a:pt x="1064" y="24"/>
                      <a:pt x="531" y="1"/>
                    </a:cubicBezTo>
                    <a:cubicBezTo>
                      <a:pt x="516" y="1"/>
                      <a:pt x="501" y="0"/>
                      <a:pt x="48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0"/>
              <p:cNvSpPr/>
              <p:nvPr/>
            </p:nvSpPr>
            <p:spPr>
              <a:xfrm>
                <a:off x="1021025" y="2043525"/>
                <a:ext cx="106250" cy="111200"/>
              </a:xfrm>
              <a:custGeom>
                <a:rect b="b" l="l" r="r" t="t"/>
                <a:pathLst>
                  <a:path extrusionOk="0" h="4448" w="4250">
                    <a:moveTo>
                      <a:pt x="2060" y="1"/>
                    </a:moveTo>
                    <a:cubicBezTo>
                      <a:pt x="1354" y="1"/>
                      <a:pt x="781" y="222"/>
                      <a:pt x="739" y="920"/>
                    </a:cubicBezTo>
                    <a:cubicBezTo>
                      <a:pt x="680" y="1905"/>
                      <a:pt x="676" y="2378"/>
                      <a:pt x="676" y="2378"/>
                    </a:cubicBezTo>
                    <a:cubicBezTo>
                      <a:pt x="676" y="2378"/>
                      <a:pt x="579" y="2227"/>
                      <a:pt x="423" y="2227"/>
                    </a:cubicBezTo>
                    <a:cubicBezTo>
                      <a:pt x="373" y="2227"/>
                      <a:pt x="317" y="2242"/>
                      <a:pt x="257" y="2283"/>
                    </a:cubicBezTo>
                    <a:cubicBezTo>
                      <a:pt x="11" y="2456"/>
                      <a:pt x="1" y="3236"/>
                      <a:pt x="270" y="3395"/>
                    </a:cubicBezTo>
                    <a:cubicBezTo>
                      <a:pt x="347" y="3443"/>
                      <a:pt x="415" y="3460"/>
                      <a:pt x="475" y="3460"/>
                    </a:cubicBezTo>
                    <a:cubicBezTo>
                      <a:pt x="620" y="3460"/>
                      <a:pt x="707" y="3358"/>
                      <a:pt x="707" y="3358"/>
                    </a:cubicBezTo>
                    <a:cubicBezTo>
                      <a:pt x="707" y="3358"/>
                      <a:pt x="1095" y="4038"/>
                      <a:pt x="2029" y="4271"/>
                    </a:cubicBezTo>
                    <a:cubicBezTo>
                      <a:pt x="2029" y="4271"/>
                      <a:pt x="2850" y="4448"/>
                      <a:pt x="3412" y="4448"/>
                    </a:cubicBezTo>
                    <a:cubicBezTo>
                      <a:pt x="3571" y="4448"/>
                      <a:pt x="3709" y="4434"/>
                      <a:pt x="3802" y="4397"/>
                    </a:cubicBezTo>
                    <a:cubicBezTo>
                      <a:pt x="4222" y="4233"/>
                      <a:pt x="4249" y="3669"/>
                      <a:pt x="4117" y="2866"/>
                    </a:cubicBezTo>
                    <a:cubicBezTo>
                      <a:pt x="3985" y="2064"/>
                      <a:pt x="4021" y="291"/>
                      <a:pt x="2968" y="95"/>
                    </a:cubicBezTo>
                    <a:cubicBezTo>
                      <a:pt x="2662" y="38"/>
                      <a:pt x="2350" y="1"/>
                      <a:pt x="206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0"/>
              <p:cNvSpPr/>
              <p:nvPr/>
            </p:nvSpPr>
            <p:spPr>
              <a:xfrm>
                <a:off x="1059325" y="2086300"/>
                <a:ext cx="22000" cy="12025"/>
              </a:xfrm>
              <a:custGeom>
                <a:rect b="b" l="l" r="r" t="t"/>
                <a:pathLst>
                  <a:path extrusionOk="0" h="481" w="880">
                    <a:moveTo>
                      <a:pt x="420" y="0"/>
                    </a:moveTo>
                    <a:cubicBezTo>
                      <a:pt x="406" y="0"/>
                      <a:pt x="393" y="1"/>
                      <a:pt x="379" y="2"/>
                    </a:cubicBezTo>
                    <a:cubicBezTo>
                      <a:pt x="0" y="38"/>
                      <a:pt x="14" y="344"/>
                      <a:pt x="14" y="344"/>
                    </a:cubicBezTo>
                    <a:cubicBezTo>
                      <a:pt x="14" y="344"/>
                      <a:pt x="259" y="481"/>
                      <a:pt x="565" y="481"/>
                    </a:cubicBezTo>
                    <a:cubicBezTo>
                      <a:pt x="665" y="481"/>
                      <a:pt x="773" y="466"/>
                      <a:pt x="880" y="427"/>
                    </a:cubicBezTo>
                    <a:cubicBezTo>
                      <a:pt x="880" y="427"/>
                      <a:pt x="762" y="0"/>
                      <a:pt x="4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0"/>
              <p:cNvSpPr/>
              <p:nvPr/>
            </p:nvSpPr>
            <p:spPr>
              <a:xfrm>
                <a:off x="1099900" y="2081675"/>
                <a:ext cx="15275" cy="13675"/>
              </a:xfrm>
              <a:custGeom>
                <a:rect b="b" l="l" r="r" t="t"/>
                <a:pathLst>
                  <a:path extrusionOk="0" h="547" w="611">
                    <a:moveTo>
                      <a:pt x="394" y="1"/>
                    </a:moveTo>
                    <a:cubicBezTo>
                      <a:pt x="363" y="1"/>
                      <a:pt x="327" y="7"/>
                      <a:pt x="287" y="23"/>
                    </a:cubicBezTo>
                    <a:cubicBezTo>
                      <a:pt x="0" y="137"/>
                      <a:pt x="119" y="547"/>
                      <a:pt x="119" y="547"/>
                    </a:cubicBezTo>
                    <a:cubicBezTo>
                      <a:pt x="119" y="547"/>
                      <a:pt x="547" y="475"/>
                      <a:pt x="611" y="265"/>
                    </a:cubicBezTo>
                    <a:cubicBezTo>
                      <a:pt x="611" y="265"/>
                      <a:pt x="587" y="1"/>
                      <a:pt x="3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0"/>
              <p:cNvSpPr/>
              <p:nvPr/>
            </p:nvSpPr>
            <p:spPr>
              <a:xfrm>
                <a:off x="1058900" y="2085325"/>
                <a:ext cx="22425" cy="11650"/>
              </a:xfrm>
              <a:custGeom>
                <a:rect b="b" l="l" r="r" t="t"/>
                <a:pathLst>
                  <a:path extrusionOk="0" h="466" w="897">
                    <a:moveTo>
                      <a:pt x="420" y="1"/>
                    </a:moveTo>
                    <a:cubicBezTo>
                      <a:pt x="138" y="1"/>
                      <a:pt x="1" y="260"/>
                      <a:pt x="13" y="388"/>
                    </a:cubicBezTo>
                    <a:lnTo>
                      <a:pt x="31" y="383"/>
                    </a:lnTo>
                    <a:cubicBezTo>
                      <a:pt x="31" y="383"/>
                      <a:pt x="95" y="96"/>
                      <a:pt x="410" y="64"/>
                    </a:cubicBezTo>
                    <a:cubicBezTo>
                      <a:pt x="421" y="63"/>
                      <a:pt x="432" y="62"/>
                      <a:pt x="443" y="62"/>
                    </a:cubicBezTo>
                    <a:cubicBezTo>
                      <a:pt x="736" y="62"/>
                      <a:pt x="897" y="466"/>
                      <a:pt x="897" y="466"/>
                    </a:cubicBezTo>
                    <a:cubicBezTo>
                      <a:pt x="897" y="466"/>
                      <a:pt x="801" y="50"/>
                      <a:pt x="482" y="5"/>
                    </a:cubicBezTo>
                    <a:cubicBezTo>
                      <a:pt x="461" y="2"/>
                      <a:pt x="440" y="1"/>
                      <a:pt x="42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0"/>
              <p:cNvSpPr/>
              <p:nvPr/>
            </p:nvSpPr>
            <p:spPr>
              <a:xfrm>
                <a:off x="1100700" y="2080925"/>
                <a:ext cx="14475" cy="14425"/>
              </a:xfrm>
              <a:custGeom>
                <a:rect b="b" l="l" r="r" t="t"/>
                <a:pathLst>
                  <a:path extrusionOk="0" h="577" w="579">
                    <a:moveTo>
                      <a:pt x="349" y="1"/>
                    </a:moveTo>
                    <a:cubicBezTo>
                      <a:pt x="326" y="1"/>
                      <a:pt x="301" y="4"/>
                      <a:pt x="274" y="13"/>
                    </a:cubicBezTo>
                    <a:cubicBezTo>
                      <a:pt x="0" y="95"/>
                      <a:pt x="23" y="427"/>
                      <a:pt x="87" y="577"/>
                    </a:cubicBezTo>
                    <a:cubicBezTo>
                      <a:pt x="87" y="577"/>
                      <a:pt x="9" y="286"/>
                      <a:pt x="232" y="95"/>
                    </a:cubicBezTo>
                    <a:cubicBezTo>
                      <a:pt x="277" y="57"/>
                      <a:pt x="318" y="42"/>
                      <a:pt x="354" y="42"/>
                    </a:cubicBezTo>
                    <a:cubicBezTo>
                      <a:pt x="503" y="42"/>
                      <a:pt x="579" y="295"/>
                      <a:pt x="579" y="295"/>
                    </a:cubicBezTo>
                    <a:cubicBezTo>
                      <a:pt x="579" y="295"/>
                      <a:pt x="553" y="1"/>
                      <a:pt x="34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0"/>
              <p:cNvSpPr/>
              <p:nvPr/>
            </p:nvSpPr>
            <p:spPr>
              <a:xfrm>
                <a:off x="1067625" y="2086550"/>
                <a:ext cx="7100" cy="9550"/>
              </a:xfrm>
              <a:custGeom>
                <a:rect b="b" l="l" r="r" t="t"/>
                <a:pathLst>
                  <a:path extrusionOk="0" h="382" w="284">
                    <a:moveTo>
                      <a:pt x="127" y="0"/>
                    </a:moveTo>
                    <a:cubicBezTo>
                      <a:pt x="123" y="0"/>
                      <a:pt x="119" y="0"/>
                      <a:pt x="116" y="1"/>
                    </a:cubicBezTo>
                    <a:cubicBezTo>
                      <a:pt x="42" y="11"/>
                      <a:pt x="1" y="106"/>
                      <a:pt x="19" y="211"/>
                    </a:cubicBezTo>
                    <a:cubicBezTo>
                      <a:pt x="32" y="308"/>
                      <a:pt x="91" y="381"/>
                      <a:pt x="154" y="381"/>
                    </a:cubicBezTo>
                    <a:cubicBezTo>
                      <a:pt x="159" y="381"/>
                      <a:pt x="165" y="380"/>
                      <a:pt x="170" y="379"/>
                    </a:cubicBezTo>
                    <a:cubicBezTo>
                      <a:pt x="242" y="371"/>
                      <a:pt x="284" y="280"/>
                      <a:pt x="265" y="170"/>
                    </a:cubicBezTo>
                    <a:cubicBezTo>
                      <a:pt x="253" y="71"/>
                      <a:pt x="191" y="0"/>
                      <a:pt x="12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0"/>
              <p:cNvSpPr/>
              <p:nvPr/>
            </p:nvSpPr>
            <p:spPr>
              <a:xfrm>
                <a:off x="1103650" y="2083025"/>
                <a:ext cx="7075" cy="9525"/>
              </a:xfrm>
              <a:custGeom>
                <a:rect b="b" l="l" r="r" t="t"/>
                <a:pathLst>
                  <a:path extrusionOk="0" h="381" w="283">
                    <a:moveTo>
                      <a:pt x="125" y="0"/>
                    </a:moveTo>
                    <a:cubicBezTo>
                      <a:pt x="122" y="0"/>
                      <a:pt x="118" y="0"/>
                      <a:pt x="114" y="1"/>
                    </a:cubicBezTo>
                    <a:cubicBezTo>
                      <a:pt x="46" y="11"/>
                      <a:pt x="0" y="106"/>
                      <a:pt x="19" y="211"/>
                    </a:cubicBezTo>
                    <a:cubicBezTo>
                      <a:pt x="31" y="307"/>
                      <a:pt x="90" y="381"/>
                      <a:pt x="156" y="381"/>
                    </a:cubicBezTo>
                    <a:cubicBezTo>
                      <a:pt x="162" y="381"/>
                      <a:pt x="167" y="380"/>
                      <a:pt x="173" y="379"/>
                    </a:cubicBezTo>
                    <a:cubicBezTo>
                      <a:pt x="242" y="370"/>
                      <a:pt x="282" y="274"/>
                      <a:pt x="269" y="169"/>
                    </a:cubicBezTo>
                    <a:cubicBezTo>
                      <a:pt x="252" y="71"/>
                      <a:pt x="190" y="0"/>
                      <a:pt x="12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0"/>
              <p:cNvSpPr/>
              <p:nvPr/>
            </p:nvSpPr>
            <p:spPr>
              <a:xfrm>
                <a:off x="1090650" y="2090800"/>
                <a:ext cx="13600" cy="24550"/>
              </a:xfrm>
              <a:custGeom>
                <a:rect b="b" l="l" r="r" t="t"/>
                <a:pathLst>
                  <a:path extrusionOk="0" h="982" w="544">
                    <a:moveTo>
                      <a:pt x="55" y="0"/>
                    </a:moveTo>
                    <a:cubicBezTo>
                      <a:pt x="55" y="0"/>
                      <a:pt x="1" y="538"/>
                      <a:pt x="114" y="588"/>
                    </a:cubicBezTo>
                    <a:cubicBezTo>
                      <a:pt x="191" y="620"/>
                      <a:pt x="315" y="626"/>
                      <a:pt x="394" y="626"/>
                    </a:cubicBezTo>
                    <a:cubicBezTo>
                      <a:pt x="439" y="626"/>
                      <a:pt x="470" y="624"/>
                      <a:pt x="470" y="624"/>
                    </a:cubicBezTo>
                    <a:lnTo>
                      <a:pt x="470" y="624"/>
                    </a:lnTo>
                    <a:lnTo>
                      <a:pt x="114" y="952"/>
                    </a:lnTo>
                    <a:cubicBezTo>
                      <a:pt x="114" y="952"/>
                      <a:pt x="111" y="981"/>
                      <a:pt x="139" y="981"/>
                    </a:cubicBezTo>
                    <a:cubicBezTo>
                      <a:pt x="143" y="981"/>
                      <a:pt x="147" y="981"/>
                      <a:pt x="152" y="979"/>
                    </a:cubicBezTo>
                    <a:cubicBezTo>
                      <a:pt x="192" y="966"/>
                      <a:pt x="543" y="620"/>
                      <a:pt x="539" y="611"/>
                    </a:cubicBezTo>
                    <a:cubicBezTo>
                      <a:pt x="539" y="597"/>
                      <a:pt x="165" y="588"/>
                      <a:pt x="133" y="524"/>
                    </a:cubicBezTo>
                    <a:cubicBezTo>
                      <a:pt x="97" y="465"/>
                      <a:pt x="83" y="14"/>
                      <a:pt x="55"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0"/>
              <p:cNvSpPr/>
              <p:nvPr/>
            </p:nvSpPr>
            <p:spPr>
              <a:xfrm>
                <a:off x="1084025" y="2121850"/>
                <a:ext cx="21700" cy="6175"/>
              </a:xfrm>
              <a:custGeom>
                <a:rect b="b" l="l" r="r" t="t"/>
                <a:pathLst>
                  <a:path extrusionOk="0" h="247" w="868">
                    <a:moveTo>
                      <a:pt x="508" y="0"/>
                    </a:moveTo>
                    <a:cubicBezTo>
                      <a:pt x="166" y="0"/>
                      <a:pt x="1" y="103"/>
                      <a:pt x="1" y="103"/>
                    </a:cubicBezTo>
                    <a:cubicBezTo>
                      <a:pt x="1" y="103"/>
                      <a:pt x="51" y="212"/>
                      <a:pt x="398" y="244"/>
                    </a:cubicBezTo>
                    <a:cubicBezTo>
                      <a:pt x="417" y="245"/>
                      <a:pt x="435" y="246"/>
                      <a:pt x="453" y="246"/>
                    </a:cubicBezTo>
                    <a:cubicBezTo>
                      <a:pt x="758" y="246"/>
                      <a:pt x="867" y="34"/>
                      <a:pt x="867" y="34"/>
                    </a:cubicBezTo>
                    <a:cubicBezTo>
                      <a:pt x="731" y="9"/>
                      <a:pt x="611" y="0"/>
                      <a:pt x="50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0"/>
              <p:cNvSpPr/>
              <p:nvPr/>
            </p:nvSpPr>
            <p:spPr>
              <a:xfrm>
                <a:off x="1083925" y="2124850"/>
                <a:ext cx="19975" cy="6850"/>
              </a:xfrm>
              <a:custGeom>
                <a:rect b="b" l="l" r="r" t="t"/>
                <a:pathLst>
                  <a:path extrusionOk="0" h="274" w="799">
                    <a:moveTo>
                      <a:pt x="798" y="0"/>
                    </a:moveTo>
                    <a:cubicBezTo>
                      <a:pt x="798" y="0"/>
                      <a:pt x="612" y="147"/>
                      <a:pt x="393" y="151"/>
                    </a:cubicBezTo>
                    <a:cubicBezTo>
                      <a:pt x="390" y="151"/>
                      <a:pt x="386" y="151"/>
                      <a:pt x="383" y="151"/>
                    </a:cubicBezTo>
                    <a:cubicBezTo>
                      <a:pt x="173" y="151"/>
                      <a:pt x="1" y="28"/>
                      <a:pt x="1" y="28"/>
                    </a:cubicBezTo>
                    <a:lnTo>
                      <a:pt x="1" y="28"/>
                    </a:lnTo>
                    <a:cubicBezTo>
                      <a:pt x="1" y="28"/>
                      <a:pt x="104" y="274"/>
                      <a:pt x="391" y="274"/>
                    </a:cubicBezTo>
                    <a:cubicBezTo>
                      <a:pt x="412" y="274"/>
                      <a:pt x="434" y="272"/>
                      <a:pt x="457" y="269"/>
                    </a:cubicBezTo>
                    <a:cubicBezTo>
                      <a:pt x="794" y="233"/>
                      <a:pt x="798" y="0"/>
                      <a:pt x="79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0"/>
              <p:cNvSpPr/>
              <p:nvPr/>
            </p:nvSpPr>
            <p:spPr>
              <a:xfrm>
                <a:off x="1078125" y="2118375"/>
                <a:ext cx="31600" cy="10275"/>
              </a:xfrm>
              <a:custGeom>
                <a:rect b="b" l="l" r="r" t="t"/>
                <a:pathLst>
                  <a:path extrusionOk="0" h="411" w="1264">
                    <a:moveTo>
                      <a:pt x="1263" y="0"/>
                    </a:moveTo>
                    <a:cubicBezTo>
                      <a:pt x="1263" y="0"/>
                      <a:pt x="1012" y="360"/>
                      <a:pt x="634" y="364"/>
                    </a:cubicBezTo>
                    <a:cubicBezTo>
                      <a:pt x="632" y="364"/>
                      <a:pt x="629" y="364"/>
                      <a:pt x="627" y="364"/>
                    </a:cubicBezTo>
                    <a:cubicBezTo>
                      <a:pt x="252" y="364"/>
                      <a:pt x="1" y="32"/>
                      <a:pt x="1" y="32"/>
                    </a:cubicBezTo>
                    <a:lnTo>
                      <a:pt x="1" y="32"/>
                    </a:lnTo>
                    <a:cubicBezTo>
                      <a:pt x="9" y="82"/>
                      <a:pt x="205" y="396"/>
                      <a:pt x="625" y="410"/>
                    </a:cubicBezTo>
                    <a:cubicBezTo>
                      <a:pt x="632" y="410"/>
                      <a:pt x="638" y="411"/>
                      <a:pt x="645" y="411"/>
                    </a:cubicBezTo>
                    <a:cubicBezTo>
                      <a:pt x="1055" y="411"/>
                      <a:pt x="1263" y="0"/>
                      <a:pt x="126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0"/>
              <p:cNvSpPr/>
              <p:nvPr/>
            </p:nvSpPr>
            <p:spPr>
              <a:xfrm>
                <a:off x="976600" y="2041675"/>
                <a:ext cx="142825" cy="78400"/>
              </a:xfrm>
              <a:custGeom>
                <a:rect b="b" l="l" r="r" t="t"/>
                <a:pathLst>
                  <a:path extrusionOk="0" h="3136" w="5713">
                    <a:moveTo>
                      <a:pt x="3802" y="0"/>
                    </a:moveTo>
                    <a:cubicBezTo>
                      <a:pt x="3717" y="0"/>
                      <a:pt x="3629" y="2"/>
                      <a:pt x="3538" y="5"/>
                    </a:cubicBezTo>
                    <a:cubicBezTo>
                      <a:pt x="1832" y="73"/>
                      <a:pt x="1085" y="739"/>
                      <a:pt x="1085" y="739"/>
                    </a:cubicBezTo>
                    <a:cubicBezTo>
                      <a:pt x="0" y="1450"/>
                      <a:pt x="1864" y="3136"/>
                      <a:pt x="1864" y="3136"/>
                    </a:cubicBezTo>
                    <a:cubicBezTo>
                      <a:pt x="1782" y="2900"/>
                      <a:pt x="1874" y="2430"/>
                      <a:pt x="2102" y="2343"/>
                    </a:cubicBezTo>
                    <a:cubicBezTo>
                      <a:pt x="2134" y="2330"/>
                      <a:pt x="2165" y="2325"/>
                      <a:pt x="2193" y="2325"/>
                    </a:cubicBezTo>
                    <a:cubicBezTo>
                      <a:pt x="2367" y="2325"/>
                      <a:pt x="2471" y="2517"/>
                      <a:pt x="2471" y="2517"/>
                    </a:cubicBezTo>
                    <a:cubicBezTo>
                      <a:pt x="2471" y="2517"/>
                      <a:pt x="2516" y="2535"/>
                      <a:pt x="2595" y="2535"/>
                    </a:cubicBezTo>
                    <a:cubicBezTo>
                      <a:pt x="2693" y="2535"/>
                      <a:pt x="2842" y="2507"/>
                      <a:pt x="3023" y="2384"/>
                    </a:cubicBezTo>
                    <a:cubicBezTo>
                      <a:pt x="3351" y="2161"/>
                      <a:pt x="2722" y="1705"/>
                      <a:pt x="2722" y="1705"/>
                    </a:cubicBezTo>
                    <a:cubicBezTo>
                      <a:pt x="2722" y="1705"/>
                      <a:pt x="4905" y="1190"/>
                      <a:pt x="5320" y="839"/>
                    </a:cubicBezTo>
                    <a:cubicBezTo>
                      <a:pt x="5712" y="512"/>
                      <a:pt x="5296" y="0"/>
                      <a:pt x="3802"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0"/>
              <p:cNvSpPr/>
              <p:nvPr/>
            </p:nvSpPr>
            <p:spPr>
              <a:xfrm>
                <a:off x="1061375" y="2101600"/>
                <a:ext cx="10850" cy="10650"/>
              </a:xfrm>
              <a:custGeom>
                <a:rect b="b" l="l" r="r" t="t"/>
                <a:pathLst>
                  <a:path extrusionOk="0" h="426" w="434">
                    <a:moveTo>
                      <a:pt x="220" y="0"/>
                    </a:moveTo>
                    <a:cubicBezTo>
                      <a:pt x="105" y="0"/>
                      <a:pt x="10" y="85"/>
                      <a:pt x="5" y="202"/>
                    </a:cubicBezTo>
                    <a:cubicBezTo>
                      <a:pt x="0" y="320"/>
                      <a:pt x="92" y="416"/>
                      <a:pt x="210" y="425"/>
                    </a:cubicBezTo>
                    <a:cubicBezTo>
                      <a:pt x="213" y="425"/>
                      <a:pt x="215" y="425"/>
                      <a:pt x="218" y="425"/>
                    </a:cubicBezTo>
                    <a:cubicBezTo>
                      <a:pt x="329" y="425"/>
                      <a:pt x="425" y="336"/>
                      <a:pt x="429" y="219"/>
                    </a:cubicBezTo>
                    <a:cubicBezTo>
                      <a:pt x="433" y="101"/>
                      <a:pt x="343" y="6"/>
                      <a:pt x="229" y="0"/>
                    </a:cubicBezTo>
                    <a:cubicBezTo>
                      <a:pt x="226" y="0"/>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0"/>
              <p:cNvSpPr/>
              <p:nvPr/>
            </p:nvSpPr>
            <p:spPr>
              <a:xfrm>
                <a:off x="1106375" y="2097850"/>
                <a:ext cx="10850" cy="10625"/>
              </a:xfrm>
              <a:custGeom>
                <a:rect b="b" l="l" r="r" t="t"/>
                <a:pathLst>
                  <a:path extrusionOk="0" h="425" w="434">
                    <a:moveTo>
                      <a:pt x="220" y="0"/>
                    </a:moveTo>
                    <a:cubicBezTo>
                      <a:pt x="106" y="0"/>
                      <a:pt x="15" y="90"/>
                      <a:pt x="5" y="201"/>
                    </a:cubicBezTo>
                    <a:cubicBezTo>
                      <a:pt x="1" y="320"/>
                      <a:pt x="91" y="420"/>
                      <a:pt x="211" y="424"/>
                    </a:cubicBezTo>
                    <a:cubicBezTo>
                      <a:pt x="214" y="424"/>
                      <a:pt x="217" y="424"/>
                      <a:pt x="221" y="424"/>
                    </a:cubicBezTo>
                    <a:cubicBezTo>
                      <a:pt x="334" y="424"/>
                      <a:pt x="425" y="334"/>
                      <a:pt x="429" y="219"/>
                    </a:cubicBezTo>
                    <a:cubicBezTo>
                      <a:pt x="434" y="106"/>
                      <a:pt x="347" y="5"/>
                      <a:pt x="228" y="1"/>
                    </a:cubicBezTo>
                    <a:cubicBezTo>
                      <a:pt x="225" y="1"/>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0"/>
              <p:cNvSpPr/>
              <p:nvPr/>
            </p:nvSpPr>
            <p:spPr>
              <a:xfrm>
                <a:off x="1027750" y="2107225"/>
                <a:ext cx="10075" cy="19475"/>
              </a:xfrm>
              <a:custGeom>
                <a:rect b="b" l="l" r="r" t="t"/>
                <a:pathLst>
                  <a:path extrusionOk="0" h="779" w="403">
                    <a:moveTo>
                      <a:pt x="177" y="0"/>
                    </a:moveTo>
                    <a:cubicBezTo>
                      <a:pt x="88" y="0"/>
                      <a:pt x="9" y="101"/>
                      <a:pt x="1" y="113"/>
                    </a:cubicBezTo>
                    <a:lnTo>
                      <a:pt x="51" y="150"/>
                    </a:lnTo>
                    <a:cubicBezTo>
                      <a:pt x="68" y="129"/>
                      <a:pt x="130" y="66"/>
                      <a:pt x="176" y="66"/>
                    </a:cubicBezTo>
                    <a:cubicBezTo>
                      <a:pt x="180" y="66"/>
                      <a:pt x="184" y="66"/>
                      <a:pt x="188" y="68"/>
                    </a:cubicBezTo>
                    <a:cubicBezTo>
                      <a:pt x="215" y="72"/>
                      <a:pt x="256" y="109"/>
                      <a:pt x="279" y="268"/>
                    </a:cubicBezTo>
                    <a:cubicBezTo>
                      <a:pt x="329" y="651"/>
                      <a:pt x="184" y="719"/>
                      <a:pt x="184" y="719"/>
                    </a:cubicBezTo>
                    <a:lnTo>
                      <a:pt x="207" y="779"/>
                    </a:lnTo>
                    <a:cubicBezTo>
                      <a:pt x="215" y="779"/>
                      <a:pt x="402" y="701"/>
                      <a:pt x="343" y="259"/>
                    </a:cubicBezTo>
                    <a:cubicBezTo>
                      <a:pt x="320" y="109"/>
                      <a:pt x="279" y="22"/>
                      <a:pt x="207" y="4"/>
                    </a:cubicBezTo>
                    <a:cubicBezTo>
                      <a:pt x="196" y="1"/>
                      <a:pt x="186" y="0"/>
                      <a:pt x="177"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0"/>
              <p:cNvSpPr/>
              <p:nvPr/>
            </p:nvSpPr>
            <p:spPr>
              <a:xfrm>
                <a:off x="1098400" y="2071975"/>
                <a:ext cx="17250" cy="10300"/>
              </a:xfrm>
              <a:custGeom>
                <a:rect b="b" l="l" r="r" t="t"/>
                <a:pathLst>
                  <a:path extrusionOk="0" h="412" w="690">
                    <a:moveTo>
                      <a:pt x="423" y="0"/>
                    </a:moveTo>
                    <a:cubicBezTo>
                      <a:pt x="383" y="0"/>
                      <a:pt x="338" y="8"/>
                      <a:pt x="288" y="28"/>
                    </a:cubicBezTo>
                    <a:cubicBezTo>
                      <a:pt x="0" y="138"/>
                      <a:pt x="14" y="411"/>
                      <a:pt x="14" y="411"/>
                    </a:cubicBezTo>
                    <a:cubicBezTo>
                      <a:pt x="14" y="411"/>
                      <a:pt x="166" y="67"/>
                      <a:pt x="424" y="67"/>
                    </a:cubicBezTo>
                    <a:cubicBezTo>
                      <a:pt x="503" y="67"/>
                      <a:pt x="592" y="99"/>
                      <a:pt x="689" y="184"/>
                    </a:cubicBezTo>
                    <a:cubicBezTo>
                      <a:pt x="689" y="184"/>
                      <a:pt x="611" y="0"/>
                      <a:pt x="4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0"/>
              <p:cNvSpPr/>
              <p:nvPr/>
            </p:nvSpPr>
            <p:spPr>
              <a:xfrm>
                <a:off x="1054525" y="2077575"/>
                <a:ext cx="26575" cy="7100"/>
              </a:xfrm>
              <a:custGeom>
                <a:rect b="b" l="l" r="r" t="t"/>
                <a:pathLst>
                  <a:path extrusionOk="0" h="284" w="1063">
                    <a:moveTo>
                      <a:pt x="560" y="1"/>
                    </a:moveTo>
                    <a:cubicBezTo>
                      <a:pt x="519" y="1"/>
                      <a:pt x="475" y="5"/>
                      <a:pt x="430" y="14"/>
                    </a:cubicBezTo>
                    <a:cubicBezTo>
                      <a:pt x="28" y="96"/>
                      <a:pt x="1" y="283"/>
                      <a:pt x="1" y="283"/>
                    </a:cubicBezTo>
                    <a:cubicBezTo>
                      <a:pt x="1" y="283"/>
                      <a:pt x="201" y="91"/>
                      <a:pt x="534" y="91"/>
                    </a:cubicBezTo>
                    <a:cubicBezTo>
                      <a:pt x="685" y="91"/>
                      <a:pt x="864" y="131"/>
                      <a:pt x="1063" y="246"/>
                    </a:cubicBezTo>
                    <a:cubicBezTo>
                      <a:pt x="1063" y="246"/>
                      <a:pt x="877" y="1"/>
                      <a:pt x="56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0"/>
              <p:cNvSpPr/>
              <p:nvPr/>
            </p:nvSpPr>
            <p:spPr>
              <a:xfrm>
                <a:off x="1003600" y="2042950"/>
                <a:ext cx="88125" cy="18350"/>
              </a:xfrm>
              <a:custGeom>
                <a:rect b="b" l="l" r="r" t="t"/>
                <a:pathLst>
                  <a:path extrusionOk="0" h="734" w="3525">
                    <a:moveTo>
                      <a:pt x="3501" y="0"/>
                    </a:moveTo>
                    <a:cubicBezTo>
                      <a:pt x="2941" y="599"/>
                      <a:pt x="1582" y="699"/>
                      <a:pt x="733" y="699"/>
                    </a:cubicBezTo>
                    <a:cubicBezTo>
                      <a:pt x="311" y="699"/>
                      <a:pt x="14" y="674"/>
                      <a:pt x="5" y="674"/>
                    </a:cubicBezTo>
                    <a:lnTo>
                      <a:pt x="1" y="706"/>
                    </a:lnTo>
                    <a:cubicBezTo>
                      <a:pt x="10" y="706"/>
                      <a:pt x="306" y="733"/>
                      <a:pt x="729" y="733"/>
                    </a:cubicBezTo>
                    <a:cubicBezTo>
                      <a:pt x="1587" y="733"/>
                      <a:pt x="2959" y="629"/>
                      <a:pt x="3524" y="18"/>
                    </a:cubicBezTo>
                    <a:lnTo>
                      <a:pt x="3501"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0"/>
              <p:cNvSpPr/>
              <p:nvPr/>
            </p:nvSpPr>
            <p:spPr>
              <a:xfrm>
                <a:off x="995300" y="2049200"/>
                <a:ext cx="113625" cy="27275"/>
              </a:xfrm>
              <a:custGeom>
                <a:rect b="b" l="l" r="r" t="t"/>
                <a:pathLst>
                  <a:path extrusionOk="0" h="1091" w="4545">
                    <a:moveTo>
                      <a:pt x="4513" y="1"/>
                    </a:moveTo>
                    <a:cubicBezTo>
                      <a:pt x="4475" y="196"/>
                      <a:pt x="3933" y="693"/>
                      <a:pt x="2502" y="953"/>
                    </a:cubicBezTo>
                    <a:cubicBezTo>
                      <a:pt x="2076" y="1029"/>
                      <a:pt x="1680" y="1056"/>
                      <a:pt x="1335" y="1056"/>
                    </a:cubicBezTo>
                    <a:cubicBezTo>
                      <a:pt x="541" y="1056"/>
                      <a:pt x="15" y="915"/>
                      <a:pt x="9" y="912"/>
                    </a:cubicBezTo>
                    <a:lnTo>
                      <a:pt x="0" y="944"/>
                    </a:lnTo>
                    <a:cubicBezTo>
                      <a:pt x="9" y="948"/>
                      <a:pt x="533" y="1090"/>
                      <a:pt x="1331" y="1090"/>
                    </a:cubicBezTo>
                    <a:cubicBezTo>
                      <a:pt x="1677" y="1090"/>
                      <a:pt x="2079" y="1063"/>
                      <a:pt x="2506" y="985"/>
                    </a:cubicBezTo>
                    <a:cubicBezTo>
                      <a:pt x="3905" y="735"/>
                      <a:pt x="4498" y="251"/>
                      <a:pt x="4544" y="5"/>
                    </a:cubicBezTo>
                    <a:lnTo>
                      <a:pt x="451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0"/>
              <p:cNvSpPr/>
              <p:nvPr/>
            </p:nvSpPr>
            <p:spPr>
              <a:xfrm>
                <a:off x="998250" y="2045900"/>
                <a:ext cx="104150" cy="22800"/>
              </a:xfrm>
              <a:custGeom>
                <a:rect b="b" l="l" r="r" t="t"/>
                <a:pathLst>
                  <a:path extrusionOk="0" h="912" w="4166">
                    <a:moveTo>
                      <a:pt x="4134" y="0"/>
                    </a:moveTo>
                    <a:cubicBezTo>
                      <a:pt x="4134" y="5"/>
                      <a:pt x="4071" y="474"/>
                      <a:pt x="2621" y="752"/>
                    </a:cubicBezTo>
                    <a:cubicBezTo>
                      <a:pt x="2130" y="847"/>
                      <a:pt x="1675" y="879"/>
                      <a:pt x="1287" y="879"/>
                    </a:cubicBezTo>
                    <a:cubicBezTo>
                      <a:pt x="521" y="879"/>
                      <a:pt x="16" y="755"/>
                      <a:pt x="9" y="752"/>
                    </a:cubicBezTo>
                    <a:lnTo>
                      <a:pt x="1" y="785"/>
                    </a:lnTo>
                    <a:cubicBezTo>
                      <a:pt x="9" y="785"/>
                      <a:pt x="520" y="912"/>
                      <a:pt x="1290" y="912"/>
                    </a:cubicBezTo>
                    <a:cubicBezTo>
                      <a:pt x="1682" y="912"/>
                      <a:pt x="2138" y="880"/>
                      <a:pt x="2630" y="785"/>
                    </a:cubicBezTo>
                    <a:cubicBezTo>
                      <a:pt x="4107" y="497"/>
                      <a:pt x="4166" y="23"/>
                      <a:pt x="416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0"/>
              <p:cNvSpPr/>
              <p:nvPr/>
            </p:nvSpPr>
            <p:spPr>
              <a:xfrm>
                <a:off x="1051000" y="2069350"/>
                <a:ext cx="38425" cy="38425"/>
              </a:xfrm>
              <a:custGeom>
                <a:rect b="b" l="l" r="r" t="t"/>
                <a:pathLst>
                  <a:path extrusionOk="0" h="1537" w="1537">
                    <a:moveTo>
                      <a:pt x="771" y="33"/>
                    </a:moveTo>
                    <a:cubicBezTo>
                      <a:pt x="1177" y="33"/>
                      <a:pt x="1505" y="361"/>
                      <a:pt x="1505" y="767"/>
                    </a:cubicBezTo>
                    <a:cubicBezTo>
                      <a:pt x="1505" y="1172"/>
                      <a:pt x="1177" y="1501"/>
                      <a:pt x="771" y="1501"/>
                    </a:cubicBezTo>
                    <a:cubicBezTo>
                      <a:pt x="365" y="1501"/>
                      <a:pt x="37" y="1172"/>
                      <a:pt x="37" y="767"/>
                    </a:cubicBezTo>
                    <a:cubicBezTo>
                      <a:pt x="37" y="361"/>
                      <a:pt x="365" y="33"/>
                      <a:pt x="771" y="33"/>
                    </a:cubicBezTo>
                    <a:close/>
                    <a:moveTo>
                      <a:pt x="771" y="1"/>
                    </a:moveTo>
                    <a:cubicBezTo>
                      <a:pt x="347" y="1"/>
                      <a:pt x="1" y="343"/>
                      <a:pt x="1" y="767"/>
                    </a:cubicBezTo>
                    <a:cubicBezTo>
                      <a:pt x="1" y="1191"/>
                      <a:pt x="347" y="1537"/>
                      <a:pt x="771" y="1537"/>
                    </a:cubicBezTo>
                    <a:cubicBezTo>
                      <a:pt x="1195" y="1537"/>
                      <a:pt x="1536" y="1191"/>
                      <a:pt x="1536" y="767"/>
                    </a:cubicBezTo>
                    <a:cubicBezTo>
                      <a:pt x="1536" y="343"/>
                      <a:pt x="1195" y="1"/>
                      <a:pt x="771"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0"/>
              <p:cNvSpPr/>
              <p:nvPr/>
            </p:nvSpPr>
            <p:spPr>
              <a:xfrm>
                <a:off x="1096475" y="2069350"/>
                <a:ext cx="38425" cy="38425"/>
              </a:xfrm>
              <a:custGeom>
                <a:rect b="b" l="l" r="r" t="t"/>
                <a:pathLst>
                  <a:path extrusionOk="0" h="1537" w="1537">
                    <a:moveTo>
                      <a:pt x="766" y="33"/>
                    </a:moveTo>
                    <a:cubicBezTo>
                      <a:pt x="1171" y="33"/>
                      <a:pt x="1499" y="361"/>
                      <a:pt x="1499" y="767"/>
                    </a:cubicBezTo>
                    <a:cubicBezTo>
                      <a:pt x="1499" y="1172"/>
                      <a:pt x="1171" y="1501"/>
                      <a:pt x="766" y="1501"/>
                    </a:cubicBezTo>
                    <a:cubicBezTo>
                      <a:pt x="361" y="1501"/>
                      <a:pt x="32" y="1172"/>
                      <a:pt x="32" y="767"/>
                    </a:cubicBezTo>
                    <a:cubicBezTo>
                      <a:pt x="32" y="361"/>
                      <a:pt x="361" y="33"/>
                      <a:pt x="766" y="33"/>
                    </a:cubicBezTo>
                    <a:close/>
                    <a:moveTo>
                      <a:pt x="766" y="1"/>
                    </a:moveTo>
                    <a:cubicBezTo>
                      <a:pt x="342" y="1"/>
                      <a:pt x="1" y="343"/>
                      <a:pt x="1" y="767"/>
                    </a:cubicBezTo>
                    <a:cubicBezTo>
                      <a:pt x="1" y="1191"/>
                      <a:pt x="342" y="1537"/>
                      <a:pt x="766" y="1537"/>
                    </a:cubicBezTo>
                    <a:cubicBezTo>
                      <a:pt x="1190" y="1537"/>
                      <a:pt x="1536" y="1191"/>
                      <a:pt x="1536" y="767"/>
                    </a:cubicBezTo>
                    <a:cubicBezTo>
                      <a:pt x="1536" y="343"/>
                      <a:pt x="1190" y="1"/>
                      <a:pt x="766"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0"/>
              <p:cNvSpPr/>
              <p:nvPr/>
            </p:nvSpPr>
            <p:spPr>
              <a:xfrm>
                <a:off x="1088950" y="2089425"/>
                <a:ext cx="7875" cy="825"/>
              </a:xfrm>
              <a:custGeom>
                <a:rect b="b" l="l" r="r" t="t"/>
                <a:pathLst>
                  <a:path extrusionOk="0" h="33" w="315">
                    <a:moveTo>
                      <a:pt x="1" y="1"/>
                    </a:moveTo>
                    <a:lnTo>
                      <a:pt x="1" y="32"/>
                    </a:lnTo>
                    <a:lnTo>
                      <a:pt x="315" y="32"/>
                    </a:lnTo>
                    <a:lnTo>
                      <a:pt x="315" y="1"/>
                    </a:ln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0"/>
              <p:cNvSpPr/>
              <p:nvPr/>
            </p:nvSpPr>
            <p:spPr>
              <a:xfrm>
                <a:off x="932825" y="2497425"/>
                <a:ext cx="250150" cy="224875"/>
              </a:xfrm>
              <a:custGeom>
                <a:rect b="b" l="l" r="r" t="t"/>
                <a:pathLst>
                  <a:path extrusionOk="0" h="8995" w="10006">
                    <a:moveTo>
                      <a:pt x="2918" y="1"/>
                    </a:moveTo>
                    <a:cubicBezTo>
                      <a:pt x="2918" y="1"/>
                      <a:pt x="739" y="3228"/>
                      <a:pt x="302" y="5895"/>
                    </a:cubicBezTo>
                    <a:cubicBezTo>
                      <a:pt x="1" y="7729"/>
                      <a:pt x="2473" y="8994"/>
                      <a:pt x="4761" y="8994"/>
                    </a:cubicBezTo>
                    <a:cubicBezTo>
                      <a:pt x="5797" y="8994"/>
                      <a:pt x="6796" y="8734"/>
                      <a:pt x="7481" y="8150"/>
                    </a:cubicBezTo>
                    <a:cubicBezTo>
                      <a:pt x="10005" y="6000"/>
                      <a:pt x="9094" y="4354"/>
                      <a:pt x="8638" y="2550"/>
                    </a:cubicBezTo>
                    <a:cubicBezTo>
                      <a:pt x="8219" y="899"/>
                      <a:pt x="7453" y="1"/>
                      <a:pt x="745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0"/>
              <p:cNvSpPr/>
              <p:nvPr/>
            </p:nvSpPr>
            <p:spPr>
              <a:xfrm>
                <a:off x="979325" y="2510775"/>
                <a:ext cx="58375" cy="33850"/>
              </a:xfrm>
              <a:custGeom>
                <a:rect b="b" l="l" r="r" t="t"/>
                <a:pathLst>
                  <a:path extrusionOk="0" h="1354" w="2335">
                    <a:moveTo>
                      <a:pt x="2270" y="1"/>
                    </a:moveTo>
                    <a:cubicBezTo>
                      <a:pt x="2270" y="5"/>
                      <a:pt x="2234" y="420"/>
                      <a:pt x="1528" y="967"/>
                    </a:cubicBezTo>
                    <a:cubicBezTo>
                      <a:pt x="1203" y="1220"/>
                      <a:pt x="863" y="1288"/>
                      <a:pt x="589" y="1288"/>
                    </a:cubicBezTo>
                    <a:cubicBezTo>
                      <a:pt x="265" y="1288"/>
                      <a:pt x="33" y="1193"/>
                      <a:pt x="28" y="1190"/>
                    </a:cubicBezTo>
                    <a:lnTo>
                      <a:pt x="1" y="1250"/>
                    </a:lnTo>
                    <a:cubicBezTo>
                      <a:pt x="5" y="1254"/>
                      <a:pt x="251" y="1354"/>
                      <a:pt x="589" y="1354"/>
                    </a:cubicBezTo>
                    <a:cubicBezTo>
                      <a:pt x="876" y="1354"/>
                      <a:pt x="1231" y="1282"/>
                      <a:pt x="1569" y="1021"/>
                    </a:cubicBezTo>
                    <a:cubicBezTo>
                      <a:pt x="2302" y="451"/>
                      <a:pt x="2335" y="24"/>
                      <a:pt x="2335" y="5"/>
                    </a:cubicBezTo>
                    <a:lnTo>
                      <a:pt x="227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0"/>
              <p:cNvSpPr/>
              <p:nvPr/>
            </p:nvSpPr>
            <p:spPr>
              <a:xfrm>
                <a:off x="997225" y="2509975"/>
                <a:ext cx="133575" cy="1625"/>
              </a:xfrm>
              <a:custGeom>
                <a:rect b="b" l="l" r="r" t="t"/>
                <a:pathLst>
                  <a:path extrusionOk="0" h="65" w="5343">
                    <a:moveTo>
                      <a:pt x="0" y="1"/>
                    </a:moveTo>
                    <a:lnTo>
                      <a:pt x="0" y="64"/>
                    </a:lnTo>
                    <a:lnTo>
                      <a:pt x="5342" y="64"/>
                    </a:lnTo>
                    <a:lnTo>
                      <a:pt x="5342"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0"/>
              <p:cNvSpPr/>
              <p:nvPr/>
            </p:nvSpPr>
            <p:spPr>
              <a:xfrm>
                <a:off x="938300" y="2606400"/>
                <a:ext cx="174900" cy="409625"/>
              </a:xfrm>
              <a:custGeom>
                <a:rect b="b" l="l" r="r" t="t"/>
                <a:pathLst>
                  <a:path extrusionOk="0" h="16385" w="6996">
                    <a:moveTo>
                      <a:pt x="2527" y="1"/>
                    </a:moveTo>
                    <a:cubicBezTo>
                      <a:pt x="1747" y="1"/>
                      <a:pt x="888" y="409"/>
                      <a:pt x="156" y="1572"/>
                    </a:cubicBezTo>
                    <a:cubicBezTo>
                      <a:pt x="156" y="1572"/>
                      <a:pt x="1" y="4047"/>
                      <a:pt x="1801" y="8418"/>
                    </a:cubicBezTo>
                    <a:cubicBezTo>
                      <a:pt x="3597" y="12788"/>
                      <a:pt x="4039" y="16147"/>
                      <a:pt x="5365" y="16366"/>
                    </a:cubicBezTo>
                    <a:cubicBezTo>
                      <a:pt x="5440" y="16378"/>
                      <a:pt x="5511" y="16385"/>
                      <a:pt x="5579" y="16385"/>
                    </a:cubicBezTo>
                    <a:cubicBezTo>
                      <a:pt x="6725" y="16385"/>
                      <a:pt x="6995" y="14664"/>
                      <a:pt x="6888" y="12788"/>
                    </a:cubicBezTo>
                    <a:cubicBezTo>
                      <a:pt x="6778" y="10806"/>
                      <a:pt x="5266" y="1918"/>
                      <a:pt x="4481" y="947"/>
                    </a:cubicBezTo>
                    <a:cubicBezTo>
                      <a:pt x="4077" y="450"/>
                      <a:pt x="3346" y="1"/>
                      <a:pt x="252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0"/>
              <p:cNvSpPr/>
              <p:nvPr/>
            </p:nvSpPr>
            <p:spPr>
              <a:xfrm>
                <a:off x="921575" y="2595950"/>
                <a:ext cx="212400" cy="503700"/>
              </a:xfrm>
              <a:custGeom>
                <a:rect b="b" l="l" r="r" t="t"/>
                <a:pathLst>
                  <a:path extrusionOk="0" h="20148" w="8496">
                    <a:moveTo>
                      <a:pt x="3405" y="0"/>
                    </a:moveTo>
                    <a:cubicBezTo>
                      <a:pt x="2451" y="0"/>
                      <a:pt x="1359" y="490"/>
                      <a:pt x="684" y="2164"/>
                    </a:cubicBezTo>
                    <a:cubicBezTo>
                      <a:pt x="684" y="2164"/>
                      <a:pt x="0" y="6156"/>
                      <a:pt x="1336" y="9920"/>
                    </a:cubicBezTo>
                    <a:cubicBezTo>
                      <a:pt x="2666" y="13681"/>
                      <a:pt x="3114" y="14482"/>
                      <a:pt x="2981" y="16083"/>
                    </a:cubicBezTo>
                    <a:cubicBezTo>
                      <a:pt x="2856" y="17552"/>
                      <a:pt x="3634" y="20148"/>
                      <a:pt x="5591" y="20148"/>
                    </a:cubicBezTo>
                    <a:cubicBezTo>
                      <a:pt x="5764" y="20148"/>
                      <a:pt x="5947" y="20127"/>
                      <a:pt x="6139" y="20084"/>
                    </a:cubicBezTo>
                    <a:cubicBezTo>
                      <a:pt x="8495" y="19550"/>
                      <a:pt x="8091" y="16794"/>
                      <a:pt x="8091" y="14436"/>
                    </a:cubicBezTo>
                    <a:cubicBezTo>
                      <a:pt x="8095" y="12080"/>
                      <a:pt x="5405" y="1356"/>
                      <a:pt x="5319" y="824"/>
                    </a:cubicBezTo>
                    <a:cubicBezTo>
                      <a:pt x="5272" y="549"/>
                      <a:pt x="4415" y="0"/>
                      <a:pt x="340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0"/>
              <p:cNvSpPr/>
              <p:nvPr/>
            </p:nvSpPr>
            <p:spPr>
              <a:xfrm>
                <a:off x="972950" y="2940050"/>
                <a:ext cx="145300" cy="590300"/>
              </a:xfrm>
              <a:custGeom>
                <a:rect b="b" l="l" r="r" t="t"/>
                <a:pathLst>
                  <a:path extrusionOk="0" h="23612" w="5812">
                    <a:moveTo>
                      <a:pt x="4359" y="0"/>
                    </a:moveTo>
                    <a:cubicBezTo>
                      <a:pt x="3797" y="0"/>
                      <a:pt x="3207" y="353"/>
                      <a:pt x="2891" y="1257"/>
                    </a:cubicBezTo>
                    <a:cubicBezTo>
                      <a:pt x="2891" y="1257"/>
                      <a:pt x="1747" y="4187"/>
                      <a:pt x="876" y="7988"/>
                    </a:cubicBezTo>
                    <a:cubicBezTo>
                      <a:pt x="1" y="11789"/>
                      <a:pt x="183" y="21743"/>
                      <a:pt x="525" y="22915"/>
                    </a:cubicBezTo>
                    <a:cubicBezTo>
                      <a:pt x="619" y="23244"/>
                      <a:pt x="905" y="23612"/>
                      <a:pt x="1188" y="23612"/>
                    </a:cubicBezTo>
                    <a:cubicBezTo>
                      <a:pt x="1382" y="23612"/>
                      <a:pt x="1575" y="23438"/>
                      <a:pt x="1705" y="22960"/>
                    </a:cubicBezTo>
                    <a:cubicBezTo>
                      <a:pt x="2020" y="21784"/>
                      <a:pt x="5625" y="2801"/>
                      <a:pt x="5743" y="1421"/>
                    </a:cubicBezTo>
                    <a:cubicBezTo>
                      <a:pt x="5811" y="631"/>
                      <a:pt x="5110" y="0"/>
                      <a:pt x="43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0"/>
              <p:cNvSpPr/>
              <p:nvPr/>
            </p:nvSpPr>
            <p:spPr>
              <a:xfrm>
                <a:off x="945950" y="2923000"/>
                <a:ext cx="183325" cy="493975"/>
              </a:xfrm>
              <a:custGeom>
                <a:rect b="b" l="l" r="r" t="t"/>
                <a:pathLst>
                  <a:path extrusionOk="0" h="19759" w="7333">
                    <a:moveTo>
                      <a:pt x="4849" y="0"/>
                    </a:moveTo>
                    <a:cubicBezTo>
                      <a:pt x="4511" y="0"/>
                      <a:pt x="4152" y="65"/>
                      <a:pt x="3784" y="202"/>
                    </a:cubicBezTo>
                    <a:cubicBezTo>
                      <a:pt x="1869" y="913"/>
                      <a:pt x="2029" y="2467"/>
                      <a:pt x="2029" y="2467"/>
                    </a:cubicBezTo>
                    <a:cubicBezTo>
                      <a:pt x="2029" y="2467"/>
                      <a:pt x="1691" y="5890"/>
                      <a:pt x="1691" y="6556"/>
                    </a:cubicBezTo>
                    <a:cubicBezTo>
                      <a:pt x="1691" y="7225"/>
                      <a:pt x="0" y="19758"/>
                      <a:pt x="0" y="19758"/>
                    </a:cubicBezTo>
                    <a:lnTo>
                      <a:pt x="5520" y="19758"/>
                    </a:lnTo>
                    <a:cubicBezTo>
                      <a:pt x="5520" y="19758"/>
                      <a:pt x="6495" y="13802"/>
                      <a:pt x="6764" y="11314"/>
                    </a:cubicBezTo>
                    <a:cubicBezTo>
                      <a:pt x="7028" y="8825"/>
                      <a:pt x="7137" y="2868"/>
                      <a:pt x="7137" y="2868"/>
                    </a:cubicBezTo>
                    <a:cubicBezTo>
                      <a:pt x="7333" y="1142"/>
                      <a:pt x="6273" y="0"/>
                      <a:pt x="484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0"/>
              <p:cNvSpPr/>
              <p:nvPr/>
            </p:nvSpPr>
            <p:spPr>
              <a:xfrm>
                <a:off x="953600" y="3359525"/>
                <a:ext cx="138675" cy="1750"/>
              </a:xfrm>
              <a:custGeom>
                <a:rect b="b" l="l" r="r" t="t"/>
                <a:pathLst>
                  <a:path extrusionOk="0" h="70" w="5547">
                    <a:moveTo>
                      <a:pt x="0" y="0"/>
                    </a:moveTo>
                    <a:lnTo>
                      <a:pt x="0" y="69"/>
                    </a:lnTo>
                    <a:lnTo>
                      <a:pt x="5546" y="69"/>
                    </a:lnTo>
                    <a:lnTo>
                      <a:pt x="5546" y="0"/>
                    </a:lnTo>
                    <a:cubicBezTo>
                      <a:pt x="5510" y="0"/>
                      <a:pt x="3111" y="5"/>
                      <a:pt x="1480" y="5"/>
                    </a:cubicBezTo>
                    <a:cubicBezTo>
                      <a:pt x="665" y="5"/>
                      <a:pt x="41" y="4"/>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0"/>
              <p:cNvSpPr/>
              <p:nvPr/>
            </p:nvSpPr>
            <p:spPr>
              <a:xfrm>
                <a:off x="979800" y="3538200"/>
                <a:ext cx="214800" cy="27475"/>
              </a:xfrm>
              <a:custGeom>
                <a:rect b="b" l="l" r="r" t="t"/>
                <a:pathLst>
                  <a:path extrusionOk="0" h="1099" w="8592">
                    <a:moveTo>
                      <a:pt x="0" y="1"/>
                    </a:moveTo>
                    <a:lnTo>
                      <a:pt x="0" y="1099"/>
                    </a:lnTo>
                    <a:lnTo>
                      <a:pt x="8591" y="1099"/>
                    </a:lnTo>
                    <a:cubicBezTo>
                      <a:pt x="8591" y="1099"/>
                      <a:pt x="8564" y="985"/>
                      <a:pt x="8391"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0"/>
              <p:cNvSpPr/>
              <p:nvPr/>
            </p:nvSpPr>
            <p:spPr>
              <a:xfrm>
                <a:off x="979800" y="3438725"/>
                <a:ext cx="209800" cy="99500"/>
              </a:xfrm>
              <a:custGeom>
                <a:rect b="b" l="l" r="r" t="t"/>
                <a:pathLst>
                  <a:path extrusionOk="0" h="3980" w="8392">
                    <a:moveTo>
                      <a:pt x="0" y="0"/>
                    </a:moveTo>
                    <a:lnTo>
                      <a:pt x="0" y="3980"/>
                    </a:lnTo>
                    <a:lnTo>
                      <a:pt x="8391" y="3980"/>
                    </a:lnTo>
                    <a:cubicBezTo>
                      <a:pt x="8387" y="3961"/>
                      <a:pt x="8387" y="3938"/>
                      <a:pt x="8381" y="3915"/>
                    </a:cubicBezTo>
                    <a:cubicBezTo>
                      <a:pt x="8200" y="2876"/>
                      <a:pt x="5351" y="2644"/>
                      <a:pt x="3610" y="2475"/>
                    </a:cubicBezTo>
                    <a:cubicBezTo>
                      <a:pt x="1869" y="2307"/>
                      <a:pt x="2115" y="0"/>
                      <a:pt x="211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0"/>
              <p:cNvSpPr/>
              <p:nvPr/>
            </p:nvSpPr>
            <p:spPr>
              <a:xfrm>
                <a:off x="1077450" y="3515875"/>
                <a:ext cx="95950" cy="22575"/>
              </a:xfrm>
              <a:custGeom>
                <a:rect b="b" l="l" r="r" t="t"/>
                <a:pathLst>
                  <a:path extrusionOk="0" h="903" w="3838">
                    <a:moveTo>
                      <a:pt x="2458" y="0"/>
                    </a:moveTo>
                    <a:cubicBezTo>
                      <a:pt x="2094" y="0"/>
                      <a:pt x="1709" y="6"/>
                      <a:pt x="1372" y="23"/>
                    </a:cubicBezTo>
                    <a:cubicBezTo>
                      <a:pt x="346" y="73"/>
                      <a:pt x="5" y="875"/>
                      <a:pt x="0" y="884"/>
                    </a:cubicBezTo>
                    <a:lnTo>
                      <a:pt x="51" y="902"/>
                    </a:lnTo>
                    <a:cubicBezTo>
                      <a:pt x="55" y="898"/>
                      <a:pt x="383" y="128"/>
                      <a:pt x="1376" y="78"/>
                    </a:cubicBezTo>
                    <a:cubicBezTo>
                      <a:pt x="1712" y="61"/>
                      <a:pt x="2096" y="55"/>
                      <a:pt x="2458" y="55"/>
                    </a:cubicBezTo>
                    <a:cubicBezTo>
                      <a:pt x="3183" y="55"/>
                      <a:pt x="3825" y="78"/>
                      <a:pt x="3838" y="78"/>
                    </a:cubicBezTo>
                    <a:lnTo>
                      <a:pt x="3838" y="23"/>
                    </a:lnTo>
                    <a:cubicBezTo>
                      <a:pt x="3829" y="23"/>
                      <a:pt x="3186" y="0"/>
                      <a:pt x="24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0"/>
              <p:cNvSpPr/>
              <p:nvPr/>
            </p:nvSpPr>
            <p:spPr>
              <a:xfrm>
                <a:off x="1005550" y="3438725"/>
                <a:ext cx="72825" cy="69650"/>
              </a:xfrm>
              <a:custGeom>
                <a:rect b="b" l="l" r="r" t="t"/>
                <a:pathLst>
                  <a:path extrusionOk="0" h="2786" w="2913">
                    <a:moveTo>
                      <a:pt x="14" y="0"/>
                    </a:moveTo>
                    <a:cubicBezTo>
                      <a:pt x="14" y="96"/>
                      <a:pt x="1" y="2366"/>
                      <a:pt x="876" y="2676"/>
                    </a:cubicBezTo>
                    <a:cubicBezTo>
                      <a:pt x="1095" y="2753"/>
                      <a:pt x="1331" y="2785"/>
                      <a:pt x="1568" y="2785"/>
                    </a:cubicBezTo>
                    <a:cubicBezTo>
                      <a:pt x="2256" y="2785"/>
                      <a:pt x="2904" y="2535"/>
                      <a:pt x="2912" y="2530"/>
                    </a:cubicBezTo>
                    <a:lnTo>
                      <a:pt x="2890" y="2480"/>
                    </a:lnTo>
                    <a:cubicBezTo>
                      <a:pt x="2883" y="2483"/>
                      <a:pt x="2244" y="2730"/>
                      <a:pt x="1569" y="2730"/>
                    </a:cubicBezTo>
                    <a:cubicBezTo>
                      <a:pt x="1340" y="2730"/>
                      <a:pt x="1107" y="2702"/>
                      <a:pt x="893" y="2625"/>
                    </a:cubicBezTo>
                    <a:cubicBezTo>
                      <a:pt x="55" y="2329"/>
                      <a:pt x="68" y="23"/>
                      <a:pt x="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0"/>
              <p:cNvSpPr/>
              <p:nvPr/>
            </p:nvSpPr>
            <p:spPr>
              <a:xfrm>
                <a:off x="1006250" y="3445650"/>
                <a:ext cx="28375" cy="19525"/>
              </a:xfrm>
              <a:custGeom>
                <a:rect b="b" l="l" r="r" t="t"/>
                <a:pathLst>
                  <a:path extrusionOk="0" h="781" w="1135">
                    <a:moveTo>
                      <a:pt x="27" y="1"/>
                    </a:moveTo>
                    <a:lnTo>
                      <a:pt x="0" y="47"/>
                    </a:lnTo>
                    <a:lnTo>
                      <a:pt x="1107" y="781"/>
                    </a:lnTo>
                    <a:lnTo>
                      <a:pt x="1134" y="735"/>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0"/>
              <p:cNvSpPr/>
              <p:nvPr/>
            </p:nvSpPr>
            <p:spPr>
              <a:xfrm>
                <a:off x="1008050" y="3450800"/>
                <a:ext cx="24875" cy="14500"/>
              </a:xfrm>
              <a:custGeom>
                <a:rect b="b" l="l" r="r" t="t"/>
                <a:pathLst>
                  <a:path extrusionOk="0" h="580" w="995">
                    <a:moveTo>
                      <a:pt x="967" y="1"/>
                    </a:moveTo>
                    <a:lnTo>
                      <a:pt x="0" y="529"/>
                    </a:lnTo>
                    <a:lnTo>
                      <a:pt x="23" y="579"/>
                    </a:lnTo>
                    <a:lnTo>
                      <a:pt x="995" y="51"/>
                    </a:lnTo>
                    <a:lnTo>
                      <a:pt x="96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0"/>
              <p:cNvSpPr/>
              <p:nvPr/>
            </p:nvSpPr>
            <p:spPr>
              <a:xfrm>
                <a:off x="1009525" y="3472575"/>
                <a:ext cx="33075" cy="12775"/>
              </a:xfrm>
              <a:custGeom>
                <a:rect b="b" l="l" r="r" t="t"/>
                <a:pathLst>
                  <a:path extrusionOk="0" h="511" w="1323">
                    <a:moveTo>
                      <a:pt x="19" y="0"/>
                    </a:moveTo>
                    <a:lnTo>
                      <a:pt x="0" y="51"/>
                    </a:lnTo>
                    <a:lnTo>
                      <a:pt x="1304" y="510"/>
                    </a:lnTo>
                    <a:lnTo>
                      <a:pt x="1323" y="461"/>
                    </a:lnTo>
                    <a:lnTo>
                      <a:pt x="1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0"/>
              <p:cNvSpPr/>
              <p:nvPr/>
            </p:nvSpPr>
            <p:spPr>
              <a:xfrm>
                <a:off x="1013500" y="3472675"/>
                <a:ext cx="23525" cy="16425"/>
              </a:xfrm>
              <a:custGeom>
                <a:rect b="b" l="l" r="r" t="t"/>
                <a:pathLst>
                  <a:path extrusionOk="0" h="657" w="941">
                    <a:moveTo>
                      <a:pt x="908" y="1"/>
                    </a:moveTo>
                    <a:lnTo>
                      <a:pt x="1" y="611"/>
                    </a:lnTo>
                    <a:lnTo>
                      <a:pt x="33" y="657"/>
                    </a:lnTo>
                    <a:lnTo>
                      <a:pt x="941" y="47"/>
                    </a:lnTo>
                    <a:lnTo>
                      <a:pt x="9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0"/>
              <p:cNvSpPr/>
              <p:nvPr/>
            </p:nvSpPr>
            <p:spPr>
              <a:xfrm>
                <a:off x="853050" y="2284825"/>
                <a:ext cx="137925" cy="287725"/>
              </a:xfrm>
              <a:custGeom>
                <a:rect b="b" l="l" r="r" t="t"/>
                <a:pathLst>
                  <a:path extrusionOk="0" h="11509" w="5517">
                    <a:moveTo>
                      <a:pt x="4345" y="0"/>
                    </a:moveTo>
                    <a:cubicBezTo>
                      <a:pt x="3202" y="0"/>
                      <a:pt x="2782" y="1072"/>
                      <a:pt x="2500" y="1487"/>
                    </a:cubicBezTo>
                    <a:cubicBezTo>
                      <a:pt x="2218" y="1901"/>
                      <a:pt x="226" y="8651"/>
                      <a:pt x="98" y="9758"/>
                    </a:cubicBezTo>
                    <a:cubicBezTo>
                      <a:pt x="0" y="10572"/>
                      <a:pt x="579" y="11508"/>
                      <a:pt x="1276" y="11508"/>
                    </a:cubicBezTo>
                    <a:cubicBezTo>
                      <a:pt x="1528" y="11508"/>
                      <a:pt x="1796" y="11385"/>
                      <a:pt x="2053" y="11090"/>
                    </a:cubicBezTo>
                    <a:cubicBezTo>
                      <a:pt x="3019" y="9977"/>
                      <a:pt x="5403" y="1969"/>
                      <a:pt x="5403" y="1969"/>
                    </a:cubicBezTo>
                    <a:cubicBezTo>
                      <a:pt x="5517" y="1592"/>
                      <a:pt x="5494" y="0"/>
                      <a:pt x="434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0"/>
              <p:cNvSpPr/>
              <p:nvPr/>
            </p:nvSpPr>
            <p:spPr>
              <a:xfrm>
                <a:off x="883625" y="2250500"/>
                <a:ext cx="133325" cy="170275"/>
              </a:xfrm>
              <a:custGeom>
                <a:rect b="b" l="l" r="r" t="t"/>
                <a:pathLst>
                  <a:path extrusionOk="0" h="6811" w="5333">
                    <a:moveTo>
                      <a:pt x="3523" y="1"/>
                    </a:moveTo>
                    <a:cubicBezTo>
                      <a:pt x="2253" y="1"/>
                      <a:pt x="1931" y="880"/>
                      <a:pt x="1481" y="1720"/>
                    </a:cubicBezTo>
                    <a:cubicBezTo>
                      <a:pt x="999" y="2637"/>
                      <a:pt x="0" y="6588"/>
                      <a:pt x="0" y="6588"/>
                    </a:cubicBezTo>
                    <a:lnTo>
                      <a:pt x="4134" y="6811"/>
                    </a:lnTo>
                    <a:cubicBezTo>
                      <a:pt x="4134" y="6811"/>
                      <a:pt x="4960" y="3775"/>
                      <a:pt x="5146" y="2385"/>
                    </a:cubicBezTo>
                    <a:cubicBezTo>
                      <a:pt x="5333" y="990"/>
                      <a:pt x="3866" y="20"/>
                      <a:pt x="3866" y="20"/>
                    </a:cubicBezTo>
                    <a:cubicBezTo>
                      <a:pt x="3744" y="7"/>
                      <a:pt x="3630" y="1"/>
                      <a:pt x="3523"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0"/>
              <p:cNvSpPr/>
              <p:nvPr/>
            </p:nvSpPr>
            <p:spPr>
              <a:xfrm>
                <a:off x="1466875" y="3323050"/>
                <a:ext cx="442900" cy="272650"/>
              </a:xfrm>
              <a:custGeom>
                <a:rect b="b" l="l" r="r" t="t"/>
                <a:pathLst>
                  <a:path extrusionOk="0" h="10906" w="17716">
                    <a:moveTo>
                      <a:pt x="13837" y="1"/>
                    </a:moveTo>
                    <a:cubicBezTo>
                      <a:pt x="13771" y="1"/>
                      <a:pt x="13707" y="3"/>
                      <a:pt x="13647" y="6"/>
                    </a:cubicBezTo>
                    <a:cubicBezTo>
                      <a:pt x="12321" y="75"/>
                      <a:pt x="3812" y="5904"/>
                      <a:pt x="2161" y="7229"/>
                    </a:cubicBezTo>
                    <a:cubicBezTo>
                      <a:pt x="516" y="8552"/>
                      <a:pt x="1" y="9800"/>
                      <a:pt x="1118" y="10689"/>
                    </a:cubicBezTo>
                    <a:cubicBezTo>
                      <a:pt x="1304" y="10838"/>
                      <a:pt x="1543" y="10905"/>
                      <a:pt x="1833" y="10905"/>
                    </a:cubicBezTo>
                    <a:cubicBezTo>
                      <a:pt x="3274" y="10905"/>
                      <a:pt x="5985" y="9262"/>
                      <a:pt x="9919" y="7858"/>
                    </a:cubicBezTo>
                    <a:cubicBezTo>
                      <a:pt x="14645" y="6173"/>
                      <a:pt x="16824" y="3994"/>
                      <a:pt x="16824" y="3994"/>
                    </a:cubicBezTo>
                    <a:cubicBezTo>
                      <a:pt x="17716" y="719"/>
                      <a:pt x="15221" y="1"/>
                      <a:pt x="13837" y="1"/>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0"/>
              <p:cNvSpPr/>
              <p:nvPr/>
            </p:nvSpPr>
            <p:spPr>
              <a:xfrm>
                <a:off x="1467925" y="3499100"/>
                <a:ext cx="508300" cy="97425"/>
              </a:xfrm>
              <a:custGeom>
                <a:rect b="b" l="l" r="r" t="t"/>
                <a:pathLst>
                  <a:path extrusionOk="0" h="3897" w="20332">
                    <a:moveTo>
                      <a:pt x="10269" y="0"/>
                    </a:moveTo>
                    <a:cubicBezTo>
                      <a:pt x="10092" y="0"/>
                      <a:pt x="9923" y="4"/>
                      <a:pt x="9763" y="10"/>
                    </a:cubicBezTo>
                    <a:cubicBezTo>
                      <a:pt x="5629" y="179"/>
                      <a:pt x="2343" y="803"/>
                      <a:pt x="2343" y="803"/>
                    </a:cubicBezTo>
                    <a:cubicBezTo>
                      <a:pt x="0" y="1163"/>
                      <a:pt x="497" y="3666"/>
                      <a:pt x="1961" y="3811"/>
                    </a:cubicBezTo>
                    <a:cubicBezTo>
                      <a:pt x="2559" y="3873"/>
                      <a:pt x="6354" y="3897"/>
                      <a:pt x="10715" y="3897"/>
                    </a:cubicBezTo>
                    <a:cubicBezTo>
                      <a:pt x="13787" y="3897"/>
                      <a:pt x="17139" y="3885"/>
                      <a:pt x="19854" y="3866"/>
                    </a:cubicBezTo>
                    <a:lnTo>
                      <a:pt x="20332" y="1300"/>
                    </a:lnTo>
                    <a:cubicBezTo>
                      <a:pt x="16977" y="644"/>
                      <a:pt x="12784" y="0"/>
                      <a:pt x="10269" y="0"/>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0"/>
              <p:cNvSpPr/>
              <p:nvPr/>
            </p:nvSpPr>
            <p:spPr>
              <a:xfrm>
                <a:off x="1964250" y="3531575"/>
                <a:ext cx="166625" cy="64175"/>
              </a:xfrm>
              <a:custGeom>
                <a:rect b="b" l="l" r="r" t="t"/>
                <a:pathLst>
                  <a:path extrusionOk="0" h="2567" w="6665">
                    <a:moveTo>
                      <a:pt x="479" y="1"/>
                    </a:moveTo>
                    <a:lnTo>
                      <a:pt x="1" y="2567"/>
                    </a:lnTo>
                    <a:cubicBezTo>
                      <a:pt x="2845" y="2548"/>
                      <a:pt x="4986" y="2521"/>
                      <a:pt x="5374" y="2489"/>
                    </a:cubicBezTo>
                    <a:cubicBezTo>
                      <a:pt x="6664" y="2384"/>
                      <a:pt x="6103" y="1523"/>
                      <a:pt x="5556" y="1250"/>
                    </a:cubicBezTo>
                    <a:cubicBezTo>
                      <a:pt x="5073" y="1008"/>
                      <a:pt x="3017" y="502"/>
                      <a:pt x="47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0"/>
              <p:cNvSpPr/>
              <p:nvPr/>
            </p:nvSpPr>
            <p:spPr>
              <a:xfrm>
                <a:off x="2122175" y="3492400"/>
                <a:ext cx="174000" cy="185175"/>
              </a:xfrm>
              <a:custGeom>
                <a:rect b="b" l="l" r="r" t="t"/>
                <a:pathLst>
                  <a:path extrusionOk="0" h="7407" w="6960">
                    <a:moveTo>
                      <a:pt x="871" y="0"/>
                    </a:moveTo>
                    <a:lnTo>
                      <a:pt x="1" y="775"/>
                    </a:lnTo>
                    <a:lnTo>
                      <a:pt x="5948" y="7407"/>
                    </a:lnTo>
                    <a:cubicBezTo>
                      <a:pt x="6846" y="6841"/>
                      <a:pt x="6960" y="6787"/>
                      <a:pt x="6960" y="6787"/>
                    </a:cubicBezTo>
                    <a:lnTo>
                      <a:pt x="871"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0"/>
              <p:cNvSpPr/>
              <p:nvPr/>
            </p:nvSpPr>
            <p:spPr>
              <a:xfrm>
                <a:off x="2043675" y="3511750"/>
                <a:ext cx="227200" cy="169250"/>
              </a:xfrm>
              <a:custGeom>
                <a:rect b="b" l="l" r="r" t="t"/>
                <a:pathLst>
                  <a:path extrusionOk="0" h="6770" w="9088">
                    <a:moveTo>
                      <a:pt x="3141" y="1"/>
                    </a:moveTo>
                    <a:lnTo>
                      <a:pt x="0" y="2822"/>
                    </a:lnTo>
                    <a:lnTo>
                      <a:pt x="1495" y="4490"/>
                    </a:lnTo>
                    <a:cubicBezTo>
                      <a:pt x="1495" y="4490"/>
                      <a:pt x="2409" y="3478"/>
                      <a:pt x="3439" y="3478"/>
                    </a:cubicBezTo>
                    <a:cubicBezTo>
                      <a:pt x="3794" y="3478"/>
                      <a:pt x="4162" y="3598"/>
                      <a:pt x="4512" y="3920"/>
                    </a:cubicBezTo>
                    <a:cubicBezTo>
                      <a:pt x="5710" y="5026"/>
                      <a:pt x="7560" y="6770"/>
                      <a:pt x="8636" y="6770"/>
                    </a:cubicBezTo>
                    <a:cubicBezTo>
                      <a:pt x="8785" y="6770"/>
                      <a:pt x="8918" y="6737"/>
                      <a:pt x="9033" y="6664"/>
                    </a:cubicBezTo>
                    <a:cubicBezTo>
                      <a:pt x="9052" y="6655"/>
                      <a:pt x="9070" y="6642"/>
                      <a:pt x="9088" y="6633"/>
                    </a:cubicBezTo>
                    <a:lnTo>
                      <a:pt x="3141"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0"/>
              <p:cNvSpPr/>
              <p:nvPr/>
            </p:nvSpPr>
            <p:spPr>
              <a:xfrm>
                <a:off x="2181300" y="3589125"/>
                <a:ext cx="62025" cy="91050"/>
              </a:xfrm>
              <a:custGeom>
                <a:rect b="b" l="l" r="r" t="t"/>
                <a:pathLst>
                  <a:path extrusionOk="0" h="3642" w="2481">
                    <a:moveTo>
                      <a:pt x="393" y="0"/>
                    </a:moveTo>
                    <a:cubicBezTo>
                      <a:pt x="393" y="10"/>
                      <a:pt x="0" y="844"/>
                      <a:pt x="690" y="1696"/>
                    </a:cubicBezTo>
                    <a:cubicBezTo>
                      <a:pt x="1368" y="2530"/>
                      <a:pt x="2426" y="3629"/>
                      <a:pt x="2434" y="3642"/>
                    </a:cubicBezTo>
                    <a:lnTo>
                      <a:pt x="2480" y="3601"/>
                    </a:lnTo>
                    <a:cubicBezTo>
                      <a:pt x="2467" y="3587"/>
                      <a:pt x="1409" y="2489"/>
                      <a:pt x="734" y="1660"/>
                    </a:cubicBezTo>
                    <a:cubicBezTo>
                      <a:pt x="69" y="839"/>
                      <a:pt x="444" y="32"/>
                      <a:pt x="448" y="23"/>
                    </a:cubicBezTo>
                    <a:lnTo>
                      <a:pt x="39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0"/>
              <p:cNvSpPr/>
              <p:nvPr/>
            </p:nvSpPr>
            <p:spPr>
              <a:xfrm>
                <a:off x="2062125" y="3570250"/>
                <a:ext cx="101325" cy="45550"/>
              </a:xfrm>
              <a:custGeom>
                <a:rect b="b" l="l" r="r" t="t"/>
                <a:pathLst>
                  <a:path extrusionOk="0" h="1822" w="4053">
                    <a:moveTo>
                      <a:pt x="2356" y="1"/>
                    </a:moveTo>
                    <a:cubicBezTo>
                      <a:pt x="1434" y="1"/>
                      <a:pt x="65" y="1247"/>
                      <a:pt x="1" y="1307"/>
                    </a:cubicBezTo>
                    <a:lnTo>
                      <a:pt x="37" y="1348"/>
                    </a:lnTo>
                    <a:cubicBezTo>
                      <a:pt x="53" y="1332"/>
                      <a:pt x="1456" y="62"/>
                      <a:pt x="2357" y="62"/>
                    </a:cubicBezTo>
                    <a:cubicBezTo>
                      <a:pt x="2480" y="62"/>
                      <a:pt x="2595" y="86"/>
                      <a:pt x="2695" y="141"/>
                    </a:cubicBezTo>
                    <a:cubicBezTo>
                      <a:pt x="3533" y="596"/>
                      <a:pt x="3993" y="1809"/>
                      <a:pt x="3997" y="1822"/>
                    </a:cubicBezTo>
                    <a:lnTo>
                      <a:pt x="4052" y="1799"/>
                    </a:lnTo>
                    <a:cubicBezTo>
                      <a:pt x="4048" y="1790"/>
                      <a:pt x="3578" y="555"/>
                      <a:pt x="2722" y="86"/>
                    </a:cubicBezTo>
                    <a:cubicBezTo>
                      <a:pt x="2613" y="27"/>
                      <a:pt x="2489" y="1"/>
                      <a:pt x="2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0"/>
              <p:cNvSpPr/>
              <p:nvPr/>
            </p:nvSpPr>
            <p:spPr>
              <a:xfrm>
                <a:off x="2068400" y="3597325"/>
                <a:ext cx="34450" cy="10375"/>
              </a:xfrm>
              <a:custGeom>
                <a:rect b="b" l="l" r="r" t="t"/>
                <a:pathLst>
                  <a:path extrusionOk="0" h="415" w="1378">
                    <a:moveTo>
                      <a:pt x="14" y="0"/>
                    </a:moveTo>
                    <a:lnTo>
                      <a:pt x="0" y="59"/>
                    </a:lnTo>
                    <a:lnTo>
                      <a:pt x="1363" y="415"/>
                    </a:lnTo>
                    <a:lnTo>
                      <a:pt x="1377" y="356"/>
                    </a:lnTo>
                    <a:lnTo>
                      <a:pt x="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0"/>
              <p:cNvSpPr/>
              <p:nvPr/>
            </p:nvSpPr>
            <p:spPr>
              <a:xfrm>
                <a:off x="2083525" y="3586275"/>
                <a:ext cx="8125" cy="28850"/>
              </a:xfrm>
              <a:custGeom>
                <a:rect b="b" l="l" r="r" t="t"/>
                <a:pathLst>
                  <a:path extrusionOk="0" h="1154" w="325">
                    <a:moveTo>
                      <a:pt x="56" y="1"/>
                    </a:moveTo>
                    <a:lnTo>
                      <a:pt x="1" y="15"/>
                    </a:lnTo>
                    <a:lnTo>
                      <a:pt x="270" y="1153"/>
                    </a:lnTo>
                    <a:lnTo>
                      <a:pt x="325" y="1140"/>
                    </a:lnTo>
                    <a:lnTo>
                      <a:pt x="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0"/>
              <p:cNvSpPr/>
              <p:nvPr/>
            </p:nvSpPr>
            <p:spPr>
              <a:xfrm>
                <a:off x="2091625" y="3580800"/>
                <a:ext cx="32950" cy="18950"/>
              </a:xfrm>
              <a:custGeom>
                <a:rect b="b" l="l" r="r" t="t"/>
                <a:pathLst>
                  <a:path extrusionOk="0" h="758" w="1318">
                    <a:moveTo>
                      <a:pt x="32" y="1"/>
                    </a:moveTo>
                    <a:lnTo>
                      <a:pt x="1" y="51"/>
                    </a:lnTo>
                    <a:lnTo>
                      <a:pt x="1290" y="758"/>
                    </a:lnTo>
                    <a:lnTo>
                      <a:pt x="1318" y="707"/>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0"/>
              <p:cNvSpPr/>
              <p:nvPr/>
            </p:nvSpPr>
            <p:spPr>
              <a:xfrm>
                <a:off x="2106350" y="3573850"/>
                <a:ext cx="5500" cy="28975"/>
              </a:xfrm>
              <a:custGeom>
                <a:rect b="b" l="l" r="r" t="t"/>
                <a:pathLst>
                  <a:path extrusionOk="0" h="1159" w="220">
                    <a:moveTo>
                      <a:pt x="59" y="1"/>
                    </a:moveTo>
                    <a:lnTo>
                      <a:pt x="0" y="10"/>
                    </a:lnTo>
                    <a:lnTo>
                      <a:pt x="160" y="1158"/>
                    </a:lnTo>
                    <a:lnTo>
                      <a:pt x="219" y="1154"/>
                    </a:lnTo>
                    <a:lnTo>
                      <a:pt x="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0"/>
              <p:cNvSpPr/>
              <p:nvPr/>
            </p:nvSpPr>
            <p:spPr>
              <a:xfrm>
                <a:off x="1614550" y="3081975"/>
                <a:ext cx="164450" cy="298925"/>
              </a:xfrm>
              <a:custGeom>
                <a:rect b="b" l="l" r="r" t="t"/>
                <a:pathLst>
                  <a:path extrusionOk="0" h="11957" w="6578">
                    <a:moveTo>
                      <a:pt x="5000" y="0"/>
                    </a:moveTo>
                    <a:cubicBezTo>
                      <a:pt x="4258" y="0"/>
                      <a:pt x="3570" y="843"/>
                      <a:pt x="3446" y="1144"/>
                    </a:cubicBezTo>
                    <a:cubicBezTo>
                      <a:pt x="3446" y="1144"/>
                      <a:pt x="1" y="9320"/>
                      <a:pt x="42" y="10884"/>
                    </a:cubicBezTo>
                    <a:cubicBezTo>
                      <a:pt x="62" y="11648"/>
                      <a:pt x="506" y="11957"/>
                      <a:pt x="1030" y="11957"/>
                    </a:cubicBezTo>
                    <a:cubicBezTo>
                      <a:pt x="1579" y="11957"/>
                      <a:pt x="2215" y="11618"/>
                      <a:pt x="2544" y="11108"/>
                    </a:cubicBezTo>
                    <a:cubicBezTo>
                      <a:pt x="3187" y="10114"/>
                      <a:pt x="6099" y="3237"/>
                      <a:pt x="6149" y="2703"/>
                    </a:cubicBezTo>
                    <a:cubicBezTo>
                      <a:pt x="6195" y="2174"/>
                      <a:pt x="6578" y="1017"/>
                      <a:pt x="5639" y="242"/>
                    </a:cubicBezTo>
                    <a:cubicBezTo>
                      <a:pt x="5430" y="70"/>
                      <a:pt x="5212" y="0"/>
                      <a:pt x="500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0"/>
              <p:cNvSpPr/>
              <p:nvPr/>
            </p:nvSpPr>
            <p:spPr>
              <a:xfrm>
                <a:off x="1674500" y="3106500"/>
                <a:ext cx="102250" cy="146400"/>
              </a:xfrm>
              <a:custGeom>
                <a:rect b="b" l="l" r="r" t="t"/>
                <a:pathLst>
                  <a:path extrusionOk="0" h="5856" w="4090">
                    <a:moveTo>
                      <a:pt x="2001" y="1"/>
                    </a:moveTo>
                    <a:cubicBezTo>
                      <a:pt x="1429" y="1"/>
                      <a:pt x="921" y="384"/>
                      <a:pt x="684" y="819"/>
                    </a:cubicBezTo>
                    <a:cubicBezTo>
                      <a:pt x="288" y="1540"/>
                      <a:pt x="0" y="2638"/>
                      <a:pt x="0" y="2638"/>
                    </a:cubicBezTo>
                    <a:lnTo>
                      <a:pt x="2047" y="5855"/>
                    </a:lnTo>
                    <a:lnTo>
                      <a:pt x="3286" y="2935"/>
                    </a:lnTo>
                    <a:cubicBezTo>
                      <a:pt x="3286" y="2935"/>
                      <a:pt x="4089" y="1654"/>
                      <a:pt x="3149" y="587"/>
                    </a:cubicBezTo>
                    <a:cubicBezTo>
                      <a:pt x="2778" y="165"/>
                      <a:pt x="2376" y="1"/>
                      <a:pt x="200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0"/>
              <p:cNvSpPr/>
              <p:nvPr/>
            </p:nvSpPr>
            <p:spPr>
              <a:xfrm>
                <a:off x="1677350" y="3047525"/>
                <a:ext cx="120575" cy="200050"/>
              </a:xfrm>
              <a:custGeom>
                <a:rect b="b" l="l" r="r" t="t"/>
                <a:pathLst>
                  <a:path extrusionOk="0" h="8002" w="4823">
                    <a:moveTo>
                      <a:pt x="3165" y="0"/>
                    </a:moveTo>
                    <a:cubicBezTo>
                      <a:pt x="2625" y="0"/>
                      <a:pt x="1390" y="113"/>
                      <a:pt x="784" y="1087"/>
                    </a:cubicBezTo>
                    <a:lnTo>
                      <a:pt x="0" y="2354"/>
                    </a:lnTo>
                    <a:lnTo>
                      <a:pt x="2170" y="8001"/>
                    </a:lnTo>
                    <a:cubicBezTo>
                      <a:pt x="2170" y="8001"/>
                      <a:pt x="4016" y="4091"/>
                      <a:pt x="4234" y="3014"/>
                    </a:cubicBezTo>
                    <a:cubicBezTo>
                      <a:pt x="4453" y="1935"/>
                      <a:pt x="4823" y="923"/>
                      <a:pt x="3428" y="11"/>
                    </a:cubicBezTo>
                    <a:cubicBezTo>
                      <a:pt x="3428" y="11"/>
                      <a:pt x="3328" y="0"/>
                      <a:pt x="316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0"/>
              <p:cNvSpPr/>
              <p:nvPr/>
            </p:nvSpPr>
            <p:spPr>
              <a:xfrm>
                <a:off x="1483025" y="3309400"/>
                <a:ext cx="203900" cy="277975"/>
              </a:xfrm>
              <a:custGeom>
                <a:rect b="b" l="l" r="r" t="t"/>
                <a:pathLst>
                  <a:path extrusionOk="0" h="11119" w="8156">
                    <a:moveTo>
                      <a:pt x="7023" y="1"/>
                    </a:moveTo>
                    <a:cubicBezTo>
                      <a:pt x="6526" y="1"/>
                      <a:pt x="5952" y="299"/>
                      <a:pt x="5558" y="680"/>
                    </a:cubicBezTo>
                    <a:cubicBezTo>
                      <a:pt x="4747" y="1464"/>
                      <a:pt x="175" y="10365"/>
                      <a:pt x="175" y="10365"/>
                    </a:cubicBezTo>
                    <a:cubicBezTo>
                      <a:pt x="0" y="10702"/>
                      <a:pt x="45" y="11119"/>
                      <a:pt x="387" y="11119"/>
                    </a:cubicBezTo>
                    <a:cubicBezTo>
                      <a:pt x="552" y="11119"/>
                      <a:pt x="787" y="11021"/>
                      <a:pt x="1101" y="10770"/>
                    </a:cubicBezTo>
                    <a:cubicBezTo>
                      <a:pt x="2062" y="10000"/>
                      <a:pt x="8156" y="2985"/>
                      <a:pt x="8038" y="1227"/>
                    </a:cubicBezTo>
                    <a:cubicBezTo>
                      <a:pt x="7980" y="327"/>
                      <a:pt x="7543" y="1"/>
                      <a:pt x="702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0"/>
              <p:cNvSpPr/>
              <p:nvPr/>
            </p:nvSpPr>
            <p:spPr>
              <a:xfrm>
                <a:off x="1437725" y="3547250"/>
                <a:ext cx="88650" cy="128600"/>
              </a:xfrm>
              <a:custGeom>
                <a:rect b="b" l="l" r="r" t="t"/>
                <a:pathLst>
                  <a:path extrusionOk="0" h="5144" w="3546">
                    <a:moveTo>
                      <a:pt x="2908" y="0"/>
                    </a:moveTo>
                    <a:cubicBezTo>
                      <a:pt x="2308" y="0"/>
                      <a:pt x="1014" y="1612"/>
                      <a:pt x="684" y="2478"/>
                    </a:cubicBezTo>
                    <a:cubicBezTo>
                      <a:pt x="342" y="3389"/>
                      <a:pt x="1" y="4929"/>
                      <a:pt x="197" y="5125"/>
                    </a:cubicBezTo>
                    <a:cubicBezTo>
                      <a:pt x="209" y="5138"/>
                      <a:pt x="223" y="5144"/>
                      <a:pt x="238" y="5144"/>
                    </a:cubicBezTo>
                    <a:cubicBezTo>
                      <a:pt x="454" y="5144"/>
                      <a:pt x="892" y="3872"/>
                      <a:pt x="1063" y="3467"/>
                    </a:cubicBezTo>
                    <a:cubicBezTo>
                      <a:pt x="1240" y="3029"/>
                      <a:pt x="1665" y="2710"/>
                      <a:pt x="1665" y="2710"/>
                    </a:cubicBezTo>
                    <a:cubicBezTo>
                      <a:pt x="1687" y="2691"/>
                      <a:pt x="1711" y="2681"/>
                      <a:pt x="1734" y="2681"/>
                    </a:cubicBezTo>
                    <a:cubicBezTo>
                      <a:pt x="1811" y="2681"/>
                      <a:pt x="1882" y="2785"/>
                      <a:pt x="1865" y="3002"/>
                    </a:cubicBezTo>
                    <a:cubicBezTo>
                      <a:pt x="1837" y="3284"/>
                      <a:pt x="1139" y="4136"/>
                      <a:pt x="1377" y="4328"/>
                    </a:cubicBezTo>
                    <a:cubicBezTo>
                      <a:pt x="1391" y="4339"/>
                      <a:pt x="1407" y="4344"/>
                      <a:pt x="1425" y="4344"/>
                    </a:cubicBezTo>
                    <a:cubicBezTo>
                      <a:pt x="1714" y="4344"/>
                      <a:pt x="2510" y="3023"/>
                      <a:pt x="2630" y="2428"/>
                    </a:cubicBezTo>
                    <a:cubicBezTo>
                      <a:pt x="2758" y="1799"/>
                      <a:pt x="3546" y="181"/>
                      <a:pt x="2990" y="12"/>
                    </a:cubicBezTo>
                    <a:cubicBezTo>
                      <a:pt x="2965" y="4"/>
                      <a:pt x="2937" y="0"/>
                      <a:pt x="290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0"/>
              <p:cNvSpPr/>
              <p:nvPr/>
            </p:nvSpPr>
            <p:spPr>
              <a:xfrm>
                <a:off x="1763725" y="3035600"/>
                <a:ext cx="152700" cy="61800"/>
              </a:xfrm>
              <a:custGeom>
                <a:rect b="b" l="l" r="r" t="t"/>
                <a:pathLst>
                  <a:path extrusionOk="0" h="2472" w="6108">
                    <a:moveTo>
                      <a:pt x="3619" y="1"/>
                    </a:moveTo>
                    <a:lnTo>
                      <a:pt x="2188" y="123"/>
                    </a:lnTo>
                    <a:cubicBezTo>
                      <a:pt x="2188" y="123"/>
                      <a:pt x="2176" y="123"/>
                      <a:pt x="2154" y="123"/>
                    </a:cubicBezTo>
                    <a:cubicBezTo>
                      <a:pt x="1948" y="123"/>
                      <a:pt x="836" y="130"/>
                      <a:pt x="0" y="279"/>
                    </a:cubicBezTo>
                    <a:cubicBezTo>
                      <a:pt x="597" y="1290"/>
                      <a:pt x="1591" y="2101"/>
                      <a:pt x="2657" y="2389"/>
                    </a:cubicBezTo>
                    <a:cubicBezTo>
                      <a:pt x="2858" y="2445"/>
                      <a:pt x="3055" y="2471"/>
                      <a:pt x="3247" y="2471"/>
                    </a:cubicBezTo>
                    <a:cubicBezTo>
                      <a:pt x="4527" y="2471"/>
                      <a:pt x="5584" y="1302"/>
                      <a:pt x="6107" y="100"/>
                    </a:cubicBezTo>
                    <a:cubicBezTo>
                      <a:pt x="5018" y="50"/>
                      <a:pt x="3619" y="1"/>
                      <a:pt x="361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0"/>
              <p:cNvSpPr/>
              <p:nvPr/>
            </p:nvSpPr>
            <p:spPr>
              <a:xfrm>
                <a:off x="1714375" y="3038100"/>
                <a:ext cx="262100" cy="295025"/>
              </a:xfrm>
              <a:custGeom>
                <a:rect b="b" l="l" r="r" t="t"/>
                <a:pathLst>
                  <a:path extrusionOk="0" h="11801" w="10484">
                    <a:moveTo>
                      <a:pt x="8081" y="0"/>
                    </a:moveTo>
                    <a:cubicBezTo>
                      <a:pt x="7558" y="1202"/>
                      <a:pt x="6501" y="2371"/>
                      <a:pt x="5221" y="2371"/>
                    </a:cubicBezTo>
                    <a:cubicBezTo>
                      <a:pt x="5029" y="2371"/>
                      <a:pt x="4832" y="2345"/>
                      <a:pt x="4631" y="2289"/>
                    </a:cubicBezTo>
                    <a:cubicBezTo>
                      <a:pt x="3565" y="2001"/>
                      <a:pt x="2571" y="1190"/>
                      <a:pt x="1974" y="179"/>
                    </a:cubicBezTo>
                    <a:cubicBezTo>
                      <a:pt x="1586" y="246"/>
                      <a:pt x="1254" y="343"/>
                      <a:pt x="1104" y="488"/>
                    </a:cubicBezTo>
                    <a:cubicBezTo>
                      <a:pt x="593" y="972"/>
                      <a:pt x="0" y="3542"/>
                      <a:pt x="1285" y="5907"/>
                    </a:cubicBezTo>
                    <a:cubicBezTo>
                      <a:pt x="2566" y="8277"/>
                      <a:pt x="3296" y="10114"/>
                      <a:pt x="3410" y="10888"/>
                    </a:cubicBezTo>
                    <a:cubicBezTo>
                      <a:pt x="3523" y="11664"/>
                      <a:pt x="3664" y="11801"/>
                      <a:pt x="3664" y="11801"/>
                    </a:cubicBezTo>
                    <a:lnTo>
                      <a:pt x="8450" y="11249"/>
                    </a:lnTo>
                    <a:cubicBezTo>
                      <a:pt x="8450" y="11249"/>
                      <a:pt x="8806" y="7525"/>
                      <a:pt x="9116" y="6700"/>
                    </a:cubicBezTo>
                    <a:cubicBezTo>
                      <a:pt x="9430" y="5880"/>
                      <a:pt x="10456" y="3551"/>
                      <a:pt x="10469" y="2320"/>
                    </a:cubicBezTo>
                    <a:cubicBezTo>
                      <a:pt x="10484" y="1090"/>
                      <a:pt x="9937" y="101"/>
                      <a:pt x="9052" y="46"/>
                    </a:cubicBezTo>
                    <a:cubicBezTo>
                      <a:pt x="8820" y="32"/>
                      <a:pt x="8469" y="15"/>
                      <a:pt x="808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0"/>
              <p:cNvSpPr/>
              <p:nvPr/>
            </p:nvSpPr>
            <p:spPr>
              <a:xfrm>
                <a:off x="1728175" y="3133375"/>
                <a:ext cx="72350" cy="177075"/>
              </a:xfrm>
              <a:custGeom>
                <a:rect b="b" l="l" r="r" t="t"/>
                <a:pathLst>
                  <a:path extrusionOk="0" h="7083" w="2894">
                    <a:moveTo>
                      <a:pt x="73" y="0"/>
                    </a:moveTo>
                    <a:lnTo>
                      <a:pt x="0" y="9"/>
                    </a:lnTo>
                    <a:cubicBezTo>
                      <a:pt x="5" y="18"/>
                      <a:pt x="96" y="1181"/>
                      <a:pt x="830" y="2356"/>
                    </a:cubicBezTo>
                    <a:cubicBezTo>
                      <a:pt x="1559" y="3518"/>
                      <a:pt x="2712" y="6157"/>
                      <a:pt x="2826" y="7083"/>
                    </a:cubicBezTo>
                    <a:lnTo>
                      <a:pt x="2894" y="7073"/>
                    </a:lnTo>
                    <a:cubicBezTo>
                      <a:pt x="2780" y="6143"/>
                      <a:pt x="1618" y="3486"/>
                      <a:pt x="889" y="2319"/>
                    </a:cubicBezTo>
                    <a:cubicBezTo>
                      <a:pt x="165" y="1162"/>
                      <a:pt x="73" y="13"/>
                      <a:pt x="7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0"/>
              <p:cNvSpPr/>
              <p:nvPr/>
            </p:nvSpPr>
            <p:spPr>
              <a:xfrm>
                <a:off x="1885525" y="3115375"/>
                <a:ext cx="37925" cy="13000"/>
              </a:xfrm>
              <a:custGeom>
                <a:rect b="b" l="l" r="r" t="t"/>
                <a:pathLst>
                  <a:path extrusionOk="0" h="520" w="1517">
                    <a:moveTo>
                      <a:pt x="128" y="1"/>
                    </a:moveTo>
                    <a:cubicBezTo>
                      <a:pt x="76" y="1"/>
                      <a:pt x="23" y="34"/>
                      <a:pt x="18" y="100"/>
                    </a:cubicBezTo>
                    <a:cubicBezTo>
                      <a:pt x="0" y="332"/>
                      <a:pt x="205" y="479"/>
                      <a:pt x="419" y="510"/>
                    </a:cubicBezTo>
                    <a:cubicBezTo>
                      <a:pt x="454" y="516"/>
                      <a:pt x="488" y="519"/>
                      <a:pt x="522" y="519"/>
                    </a:cubicBezTo>
                    <a:cubicBezTo>
                      <a:pt x="595" y="519"/>
                      <a:pt x="666" y="505"/>
                      <a:pt x="734" y="474"/>
                    </a:cubicBezTo>
                    <a:cubicBezTo>
                      <a:pt x="870" y="412"/>
                      <a:pt x="959" y="309"/>
                      <a:pt x="1062" y="309"/>
                    </a:cubicBezTo>
                    <a:cubicBezTo>
                      <a:pt x="1126" y="309"/>
                      <a:pt x="1194" y="348"/>
                      <a:pt x="1281" y="460"/>
                    </a:cubicBezTo>
                    <a:cubicBezTo>
                      <a:pt x="1304" y="489"/>
                      <a:pt x="1335" y="501"/>
                      <a:pt x="1366" y="501"/>
                    </a:cubicBezTo>
                    <a:cubicBezTo>
                      <a:pt x="1442" y="501"/>
                      <a:pt x="1517" y="429"/>
                      <a:pt x="1459" y="355"/>
                    </a:cubicBezTo>
                    <a:cubicBezTo>
                      <a:pt x="1355" y="216"/>
                      <a:pt x="1221" y="81"/>
                      <a:pt x="1039" y="81"/>
                    </a:cubicBezTo>
                    <a:cubicBezTo>
                      <a:pt x="1036" y="81"/>
                      <a:pt x="1033" y="81"/>
                      <a:pt x="1030" y="81"/>
                    </a:cubicBezTo>
                    <a:cubicBezTo>
                      <a:pt x="958" y="81"/>
                      <a:pt x="893" y="100"/>
                      <a:pt x="834" y="136"/>
                    </a:cubicBezTo>
                    <a:cubicBezTo>
                      <a:pt x="771" y="173"/>
                      <a:pt x="729" y="246"/>
                      <a:pt x="666" y="277"/>
                    </a:cubicBezTo>
                    <a:cubicBezTo>
                      <a:pt x="625" y="299"/>
                      <a:pt x="565" y="312"/>
                      <a:pt x="501" y="312"/>
                    </a:cubicBezTo>
                    <a:cubicBezTo>
                      <a:pt x="364" y="312"/>
                      <a:pt x="214" y="253"/>
                      <a:pt x="224" y="100"/>
                    </a:cubicBezTo>
                    <a:cubicBezTo>
                      <a:pt x="228" y="34"/>
                      <a:pt x="179" y="1"/>
                      <a:pt x="128"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0"/>
              <p:cNvSpPr/>
              <p:nvPr/>
            </p:nvSpPr>
            <p:spPr>
              <a:xfrm>
                <a:off x="1806325" y="3113825"/>
                <a:ext cx="37100" cy="12600"/>
              </a:xfrm>
              <a:custGeom>
                <a:rect b="b" l="l" r="r" t="t"/>
                <a:pathLst>
                  <a:path extrusionOk="0" h="504" w="1484">
                    <a:moveTo>
                      <a:pt x="1046" y="1"/>
                    </a:moveTo>
                    <a:cubicBezTo>
                      <a:pt x="1035" y="1"/>
                      <a:pt x="1024" y="1"/>
                      <a:pt x="1013" y="2"/>
                    </a:cubicBezTo>
                    <a:cubicBezTo>
                      <a:pt x="916" y="11"/>
                      <a:pt x="848" y="61"/>
                      <a:pt x="771" y="112"/>
                    </a:cubicBezTo>
                    <a:cubicBezTo>
                      <a:pt x="716" y="153"/>
                      <a:pt x="661" y="203"/>
                      <a:pt x="602" y="240"/>
                    </a:cubicBezTo>
                    <a:cubicBezTo>
                      <a:pt x="559" y="263"/>
                      <a:pt x="420" y="301"/>
                      <a:pt x="321" y="301"/>
                    </a:cubicBezTo>
                    <a:cubicBezTo>
                      <a:pt x="264" y="301"/>
                      <a:pt x="220" y="288"/>
                      <a:pt x="215" y="253"/>
                    </a:cubicBezTo>
                    <a:cubicBezTo>
                      <a:pt x="208" y="187"/>
                      <a:pt x="152" y="154"/>
                      <a:pt x="100" y="154"/>
                    </a:cubicBezTo>
                    <a:cubicBezTo>
                      <a:pt x="49" y="154"/>
                      <a:pt x="1" y="187"/>
                      <a:pt x="9" y="253"/>
                    </a:cubicBezTo>
                    <a:cubicBezTo>
                      <a:pt x="28" y="431"/>
                      <a:pt x="233" y="503"/>
                      <a:pt x="392" y="503"/>
                    </a:cubicBezTo>
                    <a:cubicBezTo>
                      <a:pt x="502" y="503"/>
                      <a:pt x="611" y="472"/>
                      <a:pt x="707" y="417"/>
                    </a:cubicBezTo>
                    <a:cubicBezTo>
                      <a:pt x="826" y="348"/>
                      <a:pt x="940" y="233"/>
                      <a:pt x="1054" y="233"/>
                    </a:cubicBezTo>
                    <a:cubicBezTo>
                      <a:pt x="1121" y="233"/>
                      <a:pt x="1187" y="272"/>
                      <a:pt x="1254" y="381"/>
                    </a:cubicBezTo>
                    <a:cubicBezTo>
                      <a:pt x="1276" y="415"/>
                      <a:pt x="1308" y="430"/>
                      <a:pt x="1340" y="430"/>
                    </a:cubicBezTo>
                    <a:cubicBezTo>
                      <a:pt x="1412" y="430"/>
                      <a:pt x="1484" y="355"/>
                      <a:pt x="1436" y="276"/>
                    </a:cubicBezTo>
                    <a:cubicBezTo>
                      <a:pt x="1346" y="135"/>
                      <a:pt x="1220" y="1"/>
                      <a:pt x="1046"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0"/>
              <p:cNvSpPr/>
              <p:nvPr/>
            </p:nvSpPr>
            <p:spPr>
              <a:xfrm>
                <a:off x="1746625" y="3066525"/>
                <a:ext cx="31225" cy="32825"/>
              </a:xfrm>
              <a:custGeom>
                <a:rect b="b" l="l" r="r" t="t"/>
                <a:pathLst>
                  <a:path extrusionOk="0" h="1313" w="1249">
                    <a:moveTo>
                      <a:pt x="126" y="0"/>
                    </a:moveTo>
                    <a:cubicBezTo>
                      <a:pt x="67" y="0"/>
                      <a:pt x="0" y="52"/>
                      <a:pt x="14" y="131"/>
                    </a:cubicBezTo>
                    <a:cubicBezTo>
                      <a:pt x="46" y="350"/>
                      <a:pt x="46" y="673"/>
                      <a:pt x="302" y="764"/>
                    </a:cubicBezTo>
                    <a:cubicBezTo>
                      <a:pt x="333" y="775"/>
                      <a:pt x="363" y="780"/>
                      <a:pt x="392" y="780"/>
                    </a:cubicBezTo>
                    <a:cubicBezTo>
                      <a:pt x="472" y="780"/>
                      <a:pt x="544" y="747"/>
                      <a:pt x="624" y="727"/>
                    </a:cubicBezTo>
                    <a:cubicBezTo>
                      <a:pt x="657" y="719"/>
                      <a:pt x="688" y="715"/>
                      <a:pt x="717" y="715"/>
                    </a:cubicBezTo>
                    <a:cubicBezTo>
                      <a:pt x="949" y="715"/>
                      <a:pt x="1034" y="973"/>
                      <a:pt x="948" y="1188"/>
                    </a:cubicBezTo>
                    <a:cubicBezTo>
                      <a:pt x="921" y="1263"/>
                      <a:pt x="982" y="1312"/>
                      <a:pt x="1046" y="1312"/>
                    </a:cubicBezTo>
                    <a:cubicBezTo>
                      <a:pt x="1087" y="1312"/>
                      <a:pt x="1130" y="1291"/>
                      <a:pt x="1149" y="1242"/>
                    </a:cubicBezTo>
                    <a:cubicBezTo>
                      <a:pt x="1249" y="988"/>
                      <a:pt x="1185" y="687"/>
                      <a:pt x="925" y="554"/>
                    </a:cubicBezTo>
                    <a:cubicBezTo>
                      <a:pt x="859" y="520"/>
                      <a:pt x="792" y="506"/>
                      <a:pt x="724" y="506"/>
                    </a:cubicBezTo>
                    <a:cubicBezTo>
                      <a:pt x="673" y="506"/>
                      <a:pt x="622" y="514"/>
                      <a:pt x="570" y="527"/>
                    </a:cubicBezTo>
                    <a:cubicBezTo>
                      <a:pt x="529" y="541"/>
                      <a:pt x="493" y="554"/>
                      <a:pt x="447" y="569"/>
                    </a:cubicBezTo>
                    <a:cubicBezTo>
                      <a:pt x="329" y="541"/>
                      <a:pt x="264" y="472"/>
                      <a:pt x="256" y="367"/>
                    </a:cubicBezTo>
                    <a:cubicBezTo>
                      <a:pt x="224" y="281"/>
                      <a:pt x="224" y="167"/>
                      <a:pt x="210" y="76"/>
                    </a:cubicBezTo>
                    <a:cubicBezTo>
                      <a:pt x="203" y="23"/>
                      <a:pt x="166" y="0"/>
                      <a:pt x="12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0"/>
              <p:cNvSpPr/>
              <p:nvPr/>
            </p:nvSpPr>
            <p:spPr>
              <a:xfrm>
                <a:off x="1909775" y="3062025"/>
                <a:ext cx="37575" cy="27375"/>
              </a:xfrm>
              <a:custGeom>
                <a:rect b="b" l="l" r="r" t="t"/>
                <a:pathLst>
                  <a:path extrusionOk="0" h="1095" w="1503">
                    <a:moveTo>
                      <a:pt x="1019" y="0"/>
                    </a:moveTo>
                    <a:cubicBezTo>
                      <a:pt x="901" y="0"/>
                      <a:pt x="791" y="42"/>
                      <a:pt x="712" y="160"/>
                    </a:cubicBezTo>
                    <a:cubicBezTo>
                      <a:pt x="644" y="265"/>
                      <a:pt x="640" y="397"/>
                      <a:pt x="648" y="516"/>
                    </a:cubicBezTo>
                    <a:cubicBezTo>
                      <a:pt x="661" y="671"/>
                      <a:pt x="707" y="743"/>
                      <a:pt x="507" y="844"/>
                    </a:cubicBezTo>
                    <a:cubicBezTo>
                      <a:pt x="407" y="898"/>
                      <a:pt x="247" y="885"/>
                      <a:pt x="137" y="890"/>
                    </a:cubicBezTo>
                    <a:cubicBezTo>
                      <a:pt x="6" y="890"/>
                      <a:pt x="1" y="1094"/>
                      <a:pt x="133" y="1094"/>
                    </a:cubicBezTo>
                    <a:cubicBezTo>
                      <a:pt x="135" y="1094"/>
                      <a:pt x="136" y="1094"/>
                      <a:pt x="137" y="1094"/>
                    </a:cubicBezTo>
                    <a:cubicBezTo>
                      <a:pt x="352" y="1090"/>
                      <a:pt x="694" y="1090"/>
                      <a:pt x="821" y="880"/>
                    </a:cubicBezTo>
                    <a:cubicBezTo>
                      <a:pt x="880" y="785"/>
                      <a:pt x="876" y="684"/>
                      <a:pt x="867" y="579"/>
                    </a:cubicBezTo>
                    <a:cubicBezTo>
                      <a:pt x="853" y="457"/>
                      <a:pt x="844" y="425"/>
                      <a:pt x="917" y="311"/>
                    </a:cubicBezTo>
                    <a:cubicBezTo>
                      <a:pt x="937" y="234"/>
                      <a:pt x="976" y="195"/>
                      <a:pt x="1038" y="195"/>
                    </a:cubicBezTo>
                    <a:cubicBezTo>
                      <a:pt x="1064" y="195"/>
                      <a:pt x="1093" y="201"/>
                      <a:pt x="1126" y="215"/>
                    </a:cubicBezTo>
                    <a:cubicBezTo>
                      <a:pt x="1181" y="233"/>
                      <a:pt x="1236" y="256"/>
                      <a:pt x="1290" y="278"/>
                    </a:cubicBezTo>
                    <a:cubicBezTo>
                      <a:pt x="1306" y="285"/>
                      <a:pt x="1321" y="289"/>
                      <a:pt x="1336" y="289"/>
                    </a:cubicBezTo>
                    <a:cubicBezTo>
                      <a:pt x="1434" y="289"/>
                      <a:pt x="1503" y="149"/>
                      <a:pt x="1395" y="101"/>
                    </a:cubicBezTo>
                    <a:cubicBezTo>
                      <a:pt x="1282" y="49"/>
                      <a:pt x="1146" y="0"/>
                      <a:pt x="1019"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0"/>
              <p:cNvSpPr/>
              <p:nvPr/>
            </p:nvSpPr>
            <p:spPr>
              <a:xfrm>
                <a:off x="1747050" y="3145300"/>
                <a:ext cx="38600" cy="21975"/>
              </a:xfrm>
              <a:custGeom>
                <a:rect b="b" l="l" r="r" t="t"/>
                <a:pathLst>
                  <a:path extrusionOk="0" h="879" w="1544">
                    <a:moveTo>
                      <a:pt x="318" y="1"/>
                    </a:moveTo>
                    <a:cubicBezTo>
                      <a:pt x="242" y="1"/>
                      <a:pt x="168" y="16"/>
                      <a:pt x="102" y="52"/>
                    </a:cubicBezTo>
                    <a:cubicBezTo>
                      <a:pt x="0" y="106"/>
                      <a:pt x="63" y="246"/>
                      <a:pt x="159" y="246"/>
                    </a:cubicBezTo>
                    <a:cubicBezTo>
                      <a:pt x="174" y="246"/>
                      <a:pt x="190" y="242"/>
                      <a:pt x="207" y="234"/>
                    </a:cubicBezTo>
                    <a:cubicBezTo>
                      <a:pt x="235" y="220"/>
                      <a:pt x="271" y="213"/>
                      <a:pt x="312" y="213"/>
                    </a:cubicBezTo>
                    <a:cubicBezTo>
                      <a:pt x="397" y="213"/>
                      <a:pt x="499" y="242"/>
                      <a:pt x="558" y="279"/>
                    </a:cubicBezTo>
                    <a:cubicBezTo>
                      <a:pt x="676" y="352"/>
                      <a:pt x="658" y="439"/>
                      <a:pt x="685" y="562"/>
                    </a:cubicBezTo>
                    <a:cubicBezTo>
                      <a:pt x="704" y="658"/>
                      <a:pt x="727" y="735"/>
                      <a:pt x="809" y="799"/>
                    </a:cubicBezTo>
                    <a:cubicBezTo>
                      <a:pt x="884" y="857"/>
                      <a:pt x="965" y="879"/>
                      <a:pt x="1049" y="879"/>
                    </a:cubicBezTo>
                    <a:cubicBezTo>
                      <a:pt x="1183" y="879"/>
                      <a:pt x="1321" y="821"/>
                      <a:pt x="1442" y="763"/>
                    </a:cubicBezTo>
                    <a:cubicBezTo>
                      <a:pt x="1544" y="715"/>
                      <a:pt x="1480" y="573"/>
                      <a:pt x="1384" y="573"/>
                    </a:cubicBezTo>
                    <a:cubicBezTo>
                      <a:pt x="1369" y="573"/>
                      <a:pt x="1353" y="576"/>
                      <a:pt x="1337" y="584"/>
                    </a:cubicBezTo>
                    <a:cubicBezTo>
                      <a:pt x="1269" y="621"/>
                      <a:pt x="1200" y="649"/>
                      <a:pt x="1127" y="666"/>
                    </a:cubicBezTo>
                    <a:cubicBezTo>
                      <a:pt x="1050" y="607"/>
                      <a:pt x="968" y="553"/>
                      <a:pt x="886" y="493"/>
                    </a:cubicBezTo>
                    <a:cubicBezTo>
                      <a:pt x="881" y="489"/>
                      <a:pt x="872" y="348"/>
                      <a:pt x="872" y="334"/>
                    </a:cubicBezTo>
                    <a:cubicBezTo>
                      <a:pt x="845" y="252"/>
                      <a:pt x="786" y="184"/>
                      <a:pt x="717" y="134"/>
                    </a:cubicBezTo>
                    <a:cubicBezTo>
                      <a:pt x="605" y="54"/>
                      <a:pt x="458" y="1"/>
                      <a:pt x="318"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0"/>
              <p:cNvSpPr/>
              <p:nvPr/>
            </p:nvSpPr>
            <p:spPr>
              <a:xfrm>
                <a:off x="1879625" y="3167450"/>
                <a:ext cx="41175" cy="23900"/>
              </a:xfrm>
              <a:custGeom>
                <a:rect b="b" l="l" r="r" t="t"/>
                <a:pathLst>
                  <a:path extrusionOk="0" h="956" w="1647">
                    <a:moveTo>
                      <a:pt x="1201" y="1"/>
                    </a:moveTo>
                    <a:cubicBezTo>
                      <a:pt x="1141" y="1"/>
                      <a:pt x="1083" y="19"/>
                      <a:pt x="1034" y="64"/>
                    </a:cubicBezTo>
                    <a:cubicBezTo>
                      <a:pt x="952" y="136"/>
                      <a:pt x="938" y="310"/>
                      <a:pt x="906" y="405"/>
                    </a:cubicBezTo>
                    <a:cubicBezTo>
                      <a:pt x="837" y="594"/>
                      <a:pt x="672" y="743"/>
                      <a:pt x="509" y="743"/>
                    </a:cubicBezTo>
                    <a:cubicBezTo>
                      <a:pt x="405" y="743"/>
                      <a:pt x="301" y="682"/>
                      <a:pt x="222" y="533"/>
                    </a:cubicBezTo>
                    <a:cubicBezTo>
                      <a:pt x="203" y="498"/>
                      <a:pt x="172" y="483"/>
                      <a:pt x="141" y="483"/>
                    </a:cubicBezTo>
                    <a:cubicBezTo>
                      <a:pt x="72" y="483"/>
                      <a:pt x="1" y="556"/>
                      <a:pt x="45" y="638"/>
                    </a:cubicBezTo>
                    <a:cubicBezTo>
                      <a:pt x="146" y="833"/>
                      <a:pt x="331" y="956"/>
                      <a:pt x="535" y="956"/>
                    </a:cubicBezTo>
                    <a:cubicBezTo>
                      <a:pt x="607" y="956"/>
                      <a:pt x="682" y="940"/>
                      <a:pt x="756" y="907"/>
                    </a:cubicBezTo>
                    <a:cubicBezTo>
                      <a:pt x="879" y="852"/>
                      <a:pt x="965" y="752"/>
                      <a:pt x="1034" y="634"/>
                    </a:cubicBezTo>
                    <a:cubicBezTo>
                      <a:pt x="1099" y="513"/>
                      <a:pt x="1151" y="241"/>
                      <a:pt x="1281" y="241"/>
                    </a:cubicBezTo>
                    <a:cubicBezTo>
                      <a:pt x="1323" y="241"/>
                      <a:pt x="1374" y="270"/>
                      <a:pt x="1435" y="341"/>
                    </a:cubicBezTo>
                    <a:cubicBezTo>
                      <a:pt x="1456" y="365"/>
                      <a:pt x="1480" y="375"/>
                      <a:pt x="1503" y="375"/>
                    </a:cubicBezTo>
                    <a:cubicBezTo>
                      <a:pt x="1578" y="375"/>
                      <a:pt x="1647" y="272"/>
                      <a:pt x="1581" y="196"/>
                    </a:cubicBezTo>
                    <a:cubicBezTo>
                      <a:pt x="1501" y="103"/>
                      <a:pt x="1344" y="1"/>
                      <a:pt x="120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0"/>
              <p:cNvSpPr/>
              <p:nvPr/>
            </p:nvSpPr>
            <p:spPr>
              <a:xfrm>
                <a:off x="1771925" y="3191000"/>
                <a:ext cx="45250" cy="14275"/>
              </a:xfrm>
              <a:custGeom>
                <a:rect b="b" l="l" r="r" t="t"/>
                <a:pathLst>
                  <a:path extrusionOk="0" h="571" w="1810">
                    <a:moveTo>
                      <a:pt x="1375" y="1"/>
                    </a:moveTo>
                    <a:cubicBezTo>
                      <a:pt x="1340" y="1"/>
                      <a:pt x="1304" y="5"/>
                      <a:pt x="1267" y="14"/>
                    </a:cubicBezTo>
                    <a:cubicBezTo>
                      <a:pt x="1167" y="42"/>
                      <a:pt x="1085" y="106"/>
                      <a:pt x="1003" y="165"/>
                    </a:cubicBezTo>
                    <a:cubicBezTo>
                      <a:pt x="920" y="229"/>
                      <a:pt x="644" y="375"/>
                      <a:pt x="443" y="375"/>
                    </a:cubicBezTo>
                    <a:cubicBezTo>
                      <a:pt x="311" y="375"/>
                      <a:pt x="212" y="313"/>
                      <a:pt x="219" y="124"/>
                    </a:cubicBezTo>
                    <a:cubicBezTo>
                      <a:pt x="219" y="58"/>
                      <a:pt x="168" y="25"/>
                      <a:pt x="116" y="25"/>
                    </a:cubicBezTo>
                    <a:cubicBezTo>
                      <a:pt x="64" y="25"/>
                      <a:pt x="12" y="58"/>
                      <a:pt x="9" y="124"/>
                    </a:cubicBezTo>
                    <a:cubicBezTo>
                      <a:pt x="1" y="388"/>
                      <a:pt x="192" y="539"/>
                      <a:pt x="443" y="567"/>
                    </a:cubicBezTo>
                    <a:cubicBezTo>
                      <a:pt x="468" y="569"/>
                      <a:pt x="494" y="570"/>
                      <a:pt x="521" y="570"/>
                    </a:cubicBezTo>
                    <a:cubicBezTo>
                      <a:pt x="641" y="570"/>
                      <a:pt x="776" y="547"/>
                      <a:pt x="880" y="502"/>
                    </a:cubicBezTo>
                    <a:cubicBezTo>
                      <a:pt x="1014" y="445"/>
                      <a:pt x="1214" y="214"/>
                      <a:pt x="1388" y="214"/>
                    </a:cubicBezTo>
                    <a:cubicBezTo>
                      <a:pt x="1463" y="214"/>
                      <a:pt x="1533" y="257"/>
                      <a:pt x="1591" y="375"/>
                    </a:cubicBezTo>
                    <a:cubicBezTo>
                      <a:pt x="1609" y="412"/>
                      <a:pt x="1639" y="427"/>
                      <a:pt x="1669" y="427"/>
                    </a:cubicBezTo>
                    <a:cubicBezTo>
                      <a:pt x="1737" y="427"/>
                      <a:pt x="1809" y="352"/>
                      <a:pt x="1768" y="270"/>
                    </a:cubicBezTo>
                    <a:cubicBezTo>
                      <a:pt x="1689" y="107"/>
                      <a:pt x="1547" y="1"/>
                      <a:pt x="1375"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0"/>
              <p:cNvSpPr/>
              <p:nvPr/>
            </p:nvSpPr>
            <p:spPr>
              <a:xfrm>
                <a:off x="1803375" y="3162375"/>
                <a:ext cx="47000" cy="20225"/>
              </a:xfrm>
              <a:custGeom>
                <a:rect b="b" l="l" r="r" t="t"/>
                <a:pathLst>
                  <a:path extrusionOk="0" h="809" w="1880">
                    <a:moveTo>
                      <a:pt x="99" y="1"/>
                    </a:moveTo>
                    <a:cubicBezTo>
                      <a:pt x="48" y="1"/>
                      <a:pt x="0" y="33"/>
                      <a:pt x="5" y="98"/>
                    </a:cubicBezTo>
                    <a:cubicBezTo>
                      <a:pt x="28" y="353"/>
                      <a:pt x="96" y="622"/>
                      <a:pt x="392" y="654"/>
                    </a:cubicBezTo>
                    <a:cubicBezTo>
                      <a:pt x="407" y="655"/>
                      <a:pt x="423" y="656"/>
                      <a:pt x="438" y="656"/>
                    </a:cubicBezTo>
                    <a:cubicBezTo>
                      <a:pt x="550" y="656"/>
                      <a:pt x="660" y="616"/>
                      <a:pt x="756" y="567"/>
                    </a:cubicBezTo>
                    <a:cubicBezTo>
                      <a:pt x="917" y="488"/>
                      <a:pt x="1078" y="426"/>
                      <a:pt x="1225" y="426"/>
                    </a:cubicBezTo>
                    <a:cubicBezTo>
                      <a:pt x="1399" y="426"/>
                      <a:pt x="1552" y="512"/>
                      <a:pt x="1663" y="754"/>
                    </a:cubicBezTo>
                    <a:cubicBezTo>
                      <a:pt x="1680" y="793"/>
                      <a:pt x="1709" y="808"/>
                      <a:pt x="1739" y="808"/>
                    </a:cubicBezTo>
                    <a:cubicBezTo>
                      <a:pt x="1806" y="808"/>
                      <a:pt x="1879" y="731"/>
                      <a:pt x="1842" y="649"/>
                    </a:cubicBezTo>
                    <a:cubicBezTo>
                      <a:pt x="1728" y="403"/>
                      <a:pt x="1522" y="229"/>
                      <a:pt x="1244" y="202"/>
                    </a:cubicBezTo>
                    <a:cubicBezTo>
                      <a:pt x="1226" y="201"/>
                      <a:pt x="1207" y="200"/>
                      <a:pt x="1188" y="200"/>
                    </a:cubicBezTo>
                    <a:cubicBezTo>
                      <a:pt x="1092" y="200"/>
                      <a:pt x="995" y="219"/>
                      <a:pt x="903" y="252"/>
                    </a:cubicBezTo>
                    <a:cubicBezTo>
                      <a:pt x="825" y="284"/>
                      <a:pt x="766" y="334"/>
                      <a:pt x="693" y="366"/>
                    </a:cubicBezTo>
                    <a:cubicBezTo>
                      <a:pt x="634" y="396"/>
                      <a:pt x="575" y="410"/>
                      <a:pt x="520" y="410"/>
                    </a:cubicBezTo>
                    <a:cubicBezTo>
                      <a:pt x="361" y="410"/>
                      <a:pt x="231" y="294"/>
                      <a:pt x="214" y="98"/>
                    </a:cubicBezTo>
                    <a:cubicBezTo>
                      <a:pt x="207" y="34"/>
                      <a:pt x="152" y="1"/>
                      <a:pt x="99"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0"/>
              <p:cNvSpPr/>
              <p:nvPr/>
            </p:nvSpPr>
            <p:spPr>
              <a:xfrm>
                <a:off x="1870900" y="3230800"/>
                <a:ext cx="47575" cy="23250"/>
              </a:xfrm>
              <a:custGeom>
                <a:rect b="b" l="l" r="r" t="t"/>
                <a:pathLst>
                  <a:path extrusionOk="0" h="930" w="1903">
                    <a:moveTo>
                      <a:pt x="1312" y="0"/>
                    </a:moveTo>
                    <a:cubicBezTo>
                      <a:pt x="1246" y="0"/>
                      <a:pt x="1183" y="20"/>
                      <a:pt x="1128" y="68"/>
                    </a:cubicBezTo>
                    <a:cubicBezTo>
                      <a:pt x="1041" y="145"/>
                      <a:pt x="1036" y="260"/>
                      <a:pt x="996" y="359"/>
                    </a:cubicBezTo>
                    <a:cubicBezTo>
                      <a:pt x="902" y="588"/>
                      <a:pt x="704" y="717"/>
                      <a:pt x="486" y="717"/>
                    </a:cubicBezTo>
                    <a:cubicBezTo>
                      <a:pt x="394" y="717"/>
                      <a:pt x="299" y="694"/>
                      <a:pt x="207" y="647"/>
                    </a:cubicBezTo>
                    <a:cubicBezTo>
                      <a:pt x="191" y="639"/>
                      <a:pt x="174" y="635"/>
                      <a:pt x="159" y="635"/>
                    </a:cubicBezTo>
                    <a:cubicBezTo>
                      <a:pt x="64" y="635"/>
                      <a:pt x="0" y="774"/>
                      <a:pt x="102" y="829"/>
                    </a:cubicBezTo>
                    <a:cubicBezTo>
                      <a:pt x="231" y="893"/>
                      <a:pt x="368" y="929"/>
                      <a:pt x="503" y="929"/>
                    </a:cubicBezTo>
                    <a:cubicBezTo>
                      <a:pt x="647" y="929"/>
                      <a:pt x="789" y="889"/>
                      <a:pt x="918" y="797"/>
                    </a:cubicBezTo>
                    <a:cubicBezTo>
                      <a:pt x="1023" y="719"/>
                      <a:pt x="1105" y="620"/>
                      <a:pt x="1160" y="506"/>
                    </a:cubicBezTo>
                    <a:cubicBezTo>
                      <a:pt x="1205" y="405"/>
                      <a:pt x="1196" y="342"/>
                      <a:pt x="1292" y="273"/>
                    </a:cubicBezTo>
                    <a:cubicBezTo>
                      <a:pt x="1326" y="249"/>
                      <a:pt x="1360" y="239"/>
                      <a:pt x="1394" y="239"/>
                    </a:cubicBezTo>
                    <a:cubicBezTo>
                      <a:pt x="1503" y="239"/>
                      <a:pt x="1613" y="340"/>
                      <a:pt x="1707" y="405"/>
                    </a:cubicBezTo>
                    <a:cubicBezTo>
                      <a:pt x="1726" y="419"/>
                      <a:pt x="1744" y="425"/>
                      <a:pt x="1762" y="425"/>
                    </a:cubicBezTo>
                    <a:cubicBezTo>
                      <a:pt x="1846" y="425"/>
                      <a:pt x="1902" y="291"/>
                      <a:pt x="1812" y="227"/>
                    </a:cubicBezTo>
                    <a:cubicBezTo>
                      <a:pt x="1688" y="138"/>
                      <a:pt x="1489" y="0"/>
                      <a:pt x="1312"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0"/>
              <p:cNvSpPr/>
              <p:nvPr/>
            </p:nvSpPr>
            <p:spPr>
              <a:xfrm>
                <a:off x="1806275" y="3225750"/>
                <a:ext cx="46400" cy="16025"/>
              </a:xfrm>
              <a:custGeom>
                <a:rect b="b" l="l" r="r" t="t"/>
                <a:pathLst>
                  <a:path extrusionOk="0" h="641" w="1856">
                    <a:moveTo>
                      <a:pt x="1339" y="0"/>
                    </a:moveTo>
                    <a:cubicBezTo>
                      <a:pt x="1309" y="0"/>
                      <a:pt x="1278" y="3"/>
                      <a:pt x="1246" y="10"/>
                    </a:cubicBezTo>
                    <a:cubicBezTo>
                      <a:pt x="1137" y="33"/>
                      <a:pt x="1078" y="88"/>
                      <a:pt x="1006" y="165"/>
                    </a:cubicBezTo>
                    <a:cubicBezTo>
                      <a:pt x="905" y="270"/>
                      <a:pt x="842" y="393"/>
                      <a:pt x="682" y="425"/>
                    </a:cubicBezTo>
                    <a:cubicBezTo>
                      <a:pt x="654" y="431"/>
                      <a:pt x="627" y="434"/>
                      <a:pt x="600" y="434"/>
                    </a:cubicBezTo>
                    <a:cubicBezTo>
                      <a:pt x="446" y="434"/>
                      <a:pt x="312" y="337"/>
                      <a:pt x="226" y="202"/>
                    </a:cubicBezTo>
                    <a:cubicBezTo>
                      <a:pt x="205" y="168"/>
                      <a:pt x="174" y="154"/>
                      <a:pt x="144" y="154"/>
                    </a:cubicBezTo>
                    <a:cubicBezTo>
                      <a:pt x="73" y="154"/>
                      <a:pt x="1" y="227"/>
                      <a:pt x="49" y="307"/>
                    </a:cubicBezTo>
                    <a:cubicBezTo>
                      <a:pt x="172" y="504"/>
                      <a:pt x="361" y="641"/>
                      <a:pt x="596" y="641"/>
                    </a:cubicBezTo>
                    <a:cubicBezTo>
                      <a:pt x="610" y="641"/>
                      <a:pt x="625" y="640"/>
                      <a:pt x="640" y="639"/>
                    </a:cubicBezTo>
                    <a:cubicBezTo>
                      <a:pt x="768" y="630"/>
                      <a:pt x="891" y="580"/>
                      <a:pt x="987" y="502"/>
                    </a:cubicBezTo>
                    <a:cubicBezTo>
                      <a:pt x="1023" y="471"/>
                      <a:pt x="1051" y="435"/>
                      <a:pt x="1088" y="402"/>
                    </a:cubicBezTo>
                    <a:cubicBezTo>
                      <a:pt x="1163" y="335"/>
                      <a:pt x="1266" y="295"/>
                      <a:pt x="1365" y="295"/>
                    </a:cubicBezTo>
                    <a:cubicBezTo>
                      <a:pt x="1470" y="295"/>
                      <a:pt x="1571" y="340"/>
                      <a:pt x="1629" y="448"/>
                    </a:cubicBezTo>
                    <a:cubicBezTo>
                      <a:pt x="1651" y="483"/>
                      <a:pt x="1682" y="498"/>
                      <a:pt x="1714" y="498"/>
                    </a:cubicBezTo>
                    <a:cubicBezTo>
                      <a:pt x="1785" y="498"/>
                      <a:pt x="1856" y="425"/>
                      <a:pt x="1812" y="343"/>
                    </a:cubicBezTo>
                    <a:cubicBezTo>
                      <a:pt x="1708" y="160"/>
                      <a:pt x="1549" y="0"/>
                      <a:pt x="1339"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0"/>
              <p:cNvSpPr/>
              <p:nvPr/>
            </p:nvSpPr>
            <p:spPr>
              <a:xfrm>
                <a:off x="1805225" y="3274975"/>
                <a:ext cx="41750" cy="19650"/>
              </a:xfrm>
              <a:custGeom>
                <a:rect b="b" l="l" r="r" t="t"/>
                <a:pathLst>
                  <a:path extrusionOk="0" h="786" w="1670">
                    <a:moveTo>
                      <a:pt x="101" y="0"/>
                    </a:moveTo>
                    <a:cubicBezTo>
                      <a:pt x="50" y="0"/>
                      <a:pt x="1" y="33"/>
                      <a:pt x="3" y="101"/>
                    </a:cubicBezTo>
                    <a:cubicBezTo>
                      <a:pt x="13" y="320"/>
                      <a:pt x="154" y="493"/>
                      <a:pt x="377" y="534"/>
                    </a:cubicBezTo>
                    <a:cubicBezTo>
                      <a:pt x="413" y="541"/>
                      <a:pt x="450" y="544"/>
                      <a:pt x="487" y="544"/>
                    </a:cubicBezTo>
                    <a:cubicBezTo>
                      <a:pt x="593" y="544"/>
                      <a:pt x="699" y="518"/>
                      <a:pt x="796" y="484"/>
                    </a:cubicBezTo>
                    <a:cubicBezTo>
                      <a:pt x="899" y="447"/>
                      <a:pt x="1009" y="378"/>
                      <a:pt x="1122" y="378"/>
                    </a:cubicBezTo>
                    <a:cubicBezTo>
                      <a:pt x="1176" y="378"/>
                      <a:pt x="1230" y="393"/>
                      <a:pt x="1284" y="434"/>
                    </a:cubicBezTo>
                    <a:cubicBezTo>
                      <a:pt x="1370" y="498"/>
                      <a:pt x="1416" y="635"/>
                      <a:pt x="1458" y="730"/>
                    </a:cubicBezTo>
                    <a:cubicBezTo>
                      <a:pt x="1474" y="769"/>
                      <a:pt x="1502" y="785"/>
                      <a:pt x="1532" y="785"/>
                    </a:cubicBezTo>
                    <a:cubicBezTo>
                      <a:pt x="1597" y="785"/>
                      <a:pt x="1670" y="710"/>
                      <a:pt x="1635" y="626"/>
                    </a:cubicBezTo>
                    <a:cubicBezTo>
                      <a:pt x="1553" y="434"/>
                      <a:pt x="1444" y="220"/>
                      <a:pt x="1221" y="174"/>
                    </a:cubicBezTo>
                    <a:cubicBezTo>
                      <a:pt x="1207" y="171"/>
                      <a:pt x="1192" y="170"/>
                      <a:pt x="1176" y="170"/>
                    </a:cubicBezTo>
                    <a:cubicBezTo>
                      <a:pt x="1002" y="170"/>
                      <a:pt x="670" y="327"/>
                      <a:pt x="444" y="327"/>
                    </a:cubicBezTo>
                    <a:cubicBezTo>
                      <a:pt x="312" y="327"/>
                      <a:pt x="215" y="273"/>
                      <a:pt x="209" y="101"/>
                    </a:cubicBezTo>
                    <a:cubicBezTo>
                      <a:pt x="207" y="35"/>
                      <a:pt x="153" y="0"/>
                      <a:pt x="10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0"/>
              <p:cNvSpPr/>
              <p:nvPr/>
            </p:nvSpPr>
            <p:spPr>
              <a:xfrm>
                <a:off x="1852250" y="3281250"/>
                <a:ext cx="45600" cy="31475"/>
              </a:xfrm>
              <a:custGeom>
                <a:rect b="b" l="l" r="r" t="t"/>
                <a:pathLst>
                  <a:path extrusionOk="0" h="1259" w="1824">
                    <a:moveTo>
                      <a:pt x="1696" y="1"/>
                    </a:moveTo>
                    <a:cubicBezTo>
                      <a:pt x="1694" y="1"/>
                      <a:pt x="1693" y="1"/>
                      <a:pt x="1691" y="1"/>
                    </a:cubicBezTo>
                    <a:cubicBezTo>
                      <a:pt x="1427" y="10"/>
                      <a:pt x="1231" y="129"/>
                      <a:pt x="1108" y="361"/>
                    </a:cubicBezTo>
                    <a:cubicBezTo>
                      <a:pt x="1035" y="497"/>
                      <a:pt x="1008" y="661"/>
                      <a:pt x="921" y="794"/>
                    </a:cubicBezTo>
                    <a:cubicBezTo>
                      <a:pt x="782" y="1005"/>
                      <a:pt x="556" y="1053"/>
                      <a:pt x="326" y="1053"/>
                    </a:cubicBezTo>
                    <a:cubicBezTo>
                      <a:pt x="263" y="1053"/>
                      <a:pt x="199" y="1049"/>
                      <a:pt x="137" y="1044"/>
                    </a:cubicBezTo>
                    <a:cubicBezTo>
                      <a:pt x="133" y="1044"/>
                      <a:pt x="129" y="1044"/>
                      <a:pt x="125" y="1044"/>
                    </a:cubicBezTo>
                    <a:cubicBezTo>
                      <a:pt x="1" y="1044"/>
                      <a:pt x="9" y="1240"/>
                      <a:pt x="137" y="1250"/>
                    </a:cubicBezTo>
                    <a:cubicBezTo>
                      <a:pt x="201" y="1255"/>
                      <a:pt x="267" y="1258"/>
                      <a:pt x="333" y="1258"/>
                    </a:cubicBezTo>
                    <a:cubicBezTo>
                      <a:pt x="562" y="1258"/>
                      <a:pt x="794" y="1217"/>
                      <a:pt x="972" y="1059"/>
                    </a:cubicBezTo>
                    <a:cubicBezTo>
                      <a:pt x="1263" y="794"/>
                      <a:pt x="1203" y="224"/>
                      <a:pt x="1691" y="205"/>
                    </a:cubicBezTo>
                    <a:cubicBezTo>
                      <a:pt x="1822" y="201"/>
                      <a:pt x="1824" y="1"/>
                      <a:pt x="1696"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0"/>
              <p:cNvSpPr/>
              <p:nvPr/>
            </p:nvSpPr>
            <p:spPr>
              <a:xfrm>
                <a:off x="1817475" y="2916325"/>
                <a:ext cx="60775" cy="143150"/>
              </a:xfrm>
              <a:custGeom>
                <a:rect b="b" l="l" r="r" t="t"/>
                <a:pathLst>
                  <a:path extrusionOk="0" h="5726" w="2431">
                    <a:moveTo>
                      <a:pt x="1340" y="1"/>
                    </a:moveTo>
                    <a:cubicBezTo>
                      <a:pt x="448" y="1"/>
                      <a:pt x="325" y="1107"/>
                      <a:pt x="325" y="1107"/>
                    </a:cubicBezTo>
                    <a:lnTo>
                      <a:pt x="1" y="5373"/>
                    </a:lnTo>
                    <a:cubicBezTo>
                      <a:pt x="1" y="5373"/>
                      <a:pt x="425" y="5726"/>
                      <a:pt x="1009" y="5726"/>
                    </a:cubicBezTo>
                    <a:cubicBezTo>
                      <a:pt x="1085" y="5726"/>
                      <a:pt x="1164" y="5720"/>
                      <a:pt x="1246" y="5706"/>
                    </a:cubicBezTo>
                    <a:cubicBezTo>
                      <a:pt x="1947" y="5592"/>
                      <a:pt x="2430" y="5090"/>
                      <a:pt x="2430" y="5090"/>
                    </a:cubicBezTo>
                    <a:lnTo>
                      <a:pt x="1652" y="41"/>
                    </a:lnTo>
                    <a:cubicBezTo>
                      <a:pt x="1539" y="13"/>
                      <a:pt x="1435" y="1"/>
                      <a:pt x="134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0"/>
              <p:cNvSpPr/>
              <p:nvPr/>
            </p:nvSpPr>
            <p:spPr>
              <a:xfrm>
                <a:off x="1823750" y="2914425"/>
                <a:ext cx="32175" cy="52700"/>
              </a:xfrm>
              <a:custGeom>
                <a:rect b="b" l="l" r="r" t="t"/>
                <a:pathLst>
                  <a:path extrusionOk="0" h="2108" w="1287">
                    <a:moveTo>
                      <a:pt x="843" y="1"/>
                    </a:moveTo>
                    <a:cubicBezTo>
                      <a:pt x="808" y="1"/>
                      <a:pt x="771" y="3"/>
                      <a:pt x="730" y="7"/>
                    </a:cubicBezTo>
                    <a:cubicBezTo>
                      <a:pt x="165" y="71"/>
                      <a:pt x="61" y="973"/>
                      <a:pt x="61" y="973"/>
                    </a:cubicBezTo>
                    <a:lnTo>
                      <a:pt x="0" y="2108"/>
                    </a:lnTo>
                    <a:cubicBezTo>
                      <a:pt x="516" y="1998"/>
                      <a:pt x="1254" y="358"/>
                      <a:pt x="1254" y="358"/>
                    </a:cubicBezTo>
                    <a:cubicBezTo>
                      <a:pt x="1254" y="358"/>
                      <a:pt x="1286" y="1"/>
                      <a:pt x="843"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0"/>
              <p:cNvSpPr/>
              <p:nvPr/>
            </p:nvSpPr>
            <p:spPr>
              <a:xfrm>
                <a:off x="1799700" y="2933950"/>
                <a:ext cx="25575" cy="38100"/>
              </a:xfrm>
              <a:custGeom>
                <a:rect b="b" l="l" r="r" t="t"/>
                <a:pathLst>
                  <a:path extrusionOk="0" h="1524" w="1023">
                    <a:moveTo>
                      <a:pt x="156" y="1"/>
                    </a:moveTo>
                    <a:lnTo>
                      <a:pt x="1" y="1524"/>
                    </a:lnTo>
                    <a:lnTo>
                      <a:pt x="1" y="1524"/>
                    </a:lnTo>
                    <a:lnTo>
                      <a:pt x="954" y="1455"/>
                    </a:lnTo>
                    <a:lnTo>
                      <a:pt x="1023" y="142"/>
                    </a:lnTo>
                    <a:lnTo>
                      <a:pt x="156" y="1"/>
                    </a:lnTo>
                    <a:close/>
                  </a:path>
                </a:pathLst>
              </a:custGeom>
              <a:solidFill>
                <a:srgbClr val="4918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0"/>
              <p:cNvSpPr/>
              <p:nvPr/>
            </p:nvSpPr>
            <p:spPr>
              <a:xfrm>
                <a:off x="1765300" y="2830850"/>
                <a:ext cx="112050" cy="120625"/>
              </a:xfrm>
              <a:custGeom>
                <a:rect b="b" l="l" r="r" t="t"/>
                <a:pathLst>
                  <a:path extrusionOk="0" h="4825" w="4482">
                    <a:moveTo>
                      <a:pt x="2282" y="1"/>
                    </a:moveTo>
                    <a:cubicBezTo>
                      <a:pt x="1913" y="1"/>
                      <a:pt x="1501" y="73"/>
                      <a:pt x="1099" y="178"/>
                    </a:cubicBezTo>
                    <a:cubicBezTo>
                      <a:pt x="1" y="465"/>
                      <a:pt x="174" y="2343"/>
                      <a:pt x="96" y="3200"/>
                    </a:cubicBezTo>
                    <a:cubicBezTo>
                      <a:pt x="20" y="4061"/>
                      <a:pt x="87" y="4653"/>
                      <a:pt x="543" y="4794"/>
                    </a:cubicBezTo>
                    <a:cubicBezTo>
                      <a:pt x="612" y="4815"/>
                      <a:pt x="700" y="4824"/>
                      <a:pt x="802" y="4824"/>
                    </a:cubicBezTo>
                    <a:cubicBezTo>
                      <a:pt x="1389" y="4824"/>
                      <a:pt x="2412" y="4526"/>
                      <a:pt x="2412" y="4526"/>
                    </a:cubicBezTo>
                    <a:cubicBezTo>
                      <a:pt x="3383" y="4211"/>
                      <a:pt x="3739" y="3460"/>
                      <a:pt x="3739" y="3460"/>
                    </a:cubicBezTo>
                    <a:cubicBezTo>
                      <a:pt x="3739" y="3460"/>
                      <a:pt x="3830" y="3551"/>
                      <a:pt x="3973" y="3551"/>
                    </a:cubicBezTo>
                    <a:cubicBezTo>
                      <a:pt x="4041" y="3551"/>
                      <a:pt x="4121" y="3531"/>
                      <a:pt x="4208" y="3469"/>
                    </a:cubicBezTo>
                    <a:cubicBezTo>
                      <a:pt x="4481" y="3277"/>
                      <a:pt x="4412" y="2452"/>
                      <a:pt x="4135" y="2288"/>
                    </a:cubicBezTo>
                    <a:cubicBezTo>
                      <a:pt x="4076" y="2254"/>
                      <a:pt x="4022" y="2241"/>
                      <a:pt x="3974" y="2241"/>
                    </a:cubicBezTo>
                    <a:cubicBezTo>
                      <a:pt x="3798" y="2241"/>
                      <a:pt x="3697" y="2421"/>
                      <a:pt x="3697" y="2421"/>
                    </a:cubicBezTo>
                    <a:cubicBezTo>
                      <a:pt x="3697" y="2421"/>
                      <a:pt x="3657" y="1919"/>
                      <a:pt x="3520" y="879"/>
                    </a:cubicBezTo>
                    <a:cubicBezTo>
                      <a:pt x="3433" y="222"/>
                      <a:pt x="2924" y="1"/>
                      <a:pt x="228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0"/>
              <p:cNvSpPr/>
              <p:nvPr/>
            </p:nvSpPr>
            <p:spPr>
              <a:xfrm>
                <a:off x="1811450" y="2876075"/>
                <a:ext cx="22725" cy="13125"/>
              </a:xfrm>
              <a:custGeom>
                <a:rect b="b" l="l" r="r" t="t"/>
                <a:pathLst>
                  <a:path extrusionOk="0" h="525" w="909">
                    <a:moveTo>
                      <a:pt x="488" y="0"/>
                    </a:moveTo>
                    <a:cubicBezTo>
                      <a:pt x="95" y="0"/>
                      <a:pt x="0" y="488"/>
                      <a:pt x="0" y="488"/>
                    </a:cubicBezTo>
                    <a:cubicBezTo>
                      <a:pt x="88" y="514"/>
                      <a:pt x="176" y="525"/>
                      <a:pt x="260" y="525"/>
                    </a:cubicBezTo>
                    <a:cubicBezTo>
                      <a:pt x="617" y="525"/>
                      <a:pt x="908" y="333"/>
                      <a:pt x="908" y="333"/>
                    </a:cubicBezTo>
                    <a:cubicBezTo>
                      <a:pt x="908" y="333"/>
                      <a:pt x="898" y="14"/>
                      <a:pt x="498" y="0"/>
                    </a:cubicBezTo>
                    <a:cubicBezTo>
                      <a:pt x="494" y="0"/>
                      <a:pt x="491" y="0"/>
                      <a:pt x="4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0"/>
              <p:cNvSpPr/>
              <p:nvPr/>
            </p:nvSpPr>
            <p:spPr>
              <a:xfrm>
                <a:off x="1774875" y="2874275"/>
                <a:ext cx="15975" cy="14025"/>
              </a:xfrm>
              <a:custGeom>
                <a:rect b="b" l="l" r="r" t="t"/>
                <a:pathLst>
                  <a:path extrusionOk="0" h="561" w="639">
                    <a:moveTo>
                      <a:pt x="226" y="1"/>
                    </a:moveTo>
                    <a:cubicBezTo>
                      <a:pt x="8" y="1"/>
                      <a:pt x="1" y="295"/>
                      <a:pt x="1" y="295"/>
                    </a:cubicBezTo>
                    <a:cubicBezTo>
                      <a:pt x="83" y="514"/>
                      <a:pt x="539" y="560"/>
                      <a:pt x="539" y="560"/>
                    </a:cubicBezTo>
                    <a:cubicBezTo>
                      <a:pt x="539" y="560"/>
                      <a:pt x="638" y="118"/>
                      <a:pt x="325" y="18"/>
                    </a:cubicBezTo>
                    <a:cubicBezTo>
                      <a:pt x="288" y="6"/>
                      <a:pt x="255" y="1"/>
                      <a:pt x="2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0"/>
              <p:cNvSpPr/>
              <p:nvPr/>
            </p:nvSpPr>
            <p:spPr>
              <a:xfrm>
                <a:off x="1811450" y="2875025"/>
                <a:ext cx="23250" cy="13275"/>
              </a:xfrm>
              <a:custGeom>
                <a:rect b="b" l="l" r="r" t="t"/>
                <a:pathLst>
                  <a:path extrusionOk="0" h="531" w="930">
                    <a:moveTo>
                      <a:pt x="500" y="0"/>
                    </a:moveTo>
                    <a:cubicBezTo>
                      <a:pt x="469" y="0"/>
                      <a:pt x="436" y="4"/>
                      <a:pt x="402" y="11"/>
                    </a:cubicBezTo>
                    <a:cubicBezTo>
                      <a:pt x="65" y="84"/>
                      <a:pt x="0" y="530"/>
                      <a:pt x="0" y="530"/>
                    </a:cubicBezTo>
                    <a:cubicBezTo>
                      <a:pt x="0" y="530"/>
                      <a:pt x="144" y="69"/>
                      <a:pt x="474" y="69"/>
                    </a:cubicBezTo>
                    <a:cubicBezTo>
                      <a:pt x="478" y="69"/>
                      <a:pt x="481" y="70"/>
                      <a:pt x="484" y="70"/>
                    </a:cubicBezTo>
                    <a:cubicBezTo>
                      <a:pt x="816" y="79"/>
                      <a:pt x="908" y="375"/>
                      <a:pt x="908" y="375"/>
                    </a:cubicBezTo>
                    <a:lnTo>
                      <a:pt x="926" y="380"/>
                    </a:lnTo>
                    <a:cubicBezTo>
                      <a:pt x="930" y="249"/>
                      <a:pt x="776" y="0"/>
                      <a:pt x="50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0"/>
              <p:cNvSpPr/>
              <p:nvPr/>
            </p:nvSpPr>
            <p:spPr>
              <a:xfrm>
                <a:off x="1774875" y="2873400"/>
                <a:ext cx="15075" cy="14900"/>
              </a:xfrm>
              <a:custGeom>
                <a:rect b="b" l="l" r="r" t="t"/>
                <a:pathLst>
                  <a:path extrusionOk="0" h="596" w="603">
                    <a:moveTo>
                      <a:pt x="238" y="0"/>
                    </a:moveTo>
                    <a:cubicBezTo>
                      <a:pt x="5" y="0"/>
                      <a:pt x="1" y="330"/>
                      <a:pt x="1" y="330"/>
                    </a:cubicBezTo>
                    <a:cubicBezTo>
                      <a:pt x="1" y="330"/>
                      <a:pt x="65" y="44"/>
                      <a:pt x="230" y="44"/>
                    </a:cubicBezTo>
                    <a:cubicBezTo>
                      <a:pt x="266" y="44"/>
                      <a:pt x="306" y="57"/>
                      <a:pt x="352" y="90"/>
                    </a:cubicBezTo>
                    <a:cubicBezTo>
                      <a:pt x="602" y="276"/>
                      <a:pt x="539" y="595"/>
                      <a:pt x="539" y="595"/>
                    </a:cubicBezTo>
                    <a:cubicBezTo>
                      <a:pt x="598" y="427"/>
                      <a:pt x="598" y="76"/>
                      <a:pt x="302" y="8"/>
                    </a:cubicBezTo>
                    <a:cubicBezTo>
                      <a:pt x="279" y="3"/>
                      <a:pt x="258" y="0"/>
                      <a:pt x="2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0"/>
              <p:cNvSpPr/>
              <p:nvPr/>
            </p:nvSpPr>
            <p:spPr>
              <a:xfrm>
                <a:off x="1818050" y="2876425"/>
                <a:ext cx="7225" cy="10275"/>
              </a:xfrm>
              <a:custGeom>
                <a:rect b="b" l="l" r="r" t="t"/>
                <a:pathLst>
                  <a:path extrusionOk="0" h="411" w="289">
                    <a:moveTo>
                      <a:pt x="155" y="0"/>
                    </a:moveTo>
                    <a:cubicBezTo>
                      <a:pt x="84" y="0"/>
                      <a:pt x="19" y="85"/>
                      <a:pt x="10" y="196"/>
                    </a:cubicBezTo>
                    <a:cubicBezTo>
                      <a:pt x="1" y="306"/>
                      <a:pt x="56" y="401"/>
                      <a:pt x="129" y="411"/>
                    </a:cubicBezTo>
                    <a:cubicBezTo>
                      <a:pt x="131" y="411"/>
                      <a:pt x="132" y="411"/>
                      <a:pt x="134" y="411"/>
                    </a:cubicBezTo>
                    <a:cubicBezTo>
                      <a:pt x="204" y="411"/>
                      <a:pt x="270" y="326"/>
                      <a:pt x="279" y="215"/>
                    </a:cubicBezTo>
                    <a:cubicBezTo>
                      <a:pt x="289" y="105"/>
                      <a:pt x="234" y="9"/>
                      <a:pt x="161" y="0"/>
                    </a:cubicBezTo>
                    <a:cubicBezTo>
                      <a:pt x="159" y="0"/>
                      <a:pt x="157" y="0"/>
                      <a:pt x="15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0"/>
              <p:cNvSpPr/>
              <p:nvPr/>
            </p:nvSpPr>
            <p:spPr>
              <a:xfrm>
                <a:off x="1779675" y="2875475"/>
                <a:ext cx="7175" cy="10200"/>
              </a:xfrm>
              <a:custGeom>
                <a:rect b="b" l="l" r="r" t="t"/>
                <a:pathLst>
                  <a:path extrusionOk="0" h="408" w="287">
                    <a:moveTo>
                      <a:pt x="150" y="1"/>
                    </a:moveTo>
                    <a:cubicBezTo>
                      <a:pt x="80" y="1"/>
                      <a:pt x="18" y="84"/>
                      <a:pt x="9" y="193"/>
                    </a:cubicBezTo>
                    <a:cubicBezTo>
                      <a:pt x="0" y="308"/>
                      <a:pt x="55" y="403"/>
                      <a:pt x="128" y="407"/>
                    </a:cubicBezTo>
                    <a:cubicBezTo>
                      <a:pt x="130" y="407"/>
                      <a:pt x="132" y="407"/>
                      <a:pt x="133" y="407"/>
                    </a:cubicBezTo>
                    <a:cubicBezTo>
                      <a:pt x="204" y="407"/>
                      <a:pt x="270" y="322"/>
                      <a:pt x="278" y="216"/>
                    </a:cubicBezTo>
                    <a:cubicBezTo>
                      <a:pt x="287" y="102"/>
                      <a:pt x="232" y="7"/>
                      <a:pt x="160" y="1"/>
                    </a:cubicBezTo>
                    <a:cubicBezTo>
                      <a:pt x="156" y="1"/>
                      <a:pt x="153" y="1"/>
                      <a:pt x="15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0"/>
              <p:cNvSpPr/>
              <p:nvPr/>
            </p:nvSpPr>
            <p:spPr>
              <a:xfrm>
                <a:off x="1787875" y="2882575"/>
                <a:ext cx="14150" cy="26150"/>
              </a:xfrm>
              <a:custGeom>
                <a:rect b="b" l="l" r="r" t="t"/>
                <a:pathLst>
                  <a:path extrusionOk="0" h="1046" w="566">
                    <a:moveTo>
                      <a:pt x="465" y="1"/>
                    </a:moveTo>
                    <a:lnTo>
                      <a:pt x="465" y="1"/>
                    </a:lnTo>
                    <a:cubicBezTo>
                      <a:pt x="438" y="18"/>
                      <a:pt x="461" y="493"/>
                      <a:pt x="429" y="561"/>
                    </a:cubicBezTo>
                    <a:cubicBezTo>
                      <a:pt x="392" y="630"/>
                      <a:pt x="5" y="670"/>
                      <a:pt x="0" y="684"/>
                    </a:cubicBezTo>
                    <a:cubicBezTo>
                      <a:pt x="0" y="693"/>
                      <a:pt x="396" y="1035"/>
                      <a:pt x="442" y="1044"/>
                    </a:cubicBezTo>
                    <a:cubicBezTo>
                      <a:pt x="447" y="1045"/>
                      <a:pt x="451" y="1045"/>
                      <a:pt x="454" y="1045"/>
                    </a:cubicBezTo>
                    <a:cubicBezTo>
                      <a:pt x="486" y="1045"/>
                      <a:pt x="474" y="1012"/>
                      <a:pt x="474" y="1012"/>
                    </a:cubicBezTo>
                    <a:lnTo>
                      <a:pt x="78" y="693"/>
                    </a:lnTo>
                    <a:cubicBezTo>
                      <a:pt x="78" y="693"/>
                      <a:pt x="329" y="689"/>
                      <a:pt x="447" y="625"/>
                    </a:cubicBezTo>
                    <a:cubicBezTo>
                      <a:pt x="566" y="565"/>
                      <a:pt x="465" y="1"/>
                      <a:pt x="46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0"/>
              <p:cNvSpPr/>
              <p:nvPr/>
            </p:nvSpPr>
            <p:spPr>
              <a:xfrm>
                <a:off x="1787525" y="2915700"/>
                <a:ext cx="23050" cy="6550"/>
              </a:xfrm>
              <a:custGeom>
                <a:rect b="b" l="l" r="r" t="t"/>
                <a:pathLst>
                  <a:path extrusionOk="0" h="262" w="922">
                    <a:moveTo>
                      <a:pt x="497" y="1"/>
                    </a:moveTo>
                    <a:cubicBezTo>
                      <a:pt x="363" y="1"/>
                      <a:pt x="198" y="17"/>
                      <a:pt x="0" y="66"/>
                    </a:cubicBezTo>
                    <a:cubicBezTo>
                      <a:pt x="0" y="66"/>
                      <a:pt x="120" y="261"/>
                      <a:pt x="404" y="261"/>
                    </a:cubicBezTo>
                    <a:cubicBezTo>
                      <a:pt x="439" y="261"/>
                      <a:pt x="476" y="258"/>
                      <a:pt x="515" y="252"/>
                    </a:cubicBezTo>
                    <a:cubicBezTo>
                      <a:pt x="875" y="193"/>
                      <a:pt x="921" y="75"/>
                      <a:pt x="921" y="75"/>
                    </a:cubicBezTo>
                    <a:cubicBezTo>
                      <a:pt x="921" y="75"/>
                      <a:pt x="780" y="1"/>
                      <a:pt x="497"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0"/>
              <p:cNvSpPr/>
              <p:nvPr/>
            </p:nvSpPr>
            <p:spPr>
              <a:xfrm>
                <a:off x="1789575" y="2918800"/>
                <a:ext cx="21200" cy="7325"/>
              </a:xfrm>
              <a:custGeom>
                <a:rect b="b" l="l" r="r" t="t"/>
                <a:pathLst>
                  <a:path extrusionOk="0" h="293" w="848">
                    <a:moveTo>
                      <a:pt x="848" y="1"/>
                    </a:moveTo>
                    <a:cubicBezTo>
                      <a:pt x="848" y="1"/>
                      <a:pt x="671" y="146"/>
                      <a:pt x="438" y="161"/>
                    </a:cubicBezTo>
                    <a:cubicBezTo>
                      <a:pt x="431" y="161"/>
                      <a:pt x="424" y="161"/>
                      <a:pt x="417" y="161"/>
                    </a:cubicBezTo>
                    <a:cubicBezTo>
                      <a:pt x="197" y="161"/>
                      <a:pt x="0" y="33"/>
                      <a:pt x="0" y="33"/>
                    </a:cubicBezTo>
                    <a:lnTo>
                      <a:pt x="0" y="33"/>
                    </a:lnTo>
                    <a:cubicBezTo>
                      <a:pt x="0" y="33"/>
                      <a:pt x="28" y="279"/>
                      <a:pt x="383" y="292"/>
                    </a:cubicBezTo>
                    <a:cubicBezTo>
                      <a:pt x="391" y="292"/>
                      <a:pt x="399" y="292"/>
                      <a:pt x="407" y="292"/>
                    </a:cubicBezTo>
                    <a:cubicBezTo>
                      <a:pt x="749" y="292"/>
                      <a:pt x="848" y="1"/>
                      <a:pt x="84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0"/>
              <p:cNvSpPr/>
              <p:nvPr/>
            </p:nvSpPr>
            <p:spPr>
              <a:xfrm>
                <a:off x="1782975" y="2911625"/>
                <a:ext cx="33525" cy="11275"/>
              </a:xfrm>
              <a:custGeom>
                <a:rect b="b" l="l" r="r" t="t"/>
                <a:pathLst>
                  <a:path extrusionOk="0" h="451" w="1341">
                    <a:moveTo>
                      <a:pt x="1341" y="0"/>
                    </a:moveTo>
                    <a:cubicBezTo>
                      <a:pt x="1340" y="0"/>
                      <a:pt x="1094" y="374"/>
                      <a:pt x="693" y="397"/>
                    </a:cubicBezTo>
                    <a:cubicBezTo>
                      <a:pt x="681" y="398"/>
                      <a:pt x="668" y="398"/>
                      <a:pt x="656" y="398"/>
                    </a:cubicBezTo>
                    <a:cubicBezTo>
                      <a:pt x="274" y="398"/>
                      <a:pt x="1" y="60"/>
                      <a:pt x="1" y="59"/>
                    </a:cubicBezTo>
                    <a:lnTo>
                      <a:pt x="1" y="59"/>
                    </a:lnTo>
                    <a:cubicBezTo>
                      <a:pt x="1" y="60"/>
                      <a:pt x="235" y="451"/>
                      <a:pt x="638" y="451"/>
                    </a:cubicBezTo>
                    <a:cubicBezTo>
                      <a:pt x="659" y="451"/>
                      <a:pt x="680" y="450"/>
                      <a:pt x="702" y="448"/>
                    </a:cubicBezTo>
                    <a:cubicBezTo>
                      <a:pt x="1149" y="397"/>
                      <a:pt x="1331" y="51"/>
                      <a:pt x="134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0"/>
              <p:cNvSpPr/>
              <p:nvPr/>
            </p:nvSpPr>
            <p:spPr>
              <a:xfrm>
                <a:off x="1821475" y="2892000"/>
                <a:ext cx="12000" cy="11375"/>
              </a:xfrm>
              <a:custGeom>
                <a:rect b="b" l="l" r="r" t="t"/>
                <a:pathLst>
                  <a:path extrusionOk="0" h="455" w="480">
                    <a:moveTo>
                      <a:pt x="240" y="1"/>
                    </a:moveTo>
                    <a:cubicBezTo>
                      <a:pt x="232" y="1"/>
                      <a:pt x="224" y="1"/>
                      <a:pt x="215" y="2"/>
                    </a:cubicBezTo>
                    <a:cubicBezTo>
                      <a:pt x="91" y="20"/>
                      <a:pt x="1" y="129"/>
                      <a:pt x="19" y="253"/>
                    </a:cubicBezTo>
                    <a:cubicBezTo>
                      <a:pt x="32" y="367"/>
                      <a:pt x="127" y="454"/>
                      <a:pt x="240" y="454"/>
                    </a:cubicBezTo>
                    <a:cubicBezTo>
                      <a:pt x="248" y="454"/>
                      <a:pt x="257" y="454"/>
                      <a:pt x="265" y="453"/>
                    </a:cubicBezTo>
                    <a:cubicBezTo>
                      <a:pt x="388" y="434"/>
                      <a:pt x="480" y="325"/>
                      <a:pt x="466" y="202"/>
                    </a:cubicBezTo>
                    <a:cubicBezTo>
                      <a:pt x="448" y="87"/>
                      <a:pt x="352" y="1"/>
                      <a:pt x="24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0"/>
              <p:cNvSpPr/>
              <p:nvPr/>
            </p:nvSpPr>
            <p:spPr>
              <a:xfrm>
                <a:off x="1773525" y="2891525"/>
                <a:ext cx="11975" cy="11275"/>
              </a:xfrm>
              <a:custGeom>
                <a:rect b="b" l="l" r="r" t="t"/>
                <a:pathLst>
                  <a:path extrusionOk="0" h="451" w="479">
                    <a:moveTo>
                      <a:pt x="241" y="1"/>
                    </a:moveTo>
                    <a:cubicBezTo>
                      <a:pt x="232" y="1"/>
                      <a:pt x="223" y="1"/>
                      <a:pt x="214" y="2"/>
                    </a:cubicBezTo>
                    <a:cubicBezTo>
                      <a:pt x="91" y="16"/>
                      <a:pt x="0" y="125"/>
                      <a:pt x="19" y="253"/>
                    </a:cubicBezTo>
                    <a:cubicBezTo>
                      <a:pt x="31" y="368"/>
                      <a:pt x="126" y="450"/>
                      <a:pt x="238" y="450"/>
                    </a:cubicBezTo>
                    <a:cubicBezTo>
                      <a:pt x="247" y="450"/>
                      <a:pt x="256" y="450"/>
                      <a:pt x="265" y="449"/>
                    </a:cubicBezTo>
                    <a:cubicBezTo>
                      <a:pt x="387" y="436"/>
                      <a:pt x="478" y="322"/>
                      <a:pt x="465" y="198"/>
                    </a:cubicBezTo>
                    <a:cubicBezTo>
                      <a:pt x="452" y="85"/>
                      <a:pt x="353" y="1"/>
                      <a:pt x="24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0"/>
              <p:cNvSpPr/>
              <p:nvPr/>
            </p:nvSpPr>
            <p:spPr>
              <a:xfrm>
                <a:off x="1859550" y="2895400"/>
                <a:ext cx="9600" cy="20700"/>
              </a:xfrm>
              <a:custGeom>
                <a:rect b="b" l="l" r="r" t="t"/>
                <a:pathLst>
                  <a:path extrusionOk="0" h="828" w="384">
                    <a:moveTo>
                      <a:pt x="197" y="0"/>
                    </a:moveTo>
                    <a:cubicBezTo>
                      <a:pt x="183" y="0"/>
                      <a:pt x="169" y="2"/>
                      <a:pt x="155" y="7"/>
                    </a:cubicBezTo>
                    <a:cubicBezTo>
                      <a:pt x="82" y="35"/>
                      <a:pt x="41" y="125"/>
                      <a:pt x="32" y="285"/>
                    </a:cubicBezTo>
                    <a:cubicBezTo>
                      <a:pt x="0" y="759"/>
                      <a:pt x="205" y="828"/>
                      <a:pt x="215" y="828"/>
                    </a:cubicBezTo>
                    <a:lnTo>
                      <a:pt x="232" y="763"/>
                    </a:lnTo>
                    <a:cubicBezTo>
                      <a:pt x="232" y="763"/>
                      <a:pt x="73" y="704"/>
                      <a:pt x="100" y="289"/>
                    </a:cubicBezTo>
                    <a:cubicBezTo>
                      <a:pt x="110" y="121"/>
                      <a:pt x="155" y="79"/>
                      <a:pt x="178" y="71"/>
                    </a:cubicBezTo>
                    <a:cubicBezTo>
                      <a:pt x="183" y="69"/>
                      <a:pt x="189" y="68"/>
                      <a:pt x="195" y="68"/>
                    </a:cubicBezTo>
                    <a:cubicBezTo>
                      <a:pt x="245" y="68"/>
                      <a:pt x="312" y="128"/>
                      <a:pt x="333" y="153"/>
                    </a:cubicBezTo>
                    <a:lnTo>
                      <a:pt x="383" y="102"/>
                    </a:lnTo>
                    <a:cubicBezTo>
                      <a:pt x="371" y="91"/>
                      <a:pt x="287" y="0"/>
                      <a:pt x="197"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0"/>
              <p:cNvSpPr/>
              <p:nvPr/>
            </p:nvSpPr>
            <p:spPr>
              <a:xfrm>
                <a:off x="1773525" y="2863900"/>
                <a:ext cx="18250" cy="10150"/>
              </a:xfrm>
              <a:custGeom>
                <a:rect b="b" l="l" r="r" t="t"/>
                <a:pathLst>
                  <a:path extrusionOk="0" h="406" w="730">
                    <a:moveTo>
                      <a:pt x="296" y="0"/>
                    </a:moveTo>
                    <a:cubicBezTo>
                      <a:pt x="75" y="0"/>
                      <a:pt x="0" y="218"/>
                      <a:pt x="0" y="218"/>
                    </a:cubicBezTo>
                    <a:cubicBezTo>
                      <a:pt x="105" y="112"/>
                      <a:pt x="204" y="72"/>
                      <a:pt x="294" y="72"/>
                    </a:cubicBezTo>
                    <a:cubicBezTo>
                      <a:pt x="553" y="72"/>
                      <a:pt x="730" y="405"/>
                      <a:pt x="730" y="405"/>
                    </a:cubicBezTo>
                    <a:cubicBezTo>
                      <a:pt x="730" y="405"/>
                      <a:pt x="724" y="114"/>
                      <a:pt x="410" y="18"/>
                    </a:cubicBezTo>
                    <a:cubicBezTo>
                      <a:pt x="369" y="6"/>
                      <a:pt x="331" y="0"/>
                      <a:pt x="29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0"/>
              <p:cNvSpPr/>
              <p:nvPr/>
            </p:nvSpPr>
            <p:spPr>
              <a:xfrm>
                <a:off x="1810550" y="2866700"/>
                <a:ext cx="28275" cy="7600"/>
              </a:xfrm>
              <a:custGeom>
                <a:rect b="b" l="l" r="r" t="t"/>
                <a:pathLst>
                  <a:path extrusionOk="0" h="304" w="1131">
                    <a:moveTo>
                      <a:pt x="567" y="1"/>
                    </a:moveTo>
                    <a:cubicBezTo>
                      <a:pt x="196" y="1"/>
                      <a:pt x="0" y="303"/>
                      <a:pt x="0" y="303"/>
                    </a:cubicBezTo>
                    <a:cubicBezTo>
                      <a:pt x="231" y="147"/>
                      <a:pt x="440" y="97"/>
                      <a:pt x="614" y="97"/>
                    </a:cubicBezTo>
                    <a:cubicBezTo>
                      <a:pt x="930" y="97"/>
                      <a:pt x="1130" y="262"/>
                      <a:pt x="1130" y="262"/>
                    </a:cubicBezTo>
                    <a:cubicBezTo>
                      <a:pt x="1130" y="262"/>
                      <a:pt x="1085" y="66"/>
                      <a:pt x="656" y="7"/>
                    </a:cubicBezTo>
                    <a:cubicBezTo>
                      <a:pt x="625" y="3"/>
                      <a:pt x="596" y="1"/>
                      <a:pt x="5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0"/>
              <p:cNvSpPr/>
              <p:nvPr/>
            </p:nvSpPr>
            <p:spPr>
              <a:xfrm>
                <a:off x="1785925" y="2823825"/>
                <a:ext cx="116025" cy="140350"/>
              </a:xfrm>
              <a:custGeom>
                <a:rect b="b" l="l" r="r" t="t"/>
                <a:pathLst>
                  <a:path extrusionOk="0" h="5614" w="4641">
                    <a:moveTo>
                      <a:pt x="2049" y="0"/>
                    </a:moveTo>
                    <a:cubicBezTo>
                      <a:pt x="1055" y="0"/>
                      <a:pt x="42" y="277"/>
                      <a:pt x="1" y="577"/>
                    </a:cubicBezTo>
                    <a:cubicBezTo>
                      <a:pt x="1" y="577"/>
                      <a:pt x="302" y="2405"/>
                      <a:pt x="2872" y="2702"/>
                    </a:cubicBezTo>
                    <a:lnTo>
                      <a:pt x="2672" y="5540"/>
                    </a:lnTo>
                    <a:lnTo>
                      <a:pt x="2977" y="5518"/>
                    </a:lnTo>
                    <a:lnTo>
                      <a:pt x="2973" y="2797"/>
                    </a:lnTo>
                    <a:cubicBezTo>
                      <a:pt x="2973" y="2797"/>
                      <a:pt x="3026" y="2638"/>
                      <a:pt x="3201" y="2638"/>
                    </a:cubicBezTo>
                    <a:cubicBezTo>
                      <a:pt x="3242" y="2638"/>
                      <a:pt x="3290" y="2647"/>
                      <a:pt x="3346" y="2669"/>
                    </a:cubicBezTo>
                    <a:cubicBezTo>
                      <a:pt x="3638" y="2784"/>
                      <a:pt x="3602" y="3571"/>
                      <a:pt x="3383" y="3750"/>
                    </a:cubicBezTo>
                    <a:cubicBezTo>
                      <a:pt x="3306" y="3813"/>
                      <a:pt x="3240" y="3834"/>
                      <a:pt x="3188" y="3834"/>
                    </a:cubicBezTo>
                    <a:cubicBezTo>
                      <a:pt x="3093" y="3834"/>
                      <a:pt x="3041" y="3768"/>
                      <a:pt x="3040" y="3768"/>
                    </a:cubicBezTo>
                    <a:lnTo>
                      <a:pt x="3040" y="3768"/>
                    </a:lnTo>
                    <a:lnTo>
                      <a:pt x="3200" y="5614"/>
                    </a:lnTo>
                    <a:lnTo>
                      <a:pt x="4641" y="5272"/>
                    </a:lnTo>
                    <a:cubicBezTo>
                      <a:pt x="4641" y="5272"/>
                      <a:pt x="4595" y="1307"/>
                      <a:pt x="3743" y="468"/>
                    </a:cubicBezTo>
                    <a:cubicBezTo>
                      <a:pt x="3399" y="129"/>
                      <a:pt x="2728" y="0"/>
                      <a:pt x="2049"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0"/>
              <p:cNvSpPr/>
              <p:nvPr/>
            </p:nvSpPr>
            <p:spPr>
              <a:xfrm>
                <a:off x="1795850" y="2830050"/>
                <a:ext cx="96300" cy="31800"/>
              </a:xfrm>
              <a:custGeom>
                <a:rect b="b" l="l" r="r" t="t"/>
                <a:pathLst>
                  <a:path extrusionOk="0" h="1272" w="3852">
                    <a:moveTo>
                      <a:pt x="23" y="0"/>
                    </a:moveTo>
                    <a:lnTo>
                      <a:pt x="1" y="28"/>
                    </a:lnTo>
                    <a:cubicBezTo>
                      <a:pt x="962" y="926"/>
                      <a:pt x="3819" y="1267"/>
                      <a:pt x="3847" y="1271"/>
                    </a:cubicBezTo>
                    <a:lnTo>
                      <a:pt x="3851" y="1235"/>
                    </a:lnTo>
                    <a:cubicBezTo>
                      <a:pt x="3824" y="1231"/>
                      <a:pt x="980" y="894"/>
                      <a:pt x="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0"/>
              <p:cNvSpPr/>
              <p:nvPr/>
            </p:nvSpPr>
            <p:spPr>
              <a:xfrm>
                <a:off x="1789350" y="2833350"/>
                <a:ext cx="106350" cy="48100"/>
              </a:xfrm>
              <a:custGeom>
                <a:rect b="b" l="l" r="r" t="t"/>
                <a:pathLst>
                  <a:path extrusionOk="0" h="1924" w="4254">
                    <a:moveTo>
                      <a:pt x="32" y="1"/>
                    </a:moveTo>
                    <a:lnTo>
                      <a:pt x="0" y="18"/>
                    </a:lnTo>
                    <a:cubicBezTo>
                      <a:pt x="5" y="24"/>
                      <a:pt x="306" y="561"/>
                      <a:pt x="981" y="1057"/>
                    </a:cubicBezTo>
                    <a:cubicBezTo>
                      <a:pt x="1532" y="1468"/>
                      <a:pt x="2443" y="1924"/>
                      <a:pt x="3756" y="1924"/>
                    </a:cubicBezTo>
                    <a:cubicBezTo>
                      <a:pt x="3915" y="1924"/>
                      <a:pt x="4079" y="1919"/>
                      <a:pt x="4253" y="1905"/>
                    </a:cubicBezTo>
                    <a:lnTo>
                      <a:pt x="4248" y="1869"/>
                    </a:lnTo>
                    <a:cubicBezTo>
                      <a:pt x="4078" y="1883"/>
                      <a:pt x="3913" y="1890"/>
                      <a:pt x="3755" y="1890"/>
                    </a:cubicBezTo>
                    <a:cubicBezTo>
                      <a:pt x="2455" y="1890"/>
                      <a:pt x="1551" y="1437"/>
                      <a:pt x="1003" y="1030"/>
                    </a:cubicBezTo>
                    <a:cubicBezTo>
                      <a:pt x="333" y="538"/>
                      <a:pt x="32" y="5"/>
                      <a:pt x="3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0"/>
              <p:cNvSpPr/>
              <p:nvPr/>
            </p:nvSpPr>
            <p:spPr>
              <a:xfrm>
                <a:off x="1873425" y="2895675"/>
                <a:ext cx="17250" cy="62825"/>
              </a:xfrm>
              <a:custGeom>
                <a:rect b="b" l="l" r="r" t="t"/>
                <a:pathLst>
                  <a:path extrusionOk="0" h="2513" w="690">
                    <a:moveTo>
                      <a:pt x="28" y="1"/>
                    </a:moveTo>
                    <a:lnTo>
                      <a:pt x="1" y="28"/>
                    </a:lnTo>
                    <a:cubicBezTo>
                      <a:pt x="5" y="28"/>
                      <a:pt x="402" y="406"/>
                      <a:pt x="516" y="1381"/>
                    </a:cubicBezTo>
                    <a:cubicBezTo>
                      <a:pt x="634" y="2361"/>
                      <a:pt x="657" y="2508"/>
                      <a:pt x="657" y="2512"/>
                    </a:cubicBezTo>
                    <a:lnTo>
                      <a:pt x="689" y="2502"/>
                    </a:lnTo>
                    <a:cubicBezTo>
                      <a:pt x="689" y="2502"/>
                      <a:pt x="666" y="2357"/>
                      <a:pt x="552" y="1377"/>
                    </a:cubicBezTo>
                    <a:cubicBezTo>
                      <a:pt x="434" y="388"/>
                      <a:pt x="43" y="14"/>
                      <a:pt x="2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0"/>
              <p:cNvSpPr/>
              <p:nvPr/>
            </p:nvSpPr>
            <p:spPr>
              <a:xfrm>
                <a:off x="1868750" y="2918450"/>
                <a:ext cx="6975" cy="43575"/>
              </a:xfrm>
              <a:custGeom>
                <a:rect b="b" l="l" r="r" t="t"/>
                <a:pathLst>
                  <a:path extrusionOk="0" h="1743" w="279">
                    <a:moveTo>
                      <a:pt x="33" y="1"/>
                    </a:moveTo>
                    <a:lnTo>
                      <a:pt x="1" y="5"/>
                    </a:lnTo>
                    <a:lnTo>
                      <a:pt x="247" y="1742"/>
                    </a:lnTo>
                    <a:lnTo>
                      <a:pt x="279" y="1738"/>
                    </a:lnTo>
                    <a:lnTo>
                      <a:pt x="3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0"/>
              <p:cNvSpPr/>
              <p:nvPr/>
            </p:nvSpPr>
            <p:spPr>
              <a:xfrm>
                <a:off x="1745700" y="3306550"/>
                <a:ext cx="268925" cy="242025"/>
              </a:xfrm>
              <a:custGeom>
                <a:rect b="b" l="l" r="r" t="t"/>
                <a:pathLst>
                  <a:path extrusionOk="0" h="9681" w="10757">
                    <a:moveTo>
                      <a:pt x="7052" y="1"/>
                    </a:moveTo>
                    <a:lnTo>
                      <a:pt x="2247" y="347"/>
                    </a:lnTo>
                    <a:cubicBezTo>
                      <a:pt x="2247" y="347"/>
                      <a:pt x="1505" y="1359"/>
                      <a:pt x="1191" y="3137"/>
                    </a:cubicBezTo>
                    <a:cubicBezTo>
                      <a:pt x="840" y="5078"/>
                      <a:pt x="1" y="6892"/>
                      <a:pt x="2840" y="8979"/>
                    </a:cubicBezTo>
                    <a:cubicBezTo>
                      <a:pt x="3502" y="9466"/>
                      <a:pt x="4390" y="9680"/>
                      <a:pt x="5324" y="9680"/>
                    </a:cubicBezTo>
                    <a:cubicBezTo>
                      <a:pt x="7872" y="9680"/>
                      <a:pt x="10756" y="8081"/>
                      <a:pt x="10270" y="6040"/>
                    </a:cubicBezTo>
                    <a:cubicBezTo>
                      <a:pt x="9604" y="3250"/>
                      <a:pt x="7052" y="1"/>
                      <a:pt x="7052" y="1"/>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0"/>
              <p:cNvSpPr/>
              <p:nvPr/>
            </p:nvSpPr>
            <p:spPr>
              <a:xfrm>
                <a:off x="1889150" y="3322950"/>
                <a:ext cx="64075" cy="32750"/>
              </a:xfrm>
              <a:custGeom>
                <a:rect b="b" l="l" r="r" t="t"/>
                <a:pathLst>
                  <a:path extrusionOk="0" h="1310" w="2563">
                    <a:moveTo>
                      <a:pt x="70" y="1"/>
                    </a:moveTo>
                    <a:lnTo>
                      <a:pt x="1" y="10"/>
                    </a:lnTo>
                    <a:cubicBezTo>
                      <a:pt x="1" y="28"/>
                      <a:pt x="70" y="479"/>
                      <a:pt x="890" y="1026"/>
                    </a:cubicBezTo>
                    <a:cubicBezTo>
                      <a:pt x="1218" y="1245"/>
                      <a:pt x="1541" y="1309"/>
                      <a:pt x="1820" y="1309"/>
                    </a:cubicBezTo>
                    <a:cubicBezTo>
                      <a:pt x="2248" y="1309"/>
                      <a:pt x="2558" y="1154"/>
                      <a:pt x="2563" y="1154"/>
                    </a:cubicBezTo>
                    <a:lnTo>
                      <a:pt x="2531" y="1090"/>
                    </a:lnTo>
                    <a:cubicBezTo>
                      <a:pt x="2528" y="1093"/>
                      <a:pt x="2231" y="1241"/>
                      <a:pt x="1821" y="1241"/>
                    </a:cubicBezTo>
                    <a:cubicBezTo>
                      <a:pt x="1554" y="1241"/>
                      <a:pt x="1239" y="1178"/>
                      <a:pt x="926" y="971"/>
                    </a:cubicBezTo>
                    <a:cubicBezTo>
                      <a:pt x="138" y="443"/>
                      <a:pt x="70" y="5"/>
                      <a:pt x="7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0"/>
              <p:cNvSpPr/>
              <p:nvPr/>
            </p:nvSpPr>
            <p:spPr>
              <a:xfrm>
                <a:off x="1790500" y="3319175"/>
                <a:ext cx="141525" cy="12025"/>
              </a:xfrm>
              <a:custGeom>
                <a:rect b="b" l="l" r="r" t="t"/>
                <a:pathLst>
                  <a:path extrusionOk="0" h="481" w="5661">
                    <a:moveTo>
                      <a:pt x="5657" y="1"/>
                    </a:moveTo>
                    <a:lnTo>
                      <a:pt x="0" y="407"/>
                    </a:lnTo>
                    <a:lnTo>
                      <a:pt x="5" y="480"/>
                    </a:lnTo>
                    <a:lnTo>
                      <a:pt x="5661" y="70"/>
                    </a:lnTo>
                    <a:lnTo>
                      <a:pt x="565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0"/>
              <p:cNvSpPr/>
              <p:nvPr/>
            </p:nvSpPr>
            <p:spPr>
              <a:xfrm>
                <a:off x="1836200" y="3324550"/>
                <a:ext cx="390700" cy="309075"/>
              </a:xfrm>
              <a:custGeom>
                <a:rect b="b" l="l" r="r" t="t"/>
                <a:pathLst>
                  <a:path extrusionOk="0" h="12363" w="15628">
                    <a:moveTo>
                      <a:pt x="3596" y="0"/>
                    </a:moveTo>
                    <a:cubicBezTo>
                      <a:pt x="642" y="465"/>
                      <a:pt x="0" y="2630"/>
                      <a:pt x="619" y="3801"/>
                    </a:cubicBezTo>
                    <a:cubicBezTo>
                      <a:pt x="1235" y="4977"/>
                      <a:pt x="10167" y="10848"/>
                      <a:pt x="12060" y="11786"/>
                    </a:cubicBezTo>
                    <a:cubicBezTo>
                      <a:pt x="12829" y="12170"/>
                      <a:pt x="13449" y="12363"/>
                      <a:pt x="13938" y="12363"/>
                    </a:cubicBezTo>
                    <a:cubicBezTo>
                      <a:pt x="14651" y="12363"/>
                      <a:pt x="15083" y="11953"/>
                      <a:pt x="15287" y="11130"/>
                    </a:cubicBezTo>
                    <a:cubicBezTo>
                      <a:pt x="15628" y="9745"/>
                      <a:pt x="12538" y="7908"/>
                      <a:pt x="9029" y="4321"/>
                    </a:cubicBezTo>
                    <a:cubicBezTo>
                      <a:pt x="5519" y="734"/>
                      <a:pt x="3596" y="0"/>
                      <a:pt x="3596" y="0"/>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0"/>
              <p:cNvSpPr/>
              <p:nvPr/>
            </p:nvSpPr>
            <p:spPr>
              <a:xfrm>
                <a:off x="1570925" y="3534325"/>
                <a:ext cx="183925" cy="68275"/>
              </a:xfrm>
              <a:custGeom>
                <a:rect b="b" l="l" r="r" t="t"/>
                <a:pathLst>
                  <a:path extrusionOk="0" h="2731" w="7357">
                    <a:moveTo>
                      <a:pt x="7051" y="0"/>
                    </a:moveTo>
                    <a:cubicBezTo>
                      <a:pt x="4166" y="328"/>
                      <a:pt x="1732" y="730"/>
                      <a:pt x="1190" y="953"/>
                    </a:cubicBezTo>
                    <a:cubicBezTo>
                      <a:pt x="620" y="1190"/>
                      <a:pt x="1" y="2005"/>
                      <a:pt x="1281" y="2202"/>
                    </a:cubicBezTo>
                    <a:cubicBezTo>
                      <a:pt x="1696" y="2270"/>
                      <a:pt x="4171" y="2480"/>
                      <a:pt x="7357" y="2730"/>
                    </a:cubicBezTo>
                    <a:lnTo>
                      <a:pt x="7051"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0"/>
              <p:cNvSpPr/>
              <p:nvPr/>
            </p:nvSpPr>
            <p:spPr>
              <a:xfrm>
                <a:off x="1747175" y="3520975"/>
                <a:ext cx="489425" cy="111600"/>
              </a:xfrm>
              <a:custGeom>
                <a:rect b="b" l="l" r="r" t="t"/>
                <a:pathLst>
                  <a:path extrusionOk="0" h="4464" w="19577">
                    <a:moveTo>
                      <a:pt x="7821" y="1"/>
                    </a:moveTo>
                    <a:cubicBezTo>
                      <a:pt x="5546" y="1"/>
                      <a:pt x="2593" y="237"/>
                      <a:pt x="1" y="534"/>
                    </a:cubicBezTo>
                    <a:lnTo>
                      <a:pt x="307" y="3264"/>
                    </a:lnTo>
                    <a:cubicBezTo>
                      <a:pt x="6755" y="3780"/>
                      <a:pt x="16138" y="4464"/>
                      <a:pt x="17380" y="4464"/>
                    </a:cubicBezTo>
                    <a:cubicBezTo>
                      <a:pt x="17400" y="4464"/>
                      <a:pt x="17418" y="4464"/>
                      <a:pt x="17434" y="4463"/>
                    </a:cubicBezTo>
                    <a:cubicBezTo>
                      <a:pt x="18902" y="4422"/>
                      <a:pt x="19576" y="1961"/>
                      <a:pt x="17266" y="1432"/>
                    </a:cubicBezTo>
                    <a:cubicBezTo>
                      <a:pt x="17266" y="1432"/>
                      <a:pt x="14039" y="570"/>
                      <a:pt x="9927" y="97"/>
                    </a:cubicBezTo>
                    <a:cubicBezTo>
                      <a:pt x="9340" y="30"/>
                      <a:pt x="8622" y="1"/>
                      <a:pt x="782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0"/>
              <p:cNvSpPr/>
              <p:nvPr/>
            </p:nvSpPr>
            <p:spPr>
              <a:xfrm>
                <a:off x="1501300" y="3526000"/>
                <a:ext cx="59725" cy="225850"/>
              </a:xfrm>
              <a:custGeom>
                <a:rect b="b" l="l" r="r" t="t"/>
                <a:pathLst>
                  <a:path extrusionOk="0" h="9034" w="2389">
                    <a:moveTo>
                      <a:pt x="1236" y="1"/>
                    </a:moveTo>
                    <a:lnTo>
                      <a:pt x="1" y="9034"/>
                    </a:lnTo>
                    <a:cubicBezTo>
                      <a:pt x="1" y="9034"/>
                      <a:pt x="123" y="9021"/>
                      <a:pt x="1186" y="8979"/>
                    </a:cubicBezTo>
                    <a:lnTo>
                      <a:pt x="2389" y="156"/>
                    </a:lnTo>
                    <a:lnTo>
                      <a:pt x="1236" y="1"/>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0"/>
              <p:cNvSpPr/>
              <p:nvPr/>
            </p:nvSpPr>
            <p:spPr>
              <a:xfrm>
                <a:off x="1530925" y="3529875"/>
                <a:ext cx="134700" cy="220600"/>
              </a:xfrm>
              <a:custGeom>
                <a:rect b="b" l="l" r="r" t="t"/>
                <a:pathLst>
                  <a:path extrusionOk="0" h="8824" w="5388">
                    <a:moveTo>
                      <a:pt x="1204" y="1"/>
                    </a:moveTo>
                    <a:lnTo>
                      <a:pt x="1" y="8824"/>
                    </a:lnTo>
                    <a:lnTo>
                      <a:pt x="64" y="8824"/>
                    </a:lnTo>
                    <a:cubicBezTo>
                      <a:pt x="1191" y="8783"/>
                      <a:pt x="1842" y="5820"/>
                      <a:pt x="2270" y="4015"/>
                    </a:cubicBezTo>
                    <a:cubicBezTo>
                      <a:pt x="2527" y="2919"/>
                      <a:pt x="3507" y="2703"/>
                      <a:pt x="4239" y="2703"/>
                    </a:cubicBezTo>
                    <a:cubicBezTo>
                      <a:pt x="4715" y="2703"/>
                      <a:pt x="5087" y="2795"/>
                      <a:pt x="5087" y="2795"/>
                    </a:cubicBezTo>
                    <a:lnTo>
                      <a:pt x="5388" y="575"/>
                    </a:lnTo>
                    <a:lnTo>
                      <a:pt x="1204"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0"/>
              <p:cNvSpPr/>
              <p:nvPr/>
            </p:nvSpPr>
            <p:spPr>
              <a:xfrm>
                <a:off x="1546550" y="3632550"/>
                <a:ext cx="20750" cy="104050"/>
              </a:xfrm>
              <a:custGeom>
                <a:rect b="b" l="l" r="r" t="t"/>
                <a:pathLst>
                  <a:path extrusionOk="0" h="4162" w="830">
                    <a:moveTo>
                      <a:pt x="32" y="0"/>
                    </a:moveTo>
                    <a:lnTo>
                      <a:pt x="0" y="51"/>
                    </a:lnTo>
                    <a:cubicBezTo>
                      <a:pt x="9" y="55"/>
                      <a:pt x="770" y="515"/>
                      <a:pt x="679" y="1563"/>
                    </a:cubicBezTo>
                    <a:cubicBezTo>
                      <a:pt x="588" y="2634"/>
                      <a:pt x="328" y="4138"/>
                      <a:pt x="324" y="4153"/>
                    </a:cubicBezTo>
                    <a:lnTo>
                      <a:pt x="383" y="4161"/>
                    </a:lnTo>
                    <a:cubicBezTo>
                      <a:pt x="387" y="4147"/>
                      <a:pt x="648" y="2639"/>
                      <a:pt x="739" y="1572"/>
                    </a:cubicBezTo>
                    <a:cubicBezTo>
                      <a:pt x="829" y="483"/>
                      <a:pt x="41" y="5"/>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0"/>
              <p:cNvSpPr/>
              <p:nvPr/>
            </p:nvSpPr>
            <p:spPr>
              <a:xfrm>
                <a:off x="1577300" y="3569650"/>
                <a:ext cx="84700" cy="69075"/>
              </a:xfrm>
              <a:custGeom>
                <a:rect b="b" l="l" r="r" t="t"/>
                <a:pathLst>
                  <a:path extrusionOk="0" h="2763" w="3388">
                    <a:moveTo>
                      <a:pt x="2266" y="1"/>
                    </a:moveTo>
                    <a:cubicBezTo>
                      <a:pt x="1545" y="1"/>
                      <a:pt x="698" y="112"/>
                      <a:pt x="447" y="598"/>
                    </a:cubicBezTo>
                    <a:cubicBezTo>
                      <a:pt x="1" y="1463"/>
                      <a:pt x="306" y="2748"/>
                      <a:pt x="306" y="2762"/>
                    </a:cubicBezTo>
                    <a:lnTo>
                      <a:pt x="365" y="2748"/>
                    </a:lnTo>
                    <a:cubicBezTo>
                      <a:pt x="361" y="2735"/>
                      <a:pt x="60" y="1473"/>
                      <a:pt x="497" y="625"/>
                    </a:cubicBezTo>
                    <a:cubicBezTo>
                      <a:pt x="734" y="167"/>
                      <a:pt x="1561" y="63"/>
                      <a:pt x="2269" y="63"/>
                    </a:cubicBezTo>
                    <a:cubicBezTo>
                      <a:pt x="2859" y="63"/>
                      <a:pt x="3365" y="135"/>
                      <a:pt x="3377" y="137"/>
                    </a:cubicBezTo>
                    <a:lnTo>
                      <a:pt x="3387" y="78"/>
                    </a:lnTo>
                    <a:cubicBezTo>
                      <a:pt x="3341" y="72"/>
                      <a:pt x="2844" y="1"/>
                      <a:pt x="22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0"/>
              <p:cNvSpPr/>
              <p:nvPr/>
            </p:nvSpPr>
            <p:spPr>
              <a:xfrm>
                <a:off x="1630050" y="3570775"/>
                <a:ext cx="24425" cy="27500"/>
              </a:xfrm>
              <a:custGeom>
                <a:rect b="b" l="l" r="r" t="t"/>
                <a:pathLst>
                  <a:path extrusionOk="0" h="1100" w="977">
                    <a:moveTo>
                      <a:pt x="931" y="0"/>
                    </a:moveTo>
                    <a:lnTo>
                      <a:pt x="1" y="1058"/>
                    </a:lnTo>
                    <a:lnTo>
                      <a:pt x="47" y="1100"/>
                    </a:lnTo>
                    <a:lnTo>
                      <a:pt x="976" y="37"/>
                    </a:lnTo>
                    <a:lnTo>
                      <a:pt x="9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0"/>
              <p:cNvSpPr/>
              <p:nvPr/>
            </p:nvSpPr>
            <p:spPr>
              <a:xfrm>
                <a:off x="1633700" y="3570225"/>
                <a:ext cx="11775" cy="27800"/>
              </a:xfrm>
              <a:custGeom>
                <a:rect b="b" l="l" r="r" t="t"/>
                <a:pathLst>
                  <a:path extrusionOk="0" h="1112" w="471">
                    <a:moveTo>
                      <a:pt x="55" y="0"/>
                    </a:moveTo>
                    <a:lnTo>
                      <a:pt x="0" y="18"/>
                    </a:lnTo>
                    <a:lnTo>
                      <a:pt x="416" y="1112"/>
                    </a:lnTo>
                    <a:lnTo>
                      <a:pt x="471" y="1094"/>
                    </a:lnTo>
                    <a:lnTo>
                      <a:pt x="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0"/>
              <p:cNvSpPr/>
              <p:nvPr/>
            </p:nvSpPr>
            <p:spPr>
              <a:xfrm>
                <a:off x="1607725" y="3570325"/>
                <a:ext cx="18025" cy="33275"/>
              </a:xfrm>
              <a:custGeom>
                <a:rect b="b" l="l" r="r" t="t"/>
                <a:pathLst>
                  <a:path extrusionOk="0" h="1331" w="721">
                    <a:moveTo>
                      <a:pt x="671" y="1"/>
                    </a:moveTo>
                    <a:lnTo>
                      <a:pt x="0" y="1309"/>
                    </a:lnTo>
                    <a:lnTo>
                      <a:pt x="50" y="1331"/>
                    </a:lnTo>
                    <a:lnTo>
                      <a:pt x="721" y="28"/>
                    </a:lnTo>
                    <a:lnTo>
                      <a:pt x="67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0"/>
              <p:cNvSpPr/>
              <p:nvPr/>
            </p:nvSpPr>
            <p:spPr>
              <a:xfrm>
                <a:off x="1607850" y="3572600"/>
                <a:ext cx="14025" cy="26700"/>
              </a:xfrm>
              <a:custGeom>
                <a:rect b="b" l="l" r="r" t="t"/>
                <a:pathLst>
                  <a:path extrusionOk="0" h="1068" w="561">
                    <a:moveTo>
                      <a:pt x="50" y="1"/>
                    </a:moveTo>
                    <a:lnTo>
                      <a:pt x="1" y="28"/>
                    </a:lnTo>
                    <a:lnTo>
                      <a:pt x="510" y="1067"/>
                    </a:lnTo>
                    <a:lnTo>
                      <a:pt x="561" y="1044"/>
                    </a:lnTo>
                    <a:lnTo>
                      <a:pt x="5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0"/>
              <p:cNvSpPr/>
              <p:nvPr/>
            </p:nvSpPr>
            <p:spPr>
              <a:xfrm>
                <a:off x="1918350" y="3073625"/>
                <a:ext cx="230650" cy="265650"/>
              </a:xfrm>
              <a:custGeom>
                <a:rect b="b" l="l" r="r" t="t"/>
                <a:pathLst>
                  <a:path extrusionOk="0" h="10626" w="9226">
                    <a:moveTo>
                      <a:pt x="1711" y="1"/>
                    </a:moveTo>
                    <a:cubicBezTo>
                      <a:pt x="1535" y="1"/>
                      <a:pt x="1349" y="30"/>
                      <a:pt x="1153" y="98"/>
                    </a:cubicBezTo>
                    <a:cubicBezTo>
                      <a:pt x="0" y="498"/>
                      <a:pt x="528" y="2098"/>
                      <a:pt x="775" y="2439"/>
                    </a:cubicBezTo>
                    <a:cubicBezTo>
                      <a:pt x="775" y="2439"/>
                      <a:pt x="5947" y="9650"/>
                      <a:pt x="7301" y="10430"/>
                    </a:cubicBezTo>
                    <a:cubicBezTo>
                      <a:pt x="7538" y="10566"/>
                      <a:pt x="7753" y="10626"/>
                      <a:pt x="7945" y="10626"/>
                    </a:cubicBezTo>
                    <a:cubicBezTo>
                      <a:pt x="8850" y="10626"/>
                      <a:pt x="9225" y="9295"/>
                      <a:pt x="8801" y="8415"/>
                    </a:cubicBezTo>
                    <a:cubicBezTo>
                      <a:pt x="8286" y="7344"/>
                      <a:pt x="3947" y="1269"/>
                      <a:pt x="3518" y="950"/>
                    </a:cubicBezTo>
                    <a:cubicBezTo>
                      <a:pt x="3163" y="685"/>
                      <a:pt x="2561" y="1"/>
                      <a:pt x="171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0"/>
              <p:cNvSpPr/>
              <p:nvPr/>
            </p:nvSpPr>
            <p:spPr>
              <a:xfrm>
                <a:off x="1933500" y="3082375"/>
                <a:ext cx="108500" cy="94625"/>
              </a:xfrm>
              <a:custGeom>
                <a:rect b="b" l="l" r="r" t="t"/>
                <a:pathLst>
                  <a:path extrusionOk="0" h="3785" w="4340">
                    <a:moveTo>
                      <a:pt x="1829" y="1"/>
                    </a:moveTo>
                    <a:cubicBezTo>
                      <a:pt x="1724" y="1"/>
                      <a:pt x="1614" y="10"/>
                      <a:pt x="1500" y="30"/>
                    </a:cubicBezTo>
                    <a:cubicBezTo>
                      <a:pt x="101" y="271"/>
                      <a:pt x="0" y="1543"/>
                      <a:pt x="410" y="2254"/>
                    </a:cubicBezTo>
                    <a:cubicBezTo>
                      <a:pt x="816" y="2965"/>
                      <a:pt x="1605" y="3785"/>
                      <a:pt x="1605" y="3785"/>
                    </a:cubicBezTo>
                    <a:lnTo>
                      <a:pt x="4339" y="2418"/>
                    </a:lnTo>
                    <a:lnTo>
                      <a:pt x="3574" y="1142"/>
                    </a:lnTo>
                    <a:cubicBezTo>
                      <a:pt x="3574" y="1142"/>
                      <a:pt x="3005" y="1"/>
                      <a:pt x="182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0"/>
              <p:cNvSpPr/>
              <p:nvPr/>
            </p:nvSpPr>
            <p:spPr>
              <a:xfrm>
                <a:off x="1888375" y="3039575"/>
                <a:ext cx="131500" cy="181775"/>
              </a:xfrm>
              <a:custGeom>
                <a:rect b="b" l="l" r="r" t="t"/>
                <a:pathLst>
                  <a:path extrusionOk="0" h="7271" w="5260">
                    <a:moveTo>
                      <a:pt x="2493" y="0"/>
                    </a:moveTo>
                    <a:cubicBezTo>
                      <a:pt x="2115" y="0"/>
                      <a:pt x="1675" y="109"/>
                      <a:pt x="1135" y="366"/>
                    </a:cubicBezTo>
                    <a:cubicBezTo>
                      <a:pt x="1135" y="366"/>
                      <a:pt x="0" y="1847"/>
                      <a:pt x="675" y="3178"/>
                    </a:cubicBezTo>
                    <a:cubicBezTo>
                      <a:pt x="1345" y="4508"/>
                      <a:pt x="3223" y="7270"/>
                      <a:pt x="3223" y="7270"/>
                    </a:cubicBezTo>
                    <a:lnTo>
                      <a:pt x="5259" y="2116"/>
                    </a:lnTo>
                    <a:cubicBezTo>
                      <a:pt x="5259" y="2116"/>
                      <a:pt x="4973" y="1582"/>
                      <a:pt x="4170" y="831"/>
                    </a:cubicBezTo>
                    <a:cubicBezTo>
                      <a:pt x="3653" y="350"/>
                      <a:pt x="3171" y="0"/>
                      <a:pt x="249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0"/>
              <p:cNvSpPr/>
              <p:nvPr/>
            </p:nvSpPr>
            <p:spPr>
              <a:xfrm>
                <a:off x="2075750" y="3262975"/>
                <a:ext cx="163950" cy="301775"/>
              </a:xfrm>
              <a:custGeom>
                <a:rect b="b" l="l" r="r" t="t"/>
                <a:pathLst>
                  <a:path extrusionOk="0" h="12071" w="6558">
                    <a:moveTo>
                      <a:pt x="1166" y="1"/>
                    </a:moveTo>
                    <a:cubicBezTo>
                      <a:pt x="247" y="1"/>
                      <a:pt x="0" y="1179"/>
                      <a:pt x="198" y="2063"/>
                    </a:cubicBezTo>
                    <a:cubicBezTo>
                      <a:pt x="440" y="3161"/>
                      <a:pt x="5640" y="11711"/>
                      <a:pt x="5640" y="11711"/>
                    </a:cubicBezTo>
                    <a:cubicBezTo>
                      <a:pt x="5769" y="11921"/>
                      <a:pt x="5973" y="12071"/>
                      <a:pt x="6149" y="12071"/>
                    </a:cubicBezTo>
                    <a:cubicBezTo>
                      <a:pt x="6376" y="12071"/>
                      <a:pt x="6557" y="11821"/>
                      <a:pt x="6470" y="11132"/>
                    </a:cubicBezTo>
                    <a:cubicBezTo>
                      <a:pt x="6315" y="9911"/>
                      <a:pt x="3521" y="1051"/>
                      <a:pt x="1958" y="231"/>
                    </a:cubicBezTo>
                    <a:cubicBezTo>
                      <a:pt x="1652" y="70"/>
                      <a:pt x="1389" y="1"/>
                      <a:pt x="116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0"/>
              <p:cNvSpPr/>
              <p:nvPr/>
            </p:nvSpPr>
            <p:spPr>
              <a:xfrm>
                <a:off x="2205200" y="3519600"/>
                <a:ext cx="48375" cy="145125"/>
              </a:xfrm>
              <a:custGeom>
                <a:rect b="b" l="l" r="r" t="t"/>
                <a:pathLst>
                  <a:path extrusionOk="0" h="5805" w="1935">
                    <a:moveTo>
                      <a:pt x="706" y="0"/>
                    </a:moveTo>
                    <a:cubicBezTo>
                      <a:pt x="160" y="0"/>
                      <a:pt x="251" y="1749"/>
                      <a:pt x="125" y="2367"/>
                    </a:cubicBezTo>
                    <a:cubicBezTo>
                      <a:pt x="0" y="2985"/>
                      <a:pt x="241" y="4608"/>
                      <a:pt x="520" y="4608"/>
                    </a:cubicBezTo>
                    <a:cubicBezTo>
                      <a:pt x="526" y="4608"/>
                      <a:pt x="533" y="4607"/>
                      <a:pt x="540" y="4605"/>
                    </a:cubicBezTo>
                    <a:cubicBezTo>
                      <a:pt x="827" y="4523"/>
                      <a:pt x="521" y="3465"/>
                      <a:pt x="609" y="3196"/>
                    </a:cubicBezTo>
                    <a:cubicBezTo>
                      <a:pt x="665" y="3018"/>
                      <a:pt x="750" y="2943"/>
                      <a:pt x="817" y="2943"/>
                    </a:cubicBezTo>
                    <a:cubicBezTo>
                      <a:pt x="853" y="2943"/>
                      <a:pt x="885" y="2965"/>
                      <a:pt x="904" y="3004"/>
                    </a:cubicBezTo>
                    <a:cubicBezTo>
                      <a:pt x="904" y="3004"/>
                      <a:pt x="1169" y="3461"/>
                      <a:pt x="1164" y="3934"/>
                    </a:cubicBezTo>
                    <a:cubicBezTo>
                      <a:pt x="1164" y="4393"/>
                      <a:pt x="1066" y="5804"/>
                      <a:pt x="1290" y="5804"/>
                    </a:cubicBezTo>
                    <a:cubicBezTo>
                      <a:pt x="1298" y="5804"/>
                      <a:pt x="1306" y="5803"/>
                      <a:pt x="1314" y="5799"/>
                    </a:cubicBezTo>
                    <a:cubicBezTo>
                      <a:pt x="1575" y="5694"/>
                      <a:pt x="1857" y="4144"/>
                      <a:pt x="1898" y="3174"/>
                    </a:cubicBezTo>
                    <a:cubicBezTo>
                      <a:pt x="1934" y="2203"/>
                      <a:pt x="1310" y="61"/>
                      <a:pt x="736" y="2"/>
                    </a:cubicBezTo>
                    <a:cubicBezTo>
                      <a:pt x="725" y="1"/>
                      <a:pt x="715" y="0"/>
                      <a:pt x="706"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0"/>
              <p:cNvSpPr/>
              <p:nvPr/>
            </p:nvSpPr>
            <p:spPr>
              <a:xfrm>
                <a:off x="1936900" y="3061825"/>
                <a:ext cx="45725" cy="35075"/>
              </a:xfrm>
              <a:custGeom>
                <a:rect b="b" l="l" r="r" t="t"/>
                <a:pathLst>
                  <a:path extrusionOk="0" h="1403" w="1829">
                    <a:moveTo>
                      <a:pt x="1345" y="1"/>
                    </a:moveTo>
                    <a:cubicBezTo>
                      <a:pt x="1173" y="1"/>
                      <a:pt x="1005" y="45"/>
                      <a:pt x="922" y="195"/>
                    </a:cubicBezTo>
                    <a:cubicBezTo>
                      <a:pt x="830" y="374"/>
                      <a:pt x="903" y="614"/>
                      <a:pt x="840" y="801"/>
                    </a:cubicBezTo>
                    <a:cubicBezTo>
                      <a:pt x="721" y="1161"/>
                      <a:pt x="388" y="1089"/>
                      <a:pt x="110" y="1194"/>
                    </a:cubicBezTo>
                    <a:cubicBezTo>
                      <a:pt x="0" y="1238"/>
                      <a:pt x="28" y="1402"/>
                      <a:pt x="126" y="1402"/>
                    </a:cubicBezTo>
                    <a:cubicBezTo>
                      <a:pt x="138" y="1402"/>
                      <a:pt x="151" y="1400"/>
                      <a:pt x="165" y="1394"/>
                    </a:cubicBezTo>
                    <a:cubicBezTo>
                      <a:pt x="457" y="1281"/>
                      <a:pt x="771" y="1335"/>
                      <a:pt x="962" y="1034"/>
                    </a:cubicBezTo>
                    <a:cubicBezTo>
                      <a:pt x="1036" y="915"/>
                      <a:pt x="1067" y="770"/>
                      <a:pt x="1080" y="629"/>
                    </a:cubicBezTo>
                    <a:cubicBezTo>
                      <a:pt x="1095" y="501"/>
                      <a:pt x="1076" y="428"/>
                      <a:pt x="1158" y="319"/>
                    </a:cubicBezTo>
                    <a:cubicBezTo>
                      <a:pt x="1225" y="233"/>
                      <a:pt x="1305" y="206"/>
                      <a:pt x="1393" y="206"/>
                    </a:cubicBezTo>
                    <a:cubicBezTo>
                      <a:pt x="1474" y="206"/>
                      <a:pt x="1562" y="228"/>
                      <a:pt x="1655" y="250"/>
                    </a:cubicBezTo>
                    <a:cubicBezTo>
                      <a:pt x="1664" y="252"/>
                      <a:pt x="1673" y="254"/>
                      <a:pt x="1682" y="254"/>
                    </a:cubicBezTo>
                    <a:cubicBezTo>
                      <a:pt x="1790" y="254"/>
                      <a:pt x="1828" y="79"/>
                      <a:pt x="1709" y="50"/>
                    </a:cubicBezTo>
                    <a:cubicBezTo>
                      <a:pt x="1609" y="26"/>
                      <a:pt x="1476" y="1"/>
                      <a:pt x="1345"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50"/>
              <p:cNvSpPr/>
              <p:nvPr/>
            </p:nvSpPr>
            <p:spPr>
              <a:xfrm>
                <a:off x="1928075" y="3125075"/>
                <a:ext cx="33625" cy="27900"/>
              </a:xfrm>
              <a:custGeom>
                <a:rect b="b" l="l" r="r" t="t"/>
                <a:pathLst>
                  <a:path extrusionOk="0" h="1116" w="1345">
                    <a:moveTo>
                      <a:pt x="1041" y="0"/>
                    </a:moveTo>
                    <a:cubicBezTo>
                      <a:pt x="900" y="0"/>
                      <a:pt x="761" y="39"/>
                      <a:pt x="701" y="181"/>
                    </a:cubicBezTo>
                    <a:cubicBezTo>
                      <a:pt x="650" y="305"/>
                      <a:pt x="705" y="432"/>
                      <a:pt x="686" y="555"/>
                    </a:cubicBezTo>
                    <a:cubicBezTo>
                      <a:pt x="651" y="774"/>
                      <a:pt x="475" y="910"/>
                      <a:pt x="271" y="910"/>
                    </a:cubicBezTo>
                    <a:cubicBezTo>
                      <a:pt x="241" y="910"/>
                      <a:pt x="211" y="907"/>
                      <a:pt x="181" y="901"/>
                    </a:cubicBezTo>
                    <a:cubicBezTo>
                      <a:pt x="174" y="900"/>
                      <a:pt x="168" y="899"/>
                      <a:pt x="161" y="899"/>
                    </a:cubicBezTo>
                    <a:cubicBezTo>
                      <a:pt x="43" y="899"/>
                      <a:pt x="1" y="1081"/>
                      <a:pt x="126" y="1102"/>
                    </a:cubicBezTo>
                    <a:cubicBezTo>
                      <a:pt x="173" y="1111"/>
                      <a:pt x="220" y="1115"/>
                      <a:pt x="267" y="1115"/>
                    </a:cubicBezTo>
                    <a:cubicBezTo>
                      <a:pt x="468" y="1115"/>
                      <a:pt x="656" y="1035"/>
                      <a:pt x="783" y="861"/>
                    </a:cubicBezTo>
                    <a:cubicBezTo>
                      <a:pt x="850" y="770"/>
                      <a:pt x="892" y="655"/>
                      <a:pt x="901" y="541"/>
                    </a:cubicBezTo>
                    <a:cubicBezTo>
                      <a:pt x="905" y="478"/>
                      <a:pt x="873" y="396"/>
                      <a:pt x="887" y="332"/>
                    </a:cubicBezTo>
                    <a:cubicBezTo>
                      <a:pt x="908" y="229"/>
                      <a:pt x="970" y="204"/>
                      <a:pt x="1043" y="204"/>
                    </a:cubicBezTo>
                    <a:cubicBezTo>
                      <a:pt x="1082" y="204"/>
                      <a:pt x="1125" y="211"/>
                      <a:pt x="1165" y="217"/>
                    </a:cubicBezTo>
                    <a:cubicBezTo>
                      <a:pt x="1173" y="219"/>
                      <a:pt x="1179" y="219"/>
                      <a:pt x="1186" y="219"/>
                    </a:cubicBezTo>
                    <a:cubicBezTo>
                      <a:pt x="1302" y="219"/>
                      <a:pt x="1344" y="39"/>
                      <a:pt x="1220" y="17"/>
                    </a:cubicBezTo>
                    <a:cubicBezTo>
                      <a:pt x="1164" y="8"/>
                      <a:pt x="1102" y="0"/>
                      <a:pt x="104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0"/>
              <p:cNvSpPr/>
              <p:nvPr/>
            </p:nvSpPr>
            <p:spPr>
              <a:xfrm>
                <a:off x="3124875" y="2599550"/>
                <a:ext cx="284075" cy="208425"/>
              </a:xfrm>
              <a:custGeom>
                <a:rect b="b" l="l" r="r" t="t"/>
                <a:pathLst>
                  <a:path extrusionOk="0" h="8337" w="11363">
                    <a:moveTo>
                      <a:pt x="5683" y="0"/>
                    </a:moveTo>
                    <a:cubicBezTo>
                      <a:pt x="2544" y="0"/>
                      <a:pt x="1" y="1864"/>
                      <a:pt x="1" y="4170"/>
                    </a:cubicBezTo>
                    <a:cubicBezTo>
                      <a:pt x="1" y="6471"/>
                      <a:pt x="2544" y="8336"/>
                      <a:pt x="5683" y="8336"/>
                    </a:cubicBezTo>
                    <a:cubicBezTo>
                      <a:pt x="8819" y="8336"/>
                      <a:pt x="11362" y="6471"/>
                      <a:pt x="11362" y="4170"/>
                    </a:cubicBezTo>
                    <a:cubicBezTo>
                      <a:pt x="11362" y="1864"/>
                      <a:pt x="8819" y="0"/>
                      <a:pt x="568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0"/>
              <p:cNvSpPr/>
              <p:nvPr/>
            </p:nvSpPr>
            <p:spPr>
              <a:xfrm>
                <a:off x="2833850" y="2284025"/>
                <a:ext cx="367275" cy="170975"/>
              </a:xfrm>
              <a:custGeom>
                <a:rect b="b" l="l" r="r" t="t"/>
                <a:pathLst>
                  <a:path extrusionOk="0" h="6839" w="14691">
                    <a:moveTo>
                      <a:pt x="2809" y="1"/>
                    </a:moveTo>
                    <a:cubicBezTo>
                      <a:pt x="1675" y="1"/>
                      <a:pt x="852" y="149"/>
                      <a:pt x="648" y="507"/>
                    </a:cubicBezTo>
                    <a:cubicBezTo>
                      <a:pt x="1" y="1641"/>
                      <a:pt x="971" y="2485"/>
                      <a:pt x="3392" y="3770"/>
                    </a:cubicBezTo>
                    <a:cubicBezTo>
                      <a:pt x="5086" y="4671"/>
                      <a:pt x="9144" y="6839"/>
                      <a:pt x="11953" y="6839"/>
                    </a:cubicBezTo>
                    <a:cubicBezTo>
                      <a:pt x="13164" y="6839"/>
                      <a:pt x="14142" y="6436"/>
                      <a:pt x="14599" y="5356"/>
                    </a:cubicBezTo>
                    <a:cubicBezTo>
                      <a:pt x="14599" y="5356"/>
                      <a:pt x="14690" y="2558"/>
                      <a:pt x="11423" y="1454"/>
                    </a:cubicBezTo>
                    <a:cubicBezTo>
                      <a:pt x="9186" y="697"/>
                      <a:pt x="5267" y="1"/>
                      <a:pt x="280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0"/>
              <p:cNvSpPr/>
              <p:nvPr/>
            </p:nvSpPr>
            <p:spPr>
              <a:xfrm>
                <a:off x="2816425" y="2047150"/>
                <a:ext cx="97725" cy="311125"/>
              </a:xfrm>
              <a:custGeom>
                <a:rect b="b" l="l" r="r" t="t"/>
                <a:pathLst>
                  <a:path extrusionOk="0" h="12445" w="3909">
                    <a:moveTo>
                      <a:pt x="2175" y="1"/>
                    </a:moveTo>
                    <a:lnTo>
                      <a:pt x="124" y="83"/>
                    </a:lnTo>
                    <a:cubicBezTo>
                      <a:pt x="92" y="2502"/>
                      <a:pt x="46" y="5893"/>
                      <a:pt x="27" y="7626"/>
                    </a:cubicBezTo>
                    <a:cubicBezTo>
                      <a:pt x="0" y="10492"/>
                      <a:pt x="1258" y="11230"/>
                      <a:pt x="1258" y="11230"/>
                    </a:cubicBezTo>
                    <a:cubicBezTo>
                      <a:pt x="2242" y="12254"/>
                      <a:pt x="3520" y="12445"/>
                      <a:pt x="3834" y="12445"/>
                    </a:cubicBezTo>
                    <a:cubicBezTo>
                      <a:pt x="3882" y="12445"/>
                      <a:pt x="3908" y="12440"/>
                      <a:pt x="3906" y="12433"/>
                    </a:cubicBezTo>
                    <a:cubicBezTo>
                      <a:pt x="3897" y="12397"/>
                      <a:pt x="2781" y="4362"/>
                      <a:pt x="217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0"/>
              <p:cNvSpPr/>
              <p:nvPr/>
            </p:nvSpPr>
            <p:spPr>
              <a:xfrm>
                <a:off x="2819500" y="1978550"/>
                <a:ext cx="51300" cy="70675"/>
              </a:xfrm>
              <a:custGeom>
                <a:rect b="b" l="l" r="r" t="t"/>
                <a:pathLst>
                  <a:path extrusionOk="0" h="2827" w="2052">
                    <a:moveTo>
                      <a:pt x="1673" y="0"/>
                    </a:moveTo>
                    <a:lnTo>
                      <a:pt x="37" y="65"/>
                    </a:lnTo>
                    <a:cubicBezTo>
                      <a:pt x="37" y="65"/>
                      <a:pt x="24" y="1236"/>
                      <a:pt x="1" y="2827"/>
                    </a:cubicBezTo>
                    <a:lnTo>
                      <a:pt x="2052" y="2745"/>
                    </a:lnTo>
                    <a:cubicBezTo>
                      <a:pt x="1828" y="1117"/>
                      <a:pt x="1673" y="0"/>
                      <a:pt x="1673"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0"/>
              <p:cNvSpPr/>
              <p:nvPr/>
            </p:nvSpPr>
            <p:spPr>
              <a:xfrm>
                <a:off x="2786350" y="1884000"/>
                <a:ext cx="75000" cy="96725"/>
              </a:xfrm>
              <a:custGeom>
                <a:rect b="b" l="l" r="r" t="t"/>
                <a:pathLst>
                  <a:path extrusionOk="0" h="3869" w="3000">
                    <a:moveTo>
                      <a:pt x="1101" y="1"/>
                    </a:moveTo>
                    <a:cubicBezTo>
                      <a:pt x="1089" y="1"/>
                      <a:pt x="1077" y="2"/>
                      <a:pt x="1066" y="4"/>
                    </a:cubicBezTo>
                    <a:cubicBezTo>
                      <a:pt x="848" y="50"/>
                      <a:pt x="1140" y="2575"/>
                      <a:pt x="971" y="2657"/>
                    </a:cubicBezTo>
                    <a:cubicBezTo>
                      <a:pt x="962" y="2661"/>
                      <a:pt x="953" y="2663"/>
                      <a:pt x="943" y="2663"/>
                    </a:cubicBezTo>
                    <a:cubicBezTo>
                      <a:pt x="764" y="2663"/>
                      <a:pt x="425" y="2006"/>
                      <a:pt x="292" y="1864"/>
                    </a:cubicBezTo>
                    <a:cubicBezTo>
                      <a:pt x="280" y="1852"/>
                      <a:pt x="268" y="1846"/>
                      <a:pt x="257" y="1846"/>
                    </a:cubicBezTo>
                    <a:cubicBezTo>
                      <a:pt x="126" y="1846"/>
                      <a:pt x="0" y="2552"/>
                      <a:pt x="100" y="3263"/>
                    </a:cubicBezTo>
                    <a:cubicBezTo>
                      <a:pt x="170" y="3782"/>
                      <a:pt x="707" y="3869"/>
                      <a:pt x="1057" y="3869"/>
                    </a:cubicBezTo>
                    <a:cubicBezTo>
                      <a:pt x="1233" y="3869"/>
                      <a:pt x="1363" y="3847"/>
                      <a:pt x="1363" y="3847"/>
                    </a:cubicBezTo>
                    <a:lnTo>
                      <a:pt x="2999" y="3782"/>
                    </a:lnTo>
                    <a:cubicBezTo>
                      <a:pt x="2999" y="3782"/>
                      <a:pt x="2416" y="1609"/>
                      <a:pt x="2133" y="993"/>
                    </a:cubicBezTo>
                    <a:cubicBezTo>
                      <a:pt x="1865" y="404"/>
                      <a:pt x="1340" y="1"/>
                      <a:pt x="11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0"/>
              <p:cNvSpPr/>
              <p:nvPr/>
            </p:nvSpPr>
            <p:spPr>
              <a:xfrm>
                <a:off x="3198825" y="2163375"/>
                <a:ext cx="200775" cy="193425"/>
              </a:xfrm>
              <a:custGeom>
                <a:rect b="b" l="l" r="r" t="t"/>
                <a:pathLst>
                  <a:path extrusionOk="0" h="7737" w="8031">
                    <a:moveTo>
                      <a:pt x="5118" y="0"/>
                    </a:moveTo>
                    <a:lnTo>
                      <a:pt x="3278" y="1427"/>
                    </a:lnTo>
                    <a:cubicBezTo>
                      <a:pt x="3278" y="1427"/>
                      <a:pt x="3227" y="4909"/>
                      <a:pt x="0" y="6112"/>
                    </a:cubicBezTo>
                    <a:cubicBezTo>
                      <a:pt x="0" y="6112"/>
                      <a:pt x="1708" y="7737"/>
                      <a:pt x="3908" y="7737"/>
                    </a:cubicBezTo>
                    <a:cubicBezTo>
                      <a:pt x="4119" y="7737"/>
                      <a:pt x="4334" y="7722"/>
                      <a:pt x="4553" y="7689"/>
                    </a:cubicBezTo>
                    <a:cubicBezTo>
                      <a:pt x="7056" y="7311"/>
                      <a:pt x="8030" y="6463"/>
                      <a:pt x="8030" y="6463"/>
                    </a:cubicBezTo>
                    <a:cubicBezTo>
                      <a:pt x="8030" y="6463"/>
                      <a:pt x="6690" y="6436"/>
                      <a:pt x="5962" y="4685"/>
                    </a:cubicBezTo>
                    <a:cubicBezTo>
                      <a:pt x="5228" y="2931"/>
                      <a:pt x="5118" y="0"/>
                      <a:pt x="511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0"/>
              <p:cNvSpPr/>
              <p:nvPr/>
            </p:nvSpPr>
            <p:spPr>
              <a:xfrm>
                <a:off x="3275150" y="2173275"/>
                <a:ext cx="37875" cy="58250"/>
              </a:xfrm>
              <a:custGeom>
                <a:rect b="b" l="l" r="r" t="t"/>
                <a:pathLst>
                  <a:path extrusionOk="0" h="2330" w="1515">
                    <a:moveTo>
                      <a:pt x="1514" y="0"/>
                    </a:moveTo>
                    <a:lnTo>
                      <a:pt x="225" y="1031"/>
                    </a:lnTo>
                    <a:lnTo>
                      <a:pt x="215" y="1086"/>
                    </a:lnTo>
                    <a:lnTo>
                      <a:pt x="0" y="2329"/>
                    </a:lnTo>
                    <a:cubicBezTo>
                      <a:pt x="0" y="2329"/>
                      <a:pt x="885" y="1673"/>
                      <a:pt x="1172" y="1031"/>
                    </a:cubicBezTo>
                    <a:cubicBezTo>
                      <a:pt x="1459" y="383"/>
                      <a:pt x="1514" y="1"/>
                      <a:pt x="151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0"/>
              <p:cNvSpPr/>
              <p:nvPr/>
            </p:nvSpPr>
            <p:spPr>
              <a:xfrm>
                <a:off x="3231175" y="2078400"/>
                <a:ext cx="119875" cy="125525"/>
              </a:xfrm>
              <a:custGeom>
                <a:rect b="b" l="l" r="r" t="t"/>
                <a:pathLst>
                  <a:path extrusionOk="0" h="5021" w="4795">
                    <a:moveTo>
                      <a:pt x="2134" y="0"/>
                    </a:moveTo>
                    <a:cubicBezTo>
                      <a:pt x="1729" y="0"/>
                      <a:pt x="1353" y="86"/>
                      <a:pt x="1126" y="268"/>
                    </a:cubicBezTo>
                    <a:cubicBezTo>
                      <a:pt x="457" y="806"/>
                      <a:pt x="0" y="4424"/>
                      <a:pt x="128" y="4830"/>
                    </a:cubicBezTo>
                    <a:cubicBezTo>
                      <a:pt x="171" y="4962"/>
                      <a:pt x="406" y="5021"/>
                      <a:pt x="729" y="5021"/>
                    </a:cubicBezTo>
                    <a:cubicBezTo>
                      <a:pt x="1398" y="5021"/>
                      <a:pt x="2445" y="4769"/>
                      <a:pt x="2949" y="4397"/>
                    </a:cubicBezTo>
                    <a:cubicBezTo>
                      <a:pt x="3696" y="3846"/>
                      <a:pt x="3824" y="3399"/>
                      <a:pt x="3824" y="3399"/>
                    </a:cubicBezTo>
                    <a:cubicBezTo>
                      <a:pt x="3824" y="3399"/>
                      <a:pt x="3949" y="3476"/>
                      <a:pt x="4117" y="3476"/>
                    </a:cubicBezTo>
                    <a:cubicBezTo>
                      <a:pt x="4227" y="3476"/>
                      <a:pt x="4356" y="3443"/>
                      <a:pt x="4481" y="3335"/>
                    </a:cubicBezTo>
                    <a:cubicBezTo>
                      <a:pt x="4795" y="3061"/>
                      <a:pt x="4663" y="2405"/>
                      <a:pt x="4417" y="2260"/>
                    </a:cubicBezTo>
                    <a:cubicBezTo>
                      <a:pt x="4347" y="2220"/>
                      <a:pt x="4286" y="2206"/>
                      <a:pt x="4235" y="2206"/>
                    </a:cubicBezTo>
                    <a:cubicBezTo>
                      <a:pt x="4103" y="2206"/>
                      <a:pt x="4034" y="2301"/>
                      <a:pt x="4034" y="2301"/>
                    </a:cubicBezTo>
                    <a:cubicBezTo>
                      <a:pt x="4034" y="2301"/>
                      <a:pt x="4117" y="1790"/>
                      <a:pt x="3943" y="911"/>
                    </a:cubicBezTo>
                    <a:cubicBezTo>
                      <a:pt x="3831" y="329"/>
                      <a:pt x="2927" y="0"/>
                      <a:pt x="2134"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0"/>
              <p:cNvSpPr/>
              <p:nvPr/>
            </p:nvSpPr>
            <p:spPr>
              <a:xfrm>
                <a:off x="3285525" y="2121750"/>
                <a:ext cx="21900" cy="8875"/>
              </a:xfrm>
              <a:custGeom>
                <a:rect b="b" l="l" r="r" t="t"/>
                <a:pathLst>
                  <a:path extrusionOk="0" h="355" w="876">
                    <a:moveTo>
                      <a:pt x="423" y="0"/>
                    </a:moveTo>
                    <a:cubicBezTo>
                      <a:pt x="323" y="0"/>
                      <a:pt x="235" y="6"/>
                      <a:pt x="197" y="25"/>
                    </a:cubicBezTo>
                    <a:cubicBezTo>
                      <a:pt x="83" y="75"/>
                      <a:pt x="1" y="311"/>
                      <a:pt x="1" y="311"/>
                    </a:cubicBezTo>
                    <a:cubicBezTo>
                      <a:pt x="1" y="311"/>
                      <a:pt x="213" y="354"/>
                      <a:pt x="398" y="354"/>
                    </a:cubicBezTo>
                    <a:cubicBezTo>
                      <a:pt x="490" y="354"/>
                      <a:pt x="576" y="343"/>
                      <a:pt x="624" y="311"/>
                    </a:cubicBezTo>
                    <a:cubicBezTo>
                      <a:pt x="767" y="221"/>
                      <a:pt x="876" y="25"/>
                      <a:pt x="876" y="25"/>
                    </a:cubicBezTo>
                    <a:cubicBezTo>
                      <a:pt x="876" y="25"/>
                      <a:pt x="625" y="0"/>
                      <a:pt x="4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0"/>
              <p:cNvSpPr/>
              <p:nvPr/>
            </p:nvSpPr>
            <p:spPr>
              <a:xfrm>
                <a:off x="3249625" y="2114050"/>
                <a:ext cx="14375" cy="14125"/>
              </a:xfrm>
              <a:custGeom>
                <a:rect b="b" l="l" r="r" t="t"/>
                <a:pathLst>
                  <a:path extrusionOk="0" h="565" w="575">
                    <a:moveTo>
                      <a:pt x="32" y="0"/>
                    </a:moveTo>
                    <a:cubicBezTo>
                      <a:pt x="32" y="0"/>
                      <a:pt x="1" y="49"/>
                      <a:pt x="106" y="232"/>
                    </a:cubicBezTo>
                    <a:cubicBezTo>
                      <a:pt x="211" y="415"/>
                      <a:pt x="552" y="565"/>
                      <a:pt x="552" y="565"/>
                    </a:cubicBezTo>
                    <a:cubicBezTo>
                      <a:pt x="552" y="565"/>
                      <a:pt x="575" y="301"/>
                      <a:pt x="466" y="182"/>
                    </a:cubicBezTo>
                    <a:cubicBezTo>
                      <a:pt x="356" y="64"/>
                      <a:pt x="33" y="0"/>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0"/>
              <p:cNvSpPr/>
              <p:nvPr/>
            </p:nvSpPr>
            <p:spPr>
              <a:xfrm>
                <a:off x="3250425" y="2114000"/>
                <a:ext cx="14725" cy="14175"/>
              </a:xfrm>
              <a:custGeom>
                <a:rect b="b" l="l" r="r" t="t"/>
                <a:pathLst>
                  <a:path extrusionOk="0" h="567" w="589">
                    <a:moveTo>
                      <a:pt x="51" y="1"/>
                    </a:moveTo>
                    <a:cubicBezTo>
                      <a:pt x="20" y="1"/>
                      <a:pt x="0" y="2"/>
                      <a:pt x="0" y="2"/>
                    </a:cubicBezTo>
                    <a:cubicBezTo>
                      <a:pt x="0" y="2"/>
                      <a:pt x="347" y="74"/>
                      <a:pt x="434" y="211"/>
                    </a:cubicBezTo>
                    <a:cubicBezTo>
                      <a:pt x="520" y="352"/>
                      <a:pt x="520" y="567"/>
                      <a:pt x="520" y="567"/>
                    </a:cubicBezTo>
                    <a:cubicBezTo>
                      <a:pt x="520" y="567"/>
                      <a:pt x="589" y="316"/>
                      <a:pt x="457" y="143"/>
                    </a:cubicBezTo>
                    <a:cubicBezTo>
                      <a:pt x="357" y="16"/>
                      <a:pt x="148" y="1"/>
                      <a:pt x="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0"/>
              <p:cNvSpPr/>
              <p:nvPr/>
            </p:nvSpPr>
            <p:spPr>
              <a:xfrm>
                <a:off x="3252025" y="2103850"/>
                <a:ext cx="15300" cy="8500"/>
              </a:xfrm>
              <a:custGeom>
                <a:rect b="b" l="l" r="r" t="t"/>
                <a:pathLst>
                  <a:path extrusionOk="0" h="340" w="612">
                    <a:moveTo>
                      <a:pt x="246" y="1"/>
                    </a:moveTo>
                    <a:cubicBezTo>
                      <a:pt x="114" y="1"/>
                      <a:pt x="1" y="57"/>
                      <a:pt x="1" y="57"/>
                    </a:cubicBezTo>
                    <a:cubicBezTo>
                      <a:pt x="1" y="57"/>
                      <a:pt x="37" y="52"/>
                      <a:pt x="93" y="52"/>
                    </a:cubicBezTo>
                    <a:cubicBezTo>
                      <a:pt x="155" y="52"/>
                      <a:pt x="240" y="58"/>
                      <a:pt x="329" y="84"/>
                    </a:cubicBezTo>
                    <a:cubicBezTo>
                      <a:pt x="502" y="129"/>
                      <a:pt x="611" y="339"/>
                      <a:pt x="611" y="339"/>
                    </a:cubicBezTo>
                    <a:cubicBezTo>
                      <a:pt x="611" y="339"/>
                      <a:pt x="607" y="135"/>
                      <a:pt x="416" y="38"/>
                    </a:cubicBezTo>
                    <a:cubicBezTo>
                      <a:pt x="360" y="10"/>
                      <a:pt x="302" y="1"/>
                      <a:pt x="24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0"/>
              <p:cNvSpPr/>
              <p:nvPr/>
            </p:nvSpPr>
            <p:spPr>
              <a:xfrm>
                <a:off x="3285525" y="2120925"/>
                <a:ext cx="21900" cy="8625"/>
              </a:xfrm>
              <a:custGeom>
                <a:rect b="b" l="l" r="r" t="t"/>
                <a:pathLst>
                  <a:path extrusionOk="0" h="345" w="876">
                    <a:moveTo>
                      <a:pt x="438" y="1"/>
                    </a:moveTo>
                    <a:cubicBezTo>
                      <a:pt x="337" y="1"/>
                      <a:pt x="246" y="9"/>
                      <a:pt x="197" y="30"/>
                    </a:cubicBezTo>
                    <a:cubicBezTo>
                      <a:pt x="60" y="94"/>
                      <a:pt x="1" y="344"/>
                      <a:pt x="1" y="344"/>
                    </a:cubicBezTo>
                    <a:cubicBezTo>
                      <a:pt x="1" y="344"/>
                      <a:pt x="119" y="121"/>
                      <a:pt x="269" y="81"/>
                    </a:cubicBezTo>
                    <a:cubicBezTo>
                      <a:pt x="349" y="59"/>
                      <a:pt x="513" y="54"/>
                      <a:pt x="651" y="54"/>
                    </a:cubicBezTo>
                    <a:cubicBezTo>
                      <a:pt x="774" y="54"/>
                      <a:pt x="876" y="58"/>
                      <a:pt x="876" y="58"/>
                    </a:cubicBezTo>
                    <a:cubicBezTo>
                      <a:pt x="832" y="28"/>
                      <a:pt x="620" y="1"/>
                      <a:pt x="43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0"/>
              <p:cNvSpPr/>
              <p:nvPr/>
            </p:nvSpPr>
            <p:spPr>
              <a:xfrm>
                <a:off x="3286450" y="2110600"/>
                <a:ext cx="23575" cy="5725"/>
              </a:xfrm>
              <a:custGeom>
                <a:rect b="b" l="l" r="r" t="t"/>
                <a:pathLst>
                  <a:path extrusionOk="0" h="229" w="943">
                    <a:moveTo>
                      <a:pt x="451" y="1"/>
                    </a:moveTo>
                    <a:cubicBezTo>
                      <a:pt x="406" y="1"/>
                      <a:pt x="361" y="4"/>
                      <a:pt x="319" y="10"/>
                    </a:cubicBezTo>
                    <a:cubicBezTo>
                      <a:pt x="82" y="46"/>
                      <a:pt x="0" y="229"/>
                      <a:pt x="0" y="229"/>
                    </a:cubicBezTo>
                    <a:cubicBezTo>
                      <a:pt x="0" y="229"/>
                      <a:pt x="105" y="88"/>
                      <a:pt x="401" y="69"/>
                    </a:cubicBezTo>
                    <a:cubicBezTo>
                      <a:pt x="419" y="68"/>
                      <a:pt x="437" y="68"/>
                      <a:pt x="455" y="68"/>
                    </a:cubicBezTo>
                    <a:cubicBezTo>
                      <a:pt x="730" y="68"/>
                      <a:pt x="943" y="197"/>
                      <a:pt x="943" y="197"/>
                    </a:cubicBezTo>
                    <a:cubicBezTo>
                      <a:pt x="894" y="69"/>
                      <a:pt x="663" y="1"/>
                      <a:pt x="4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0"/>
              <p:cNvSpPr/>
              <p:nvPr/>
            </p:nvSpPr>
            <p:spPr>
              <a:xfrm>
                <a:off x="3291900" y="2122575"/>
                <a:ext cx="5600" cy="7225"/>
              </a:xfrm>
              <a:custGeom>
                <a:rect b="b" l="l" r="r" t="t"/>
                <a:pathLst>
                  <a:path extrusionOk="0" h="289" w="224">
                    <a:moveTo>
                      <a:pt x="110" y="0"/>
                    </a:moveTo>
                    <a:cubicBezTo>
                      <a:pt x="51" y="0"/>
                      <a:pt x="1" y="64"/>
                      <a:pt x="1" y="142"/>
                    </a:cubicBezTo>
                    <a:cubicBezTo>
                      <a:pt x="1" y="224"/>
                      <a:pt x="51" y="288"/>
                      <a:pt x="110" y="288"/>
                    </a:cubicBezTo>
                    <a:cubicBezTo>
                      <a:pt x="174" y="288"/>
                      <a:pt x="224" y="224"/>
                      <a:pt x="224" y="142"/>
                    </a:cubicBezTo>
                    <a:cubicBezTo>
                      <a:pt x="224" y="64"/>
                      <a:pt x="174" y="0"/>
                      <a:pt x="1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0"/>
              <p:cNvSpPr/>
              <p:nvPr/>
            </p:nvSpPr>
            <p:spPr>
              <a:xfrm>
                <a:off x="3255450" y="2117300"/>
                <a:ext cx="6175" cy="7250"/>
              </a:xfrm>
              <a:custGeom>
                <a:rect b="b" l="l" r="r" t="t"/>
                <a:pathLst>
                  <a:path extrusionOk="0" h="290" w="247">
                    <a:moveTo>
                      <a:pt x="129" y="1"/>
                    </a:moveTo>
                    <a:cubicBezTo>
                      <a:pt x="70" y="1"/>
                      <a:pt x="22" y="57"/>
                      <a:pt x="9" y="129"/>
                    </a:cubicBezTo>
                    <a:cubicBezTo>
                      <a:pt x="1" y="207"/>
                      <a:pt x="41" y="280"/>
                      <a:pt x="100" y="289"/>
                    </a:cubicBezTo>
                    <a:cubicBezTo>
                      <a:pt x="105" y="290"/>
                      <a:pt x="109" y="290"/>
                      <a:pt x="113" y="290"/>
                    </a:cubicBezTo>
                    <a:cubicBezTo>
                      <a:pt x="172" y="290"/>
                      <a:pt x="224" y="234"/>
                      <a:pt x="233" y="161"/>
                    </a:cubicBezTo>
                    <a:cubicBezTo>
                      <a:pt x="247" y="79"/>
                      <a:pt x="205" y="11"/>
                      <a:pt x="142" y="1"/>
                    </a:cubicBezTo>
                    <a:cubicBezTo>
                      <a:pt x="138" y="1"/>
                      <a:pt x="133" y="1"/>
                      <a:pt x="12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0"/>
              <p:cNvSpPr/>
              <p:nvPr/>
            </p:nvSpPr>
            <p:spPr>
              <a:xfrm>
                <a:off x="3262500" y="2118575"/>
                <a:ext cx="13825" cy="30900"/>
              </a:xfrm>
              <a:custGeom>
                <a:rect b="b" l="l" r="r" t="t"/>
                <a:pathLst>
                  <a:path extrusionOk="0" h="1236" w="553">
                    <a:moveTo>
                      <a:pt x="498" y="1"/>
                    </a:moveTo>
                    <a:lnTo>
                      <a:pt x="1" y="1236"/>
                    </a:lnTo>
                    <a:lnTo>
                      <a:pt x="534" y="1044"/>
                    </a:lnTo>
                    <a:lnTo>
                      <a:pt x="516" y="990"/>
                    </a:lnTo>
                    <a:lnTo>
                      <a:pt x="106" y="1136"/>
                    </a:lnTo>
                    <a:lnTo>
                      <a:pt x="552" y="24"/>
                    </a:lnTo>
                    <a:lnTo>
                      <a:pt x="498"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0"/>
              <p:cNvSpPr/>
              <p:nvPr/>
            </p:nvSpPr>
            <p:spPr>
              <a:xfrm>
                <a:off x="3328475" y="2142075"/>
                <a:ext cx="10275" cy="7750"/>
              </a:xfrm>
              <a:custGeom>
                <a:rect b="b" l="l" r="r" t="t"/>
                <a:pathLst>
                  <a:path extrusionOk="0" h="310" w="411">
                    <a:moveTo>
                      <a:pt x="410" y="0"/>
                    </a:moveTo>
                    <a:cubicBezTo>
                      <a:pt x="374" y="0"/>
                      <a:pt x="88" y="9"/>
                      <a:pt x="0" y="291"/>
                    </a:cubicBezTo>
                    <a:lnTo>
                      <a:pt x="55" y="310"/>
                    </a:lnTo>
                    <a:cubicBezTo>
                      <a:pt x="134" y="64"/>
                      <a:pt x="384" y="59"/>
                      <a:pt x="409" y="59"/>
                    </a:cubicBezTo>
                    <a:cubicBezTo>
                      <a:pt x="410" y="59"/>
                      <a:pt x="410" y="59"/>
                      <a:pt x="410" y="59"/>
                    </a:cubicBezTo>
                    <a:lnTo>
                      <a:pt x="410"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0"/>
              <p:cNvSpPr/>
              <p:nvPr/>
            </p:nvSpPr>
            <p:spPr>
              <a:xfrm>
                <a:off x="3259300" y="2077000"/>
                <a:ext cx="76600" cy="22375"/>
              </a:xfrm>
              <a:custGeom>
                <a:rect b="b" l="l" r="r" t="t"/>
                <a:pathLst>
                  <a:path extrusionOk="0" h="895" w="3064">
                    <a:moveTo>
                      <a:pt x="995" y="1"/>
                    </a:moveTo>
                    <a:cubicBezTo>
                      <a:pt x="396" y="1"/>
                      <a:pt x="33" y="182"/>
                      <a:pt x="1" y="324"/>
                    </a:cubicBezTo>
                    <a:cubicBezTo>
                      <a:pt x="1" y="324"/>
                      <a:pt x="461" y="894"/>
                      <a:pt x="1186" y="894"/>
                    </a:cubicBezTo>
                    <a:cubicBezTo>
                      <a:pt x="1225" y="894"/>
                      <a:pt x="1264" y="893"/>
                      <a:pt x="1305" y="889"/>
                    </a:cubicBezTo>
                    <a:cubicBezTo>
                      <a:pt x="2093" y="820"/>
                      <a:pt x="2795" y="807"/>
                      <a:pt x="2795" y="807"/>
                    </a:cubicBezTo>
                    <a:cubicBezTo>
                      <a:pt x="2795" y="807"/>
                      <a:pt x="3064" y="420"/>
                      <a:pt x="1925" y="128"/>
                    </a:cubicBezTo>
                    <a:cubicBezTo>
                      <a:pt x="1574" y="37"/>
                      <a:pt x="1261" y="1"/>
                      <a:pt x="99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0"/>
              <p:cNvSpPr/>
              <p:nvPr/>
            </p:nvSpPr>
            <p:spPr>
              <a:xfrm>
                <a:off x="3328475" y="2097175"/>
                <a:ext cx="9600" cy="38775"/>
              </a:xfrm>
              <a:custGeom>
                <a:rect b="b" l="l" r="r" t="t"/>
                <a:pathLst>
                  <a:path extrusionOk="0" h="1551" w="384">
                    <a:moveTo>
                      <a:pt x="0" y="0"/>
                    </a:moveTo>
                    <a:cubicBezTo>
                      <a:pt x="23" y="51"/>
                      <a:pt x="42" y="105"/>
                      <a:pt x="51" y="160"/>
                    </a:cubicBezTo>
                    <a:cubicBezTo>
                      <a:pt x="225" y="1039"/>
                      <a:pt x="142" y="1550"/>
                      <a:pt x="142" y="1550"/>
                    </a:cubicBezTo>
                    <a:cubicBezTo>
                      <a:pt x="142" y="1550"/>
                      <a:pt x="383" y="615"/>
                      <a:pt x="28" y="0"/>
                    </a:cubicBezTo>
                    <a:close/>
                  </a:path>
                </a:pathLst>
              </a:custGeom>
              <a:solidFill>
                <a:srgbClr val="6868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0"/>
              <p:cNvSpPr/>
              <p:nvPr/>
            </p:nvSpPr>
            <p:spPr>
              <a:xfrm>
                <a:off x="3311275" y="2097175"/>
                <a:ext cx="22825" cy="44000"/>
              </a:xfrm>
              <a:custGeom>
                <a:rect b="b" l="l" r="r" t="t"/>
                <a:pathLst>
                  <a:path extrusionOk="0" h="1760" w="913">
                    <a:moveTo>
                      <a:pt x="688" y="0"/>
                    </a:moveTo>
                    <a:lnTo>
                      <a:pt x="0" y="28"/>
                    </a:lnTo>
                    <a:lnTo>
                      <a:pt x="174" y="1016"/>
                    </a:lnTo>
                    <a:cubicBezTo>
                      <a:pt x="174" y="1016"/>
                      <a:pt x="402" y="1039"/>
                      <a:pt x="497" y="1304"/>
                    </a:cubicBezTo>
                    <a:cubicBezTo>
                      <a:pt x="589" y="1563"/>
                      <a:pt x="616" y="1759"/>
                      <a:pt x="616" y="1759"/>
                    </a:cubicBezTo>
                    <a:lnTo>
                      <a:pt x="830" y="1550"/>
                    </a:lnTo>
                    <a:cubicBezTo>
                      <a:pt x="830" y="1550"/>
                      <a:pt x="913" y="1039"/>
                      <a:pt x="739" y="160"/>
                    </a:cubicBezTo>
                    <a:cubicBezTo>
                      <a:pt x="730" y="105"/>
                      <a:pt x="711" y="51"/>
                      <a:pt x="688" y="0"/>
                    </a:cubicBezTo>
                    <a:close/>
                  </a:path>
                </a:pathLst>
              </a:custGeom>
              <a:solidFill>
                <a:srgbClr val="682C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0"/>
              <p:cNvSpPr/>
              <p:nvPr/>
            </p:nvSpPr>
            <p:spPr>
              <a:xfrm>
                <a:off x="3224125" y="2136525"/>
                <a:ext cx="105425" cy="76925"/>
              </a:xfrm>
              <a:custGeom>
                <a:rect b="b" l="l" r="r" t="t"/>
                <a:pathLst>
                  <a:path extrusionOk="0" h="3077" w="4217">
                    <a:moveTo>
                      <a:pt x="4122" y="1"/>
                    </a:moveTo>
                    <a:cubicBezTo>
                      <a:pt x="4107" y="1"/>
                      <a:pt x="4089" y="4"/>
                      <a:pt x="4065" y="12"/>
                    </a:cubicBezTo>
                    <a:cubicBezTo>
                      <a:pt x="4065" y="12"/>
                      <a:pt x="3696" y="1179"/>
                      <a:pt x="3486" y="1371"/>
                    </a:cubicBezTo>
                    <a:cubicBezTo>
                      <a:pt x="3282" y="1557"/>
                      <a:pt x="2287" y="1672"/>
                      <a:pt x="2119" y="1890"/>
                    </a:cubicBezTo>
                    <a:cubicBezTo>
                      <a:pt x="1950" y="2114"/>
                      <a:pt x="1814" y="2291"/>
                      <a:pt x="1591" y="2341"/>
                    </a:cubicBezTo>
                    <a:cubicBezTo>
                      <a:pt x="1577" y="2344"/>
                      <a:pt x="1565" y="2346"/>
                      <a:pt x="1553" y="2346"/>
                    </a:cubicBezTo>
                    <a:cubicBezTo>
                      <a:pt x="1362" y="2346"/>
                      <a:pt x="1310" y="1954"/>
                      <a:pt x="1048" y="1817"/>
                    </a:cubicBezTo>
                    <a:cubicBezTo>
                      <a:pt x="992" y="1788"/>
                      <a:pt x="945" y="1776"/>
                      <a:pt x="905" y="1776"/>
                    </a:cubicBezTo>
                    <a:cubicBezTo>
                      <a:pt x="757" y="1776"/>
                      <a:pt x="698" y="1933"/>
                      <a:pt x="581" y="1933"/>
                    </a:cubicBezTo>
                    <a:cubicBezTo>
                      <a:pt x="573" y="1933"/>
                      <a:pt x="565" y="1933"/>
                      <a:pt x="556" y="1931"/>
                    </a:cubicBezTo>
                    <a:cubicBezTo>
                      <a:pt x="387" y="1899"/>
                      <a:pt x="478" y="1649"/>
                      <a:pt x="428" y="1607"/>
                    </a:cubicBezTo>
                    <a:cubicBezTo>
                      <a:pt x="427" y="1606"/>
                      <a:pt x="426" y="1606"/>
                      <a:pt x="425" y="1606"/>
                    </a:cubicBezTo>
                    <a:cubicBezTo>
                      <a:pt x="360" y="1606"/>
                      <a:pt x="1" y="2692"/>
                      <a:pt x="287" y="2947"/>
                    </a:cubicBezTo>
                    <a:cubicBezTo>
                      <a:pt x="389" y="3038"/>
                      <a:pt x="672" y="3077"/>
                      <a:pt x="1018" y="3077"/>
                    </a:cubicBezTo>
                    <a:cubicBezTo>
                      <a:pt x="1680" y="3077"/>
                      <a:pt x="2574" y="2936"/>
                      <a:pt x="2894" y="2751"/>
                    </a:cubicBezTo>
                    <a:cubicBezTo>
                      <a:pt x="3387" y="2469"/>
                      <a:pt x="3696" y="1689"/>
                      <a:pt x="3783" y="1470"/>
                    </a:cubicBezTo>
                    <a:cubicBezTo>
                      <a:pt x="3865" y="1252"/>
                      <a:pt x="4152" y="140"/>
                      <a:pt x="4152" y="140"/>
                    </a:cubicBezTo>
                    <a:cubicBezTo>
                      <a:pt x="4152" y="140"/>
                      <a:pt x="4217" y="1"/>
                      <a:pt x="412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0"/>
              <p:cNvSpPr/>
              <p:nvPr/>
            </p:nvSpPr>
            <p:spPr>
              <a:xfrm>
                <a:off x="3236325" y="2150225"/>
                <a:ext cx="57300" cy="28350"/>
              </a:xfrm>
              <a:custGeom>
                <a:rect b="b" l="l" r="r" t="t"/>
                <a:pathLst>
                  <a:path extrusionOk="0" h="1134" w="2292">
                    <a:moveTo>
                      <a:pt x="1138" y="0"/>
                    </a:moveTo>
                    <a:cubicBezTo>
                      <a:pt x="685" y="0"/>
                      <a:pt x="287" y="312"/>
                      <a:pt x="287" y="312"/>
                    </a:cubicBezTo>
                    <a:cubicBezTo>
                      <a:pt x="118" y="512"/>
                      <a:pt x="0" y="872"/>
                      <a:pt x="109" y="922"/>
                    </a:cubicBezTo>
                    <a:cubicBezTo>
                      <a:pt x="116" y="926"/>
                      <a:pt x="124" y="927"/>
                      <a:pt x="134" y="927"/>
                    </a:cubicBezTo>
                    <a:cubicBezTo>
                      <a:pt x="279" y="927"/>
                      <a:pt x="725" y="566"/>
                      <a:pt x="918" y="566"/>
                    </a:cubicBezTo>
                    <a:cubicBezTo>
                      <a:pt x="924" y="566"/>
                      <a:pt x="929" y="566"/>
                      <a:pt x="934" y="567"/>
                    </a:cubicBezTo>
                    <a:cubicBezTo>
                      <a:pt x="1126" y="589"/>
                      <a:pt x="1839" y="1133"/>
                      <a:pt x="2065" y="1133"/>
                    </a:cubicBezTo>
                    <a:cubicBezTo>
                      <a:pt x="2070" y="1133"/>
                      <a:pt x="2074" y="1133"/>
                      <a:pt x="2078" y="1132"/>
                    </a:cubicBezTo>
                    <a:cubicBezTo>
                      <a:pt x="2292" y="1110"/>
                      <a:pt x="2146" y="426"/>
                      <a:pt x="1553" y="102"/>
                    </a:cubicBezTo>
                    <a:cubicBezTo>
                      <a:pt x="1416" y="28"/>
                      <a:pt x="1275" y="0"/>
                      <a:pt x="11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0"/>
              <p:cNvSpPr/>
              <p:nvPr/>
            </p:nvSpPr>
            <p:spPr>
              <a:xfrm>
                <a:off x="3171375" y="2730225"/>
                <a:ext cx="72225" cy="407700"/>
              </a:xfrm>
              <a:custGeom>
                <a:rect b="b" l="l" r="r" t="t"/>
                <a:pathLst>
                  <a:path extrusionOk="0" h="16308" w="2889">
                    <a:moveTo>
                      <a:pt x="72" y="1"/>
                    </a:moveTo>
                    <a:cubicBezTo>
                      <a:pt x="32" y="1"/>
                      <a:pt x="0" y="33"/>
                      <a:pt x="0" y="74"/>
                    </a:cubicBezTo>
                    <a:lnTo>
                      <a:pt x="0" y="16230"/>
                    </a:lnTo>
                    <a:cubicBezTo>
                      <a:pt x="0" y="16272"/>
                      <a:pt x="32" y="16308"/>
                      <a:pt x="72"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0"/>
              <p:cNvSpPr/>
              <p:nvPr/>
            </p:nvSpPr>
            <p:spPr>
              <a:xfrm>
                <a:off x="3184100" y="3145550"/>
                <a:ext cx="33900" cy="367375"/>
              </a:xfrm>
              <a:custGeom>
                <a:rect b="b" l="l" r="r" t="t"/>
                <a:pathLst>
                  <a:path extrusionOk="0" h="14695" w="1356">
                    <a:moveTo>
                      <a:pt x="1" y="0"/>
                    </a:moveTo>
                    <a:lnTo>
                      <a:pt x="1" y="14695"/>
                    </a:lnTo>
                    <a:lnTo>
                      <a:pt x="1355" y="14695"/>
                    </a:lnTo>
                    <a:lnTo>
                      <a:pt x="1355"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0"/>
              <p:cNvSpPr/>
              <p:nvPr/>
            </p:nvSpPr>
            <p:spPr>
              <a:xfrm>
                <a:off x="3171375" y="3389050"/>
                <a:ext cx="72225" cy="48325"/>
              </a:xfrm>
              <a:custGeom>
                <a:rect b="b" l="l" r="r" t="t"/>
                <a:pathLst>
                  <a:path extrusionOk="0" h="1933" w="2889">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0"/>
              <p:cNvSpPr/>
              <p:nvPr/>
            </p:nvSpPr>
            <p:spPr>
              <a:xfrm>
                <a:off x="3171375" y="3076150"/>
                <a:ext cx="72225" cy="312925"/>
              </a:xfrm>
              <a:custGeom>
                <a:rect b="b" l="l" r="r" t="t"/>
                <a:pathLst>
                  <a:path extrusionOk="0" h="12517" w="2889">
                    <a:moveTo>
                      <a:pt x="1180" y="1"/>
                    </a:moveTo>
                    <a:cubicBezTo>
                      <a:pt x="528" y="1"/>
                      <a:pt x="0" y="534"/>
                      <a:pt x="0" y="1181"/>
                    </a:cubicBezTo>
                    <a:lnTo>
                      <a:pt x="0" y="12517"/>
                    </a:lnTo>
                    <a:lnTo>
                      <a:pt x="2889" y="12517"/>
                    </a:lnTo>
                    <a:lnTo>
                      <a:pt x="2889" y="1181"/>
                    </a:lnTo>
                    <a:cubicBezTo>
                      <a:pt x="2889" y="534"/>
                      <a:pt x="2361"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0"/>
              <p:cNvSpPr/>
              <p:nvPr/>
            </p:nvSpPr>
            <p:spPr>
              <a:xfrm>
                <a:off x="3023025" y="3588000"/>
                <a:ext cx="194975" cy="24850"/>
              </a:xfrm>
              <a:custGeom>
                <a:rect b="b" l="l" r="r" t="t"/>
                <a:pathLst>
                  <a:path extrusionOk="0" h="994" w="7799">
                    <a:moveTo>
                      <a:pt x="186" y="0"/>
                    </a:moveTo>
                    <a:cubicBezTo>
                      <a:pt x="32" y="893"/>
                      <a:pt x="0" y="994"/>
                      <a:pt x="0" y="994"/>
                    </a:cubicBezTo>
                    <a:lnTo>
                      <a:pt x="7798" y="994"/>
                    </a:lnTo>
                    <a:lnTo>
                      <a:pt x="779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0"/>
              <p:cNvSpPr/>
              <p:nvPr/>
            </p:nvSpPr>
            <p:spPr>
              <a:xfrm>
                <a:off x="3027650" y="3497750"/>
                <a:ext cx="190350" cy="90275"/>
              </a:xfrm>
              <a:custGeom>
                <a:rect b="b" l="l" r="r" t="t"/>
                <a:pathLst>
                  <a:path extrusionOk="0" h="3611" w="7614">
                    <a:moveTo>
                      <a:pt x="5694" y="1"/>
                    </a:moveTo>
                    <a:cubicBezTo>
                      <a:pt x="5694" y="1"/>
                      <a:pt x="5918" y="2092"/>
                      <a:pt x="4336" y="2243"/>
                    </a:cubicBezTo>
                    <a:cubicBezTo>
                      <a:pt x="2759" y="2393"/>
                      <a:pt x="175" y="2607"/>
                      <a:pt x="11" y="3550"/>
                    </a:cubicBezTo>
                    <a:cubicBezTo>
                      <a:pt x="6" y="3573"/>
                      <a:pt x="1" y="3592"/>
                      <a:pt x="1" y="3610"/>
                    </a:cubicBezTo>
                    <a:lnTo>
                      <a:pt x="7613" y="3610"/>
                    </a:lnTo>
                    <a:lnTo>
                      <a:pt x="761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0"/>
              <p:cNvSpPr/>
              <p:nvPr/>
            </p:nvSpPr>
            <p:spPr>
              <a:xfrm>
                <a:off x="3042375" y="3567650"/>
                <a:ext cx="87075" cy="20600"/>
              </a:xfrm>
              <a:custGeom>
                <a:rect b="b" l="l" r="r" t="t"/>
                <a:pathLst>
                  <a:path extrusionOk="0" h="824" w="3483">
                    <a:moveTo>
                      <a:pt x="1250" y="1"/>
                    </a:moveTo>
                    <a:cubicBezTo>
                      <a:pt x="590" y="1"/>
                      <a:pt x="6" y="21"/>
                      <a:pt x="0" y="21"/>
                    </a:cubicBezTo>
                    <a:lnTo>
                      <a:pt x="0" y="71"/>
                    </a:lnTo>
                    <a:cubicBezTo>
                      <a:pt x="9" y="71"/>
                      <a:pt x="592" y="51"/>
                      <a:pt x="1251" y="51"/>
                    </a:cubicBezTo>
                    <a:cubicBezTo>
                      <a:pt x="1580" y="51"/>
                      <a:pt x="1929" y="56"/>
                      <a:pt x="2234" y="71"/>
                    </a:cubicBezTo>
                    <a:cubicBezTo>
                      <a:pt x="3131" y="117"/>
                      <a:pt x="3432" y="814"/>
                      <a:pt x="3437" y="823"/>
                    </a:cubicBezTo>
                    <a:lnTo>
                      <a:pt x="3482" y="805"/>
                    </a:lnTo>
                    <a:cubicBezTo>
                      <a:pt x="3478" y="796"/>
                      <a:pt x="3168" y="71"/>
                      <a:pt x="2234" y="21"/>
                    </a:cubicBezTo>
                    <a:cubicBezTo>
                      <a:pt x="1929" y="6"/>
                      <a:pt x="1579" y="1"/>
                      <a:pt x="12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0"/>
              <p:cNvSpPr/>
              <p:nvPr/>
            </p:nvSpPr>
            <p:spPr>
              <a:xfrm>
                <a:off x="3128625" y="3497750"/>
                <a:ext cx="66125" cy="63150"/>
              </a:xfrm>
              <a:custGeom>
                <a:rect b="b" l="l" r="r" t="t"/>
                <a:pathLst>
                  <a:path extrusionOk="0" h="2526" w="2645">
                    <a:moveTo>
                      <a:pt x="2580" y="1"/>
                    </a:moveTo>
                    <a:cubicBezTo>
                      <a:pt x="2580" y="18"/>
                      <a:pt x="2594" y="2111"/>
                      <a:pt x="1833" y="2380"/>
                    </a:cubicBezTo>
                    <a:cubicBezTo>
                      <a:pt x="1638" y="2449"/>
                      <a:pt x="1427" y="2475"/>
                      <a:pt x="1218" y="2475"/>
                    </a:cubicBezTo>
                    <a:cubicBezTo>
                      <a:pt x="606" y="2475"/>
                      <a:pt x="26" y="2251"/>
                      <a:pt x="19" y="2247"/>
                    </a:cubicBezTo>
                    <a:lnTo>
                      <a:pt x="0" y="2292"/>
                    </a:lnTo>
                    <a:cubicBezTo>
                      <a:pt x="5" y="2298"/>
                      <a:pt x="593" y="2525"/>
                      <a:pt x="1218" y="2525"/>
                    </a:cubicBezTo>
                    <a:cubicBezTo>
                      <a:pt x="1431" y="2525"/>
                      <a:pt x="1650" y="2498"/>
                      <a:pt x="1851" y="2429"/>
                    </a:cubicBezTo>
                    <a:cubicBezTo>
                      <a:pt x="2644"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0"/>
              <p:cNvSpPr/>
              <p:nvPr/>
            </p:nvSpPr>
            <p:spPr>
              <a:xfrm>
                <a:off x="3168275" y="3504025"/>
                <a:ext cx="25775" cy="17675"/>
              </a:xfrm>
              <a:custGeom>
                <a:rect b="b" l="l" r="r" t="t"/>
                <a:pathLst>
                  <a:path extrusionOk="0" h="707" w="1031">
                    <a:moveTo>
                      <a:pt x="1004" y="0"/>
                    </a:moveTo>
                    <a:lnTo>
                      <a:pt x="1" y="665"/>
                    </a:lnTo>
                    <a:lnTo>
                      <a:pt x="28" y="707"/>
                    </a:lnTo>
                    <a:lnTo>
                      <a:pt x="1031" y="41"/>
                    </a:lnTo>
                    <a:lnTo>
                      <a:pt x="100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0"/>
              <p:cNvSpPr/>
              <p:nvPr/>
            </p:nvSpPr>
            <p:spPr>
              <a:xfrm>
                <a:off x="3169850" y="3508700"/>
                <a:ext cx="22600" cy="13000"/>
              </a:xfrm>
              <a:custGeom>
                <a:rect b="b" l="l" r="r" t="t"/>
                <a:pathLst>
                  <a:path extrusionOk="0" h="520" w="904">
                    <a:moveTo>
                      <a:pt x="24" y="0"/>
                    </a:moveTo>
                    <a:lnTo>
                      <a:pt x="1" y="41"/>
                    </a:lnTo>
                    <a:lnTo>
                      <a:pt x="882" y="520"/>
                    </a:lnTo>
                    <a:lnTo>
                      <a:pt x="903" y="478"/>
                    </a:lnTo>
                    <a:lnTo>
                      <a:pt x="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0"/>
              <p:cNvSpPr/>
              <p:nvPr/>
            </p:nvSpPr>
            <p:spPr>
              <a:xfrm>
                <a:off x="3161100" y="3528375"/>
                <a:ext cx="29975" cy="11650"/>
              </a:xfrm>
              <a:custGeom>
                <a:rect b="b" l="l" r="r" t="t"/>
                <a:pathLst>
                  <a:path extrusionOk="0" h="466" w="1199">
                    <a:moveTo>
                      <a:pt x="1181" y="1"/>
                    </a:moveTo>
                    <a:lnTo>
                      <a:pt x="1" y="416"/>
                    </a:lnTo>
                    <a:lnTo>
                      <a:pt x="14" y="466"/>
                    </a:lnTo>
                    <a:lnTo>
                      <a:pt x="1199" y="47"/>
                    </a:lnTo>
                    <a:lnTo>
                      <a:pt x="11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0"/>
              <p:cNvSpPr/>
              <p:nvPr/>
            </p:nvSpPr>
            <p:spPr>
              <a:xfrm>
                <a:off x="3166125" y="3528375"/>
                <a:ext cx="21200" cy="14975"/>
              </a:xfrm>
              <a:custGeom>
                <a:rect b="b" l="l" r="r" t="t"/>
                <a:pathLst>
                  <a:path extrusionOk="0" h="599" w="848">
                    <a:moveTo>
                      <a:pt x="27" y="1"/>
                    </a:moveTo>
                    <a:lnTo>
                      <a:pt x="0" y="47"/>
                    </a:lnTo>
                    <a:lnTo>
                      <a:pt x="820" y="598"/>
                    </a:lnTo>
                    <a:lnTo>
                      <a:pt x="848" y="558"/>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0"/>
              <p:cNvSpPr/>
              <p:nvPr/>
            </p:nvSpPr>
            <p:spPr>
              <a:xfrm>
                <a:off x="3272550" y="2730225"/>
                <a:ext cx="72250" cy="407700"/>
              </a:xfrm>
              <a:custGeom>
                <a:rect b="b" l="l" r="r" t="t"/>
                <a:pathLst>
                  <a:path extrusionOk="0" h="16308" w="2890">
                    <a:moveTo>
                      <a:pt x="73" y="1"/>
                    </a:moveTo>
                    <a:cubicBezTo>
                      <a:pt x="32" y="1"/>
                      <a:pt x="0" y="33"/>
                      <a:pt x="0" y="74"/>
                    </a:cubicBezTo>
                    <a:lnTo>
                      <a:pt x="0" y="16230"/>
                    </a:lnTo>
                    <a:cubicBezTo>
                      <a:pt x="0" y="16272"/>
                      <a:pt x="32" y="16308"/>
                      <a:pt x="73"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0"/>
              <p:cNvSpPr/>
              <p:nvPr/>
            </p:nvSpPr>
            <p:spPr>
              <a:xfrm>
                <a:off x="3288375" y="3145550"/>
                <a:ext cx="33750" cy="367375"/>
              </a:xfrm>
              <a:custGeom>
                <a:rect b="b" l="l" r="r" t="t"/>
                <a:pathLst>
                  <a:path extrusionOk="0" h="14695" w="1350">
                    <a:moveTo>
                      <a:pt x="1" y="0"/>
                    </a:moveTo>
                    <a:lnTo>
                      <a:pt x="1" y="14695"/>
                    </a:lnTo>
                    <a:lnTo>
                      <a:pt x="1349" y="14695"/>
                    </a:lnTo>
                    <a:lnTo>
                      <a:pt x="134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50"/>
              <p:cNvSpPr/>
              <p:nvPr/>
            </p:nvSpPr>
            <p:spPr>
              <a:xfrm>
                <a:off x="3272550" y="3076150"/>
                <a:ext cx="72250" cy="312925"/>
              </a:xfrm>
              <a:custGeom>
                <a:rect b="b" l="l" r="r" t="t"/>
                <a:pathLst>
                  <a:path extrusionOk="0" h="12517" w="2890">
                    <a:moveTo>
                      <a:pt x="1181" y="1"/>
                    </a:moveTo>
                    <a:cubicBezTo>
                      <a:pt x="529" y="1"/>
                      <a:pt x="0" y="534"/>
                      <a:pt x="0" y="1181"/>
                    </a:cubicBezTo>
                    <a:lnTo>
                      <a:pt x="0" y="12517"/>
                    </a:lnTo>
                    <a:lnTo>
                      <a:pt x="2889" y="12517"/>
                    </a:lnTo>
                    <a:lnTo>
                      <a:pt x="2889" y="1181"/>
                    </a:lnTo>
                    <a:cubicBezTo>
                      <a:pt x="2889" y="534"/>
                      <a:pt x="2356"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50"/>
              <p:cNvSpPr/>
              <p:nvPr/>
            </p:nvSpPr>
            <p:spPr>
              <a:xfrm>
                <a:off x="3272550" y="3389050"/>
                <a:ext cx="72250" cy="48325"/>
              </a:xfrm>
              <a:custGeom>
                <a:rect b="b" l="l" r="r" t="t"/>
                <a:pathLst>
                  <a:path extrusionOk="0" h="1933" w="2890">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0"/>
              <p:cNvSpPr/>
              <p:nvPr/>
            </p:nvSpPr>
            <p:spPr>
              <a:xfrm>
                <a:off x="3133075" y="3588000"/>
                <a:ext cx="194975" cy="24850"/>
              </a:xfrm>
              <a:custGeom>
                <a:rect b="b" l="l" r="r" t="t"/>
                <a:pathLst>
                  <a:path extrusionOk="0" h="994" w="7799">
                    <a:moveTo>
                      <a:pt x="182" y="0"/>
                    </a:moveTo>
                    <a:cubicBezTo>
                      <a:pt x="28" y="893"/>
                      <a:pt x="1" y="994"/>
                      <a:pt x="1" y="994"/>
                    </a:cubicBezTo>
                    <a:lnTo>
                      <a:pt x="7799" y="994"/>
                    </a:lnTo>
                    <a:lnTo>
                      <a:pt x="779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0"/>
              <p:cNvSpPr/>
              <p:nvPr/>
            </p:nvSpPr>
            <p:spPr>
              <a:xfrm>
                <a:off x="3137625" y="3497750"/>
                <a:ext cx="190425" cy="90275"/>
              </a:xfrm>
              <a:custGeom>
                <a:rect b="b" l="l" r="r" t="t"/>
                <a:pathLst>
                  <a:path extrusionOk="0" h="3611" w="7617">
                    <a:moveTo>
                      <a:pt x="5698" y="1"/>
                    </a:moveTo>
                    <a:cubicBezTo>
                      <a:pt x="5698" y="1"/>
                      <a:pt x="5921" y="2092"/>
                      <a:pt x="4340" y="2243"/>
                    </a:cubicBezTo>
                    <a:cubicBezTo>
                      <a:pt x="2762" y="2393"/>
                      <a:pt x="174" y="2607"/>
                      <a:pt x="10" y="3550"/>
                    </a:cubicBezTo>
                    <a:cubicBezTo>
                      <a:pt x="10" y="3573"/>
                      <a:pt x="5" y="3592"/>
                      <a:pt x="0" y="3610"/>
                    </a:cubicBezTo>
                    <a:lnTo>
                      <a:pt x="7617" y="3610"/>
                    </a:lnTo>
                    <a:lnTo>
                      <a:pt x="761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0"/>
              <p:cNvSpPr/>
              <p:nvPr/>
            </p:nvSpPr>
            <p:spPr>
              <a:xfrm>
                <a:off x="3152325" y="3567650"/>
                <a:ext cx="87075" cy="20600"/>
              </a:xfrm>
              <a:custGeom>
                <a:rect b="b" l="l" r="r" t="t"/>
                <a:pathLst>
                  <a:path extrusionOk="0" h="824" w="3483">
                    <a:moveTo>
                      <a:pt x="1252" y="1"/>
                    </a:moveTo>
                    <a:cubicBezTo>
                      <a:pt x="592" y="1"/>
                      <a:pt x="10" y="21"/>
                      <a:pt x="1" y="21"/>
                    </a:cubicBezTo>
                    <a:lnTo>
                      <a:pt x="5" y="71"/>
                    </a:lnTo>
                    <a:cubicBezTo>
                      <a:pt x="11" y="71"/>
                      <a:pt x="592" y="51"/>
                      <a:pt x="1251" y="51"/>
                    </a:cubicBezTo>
                    <a:cubicBezTo>
                      <a:pt x="1580" y="51"/>
                      <a:pt x="1928" y="56"/>
                      <a:pt x="2233" y="71"/>
                    </a:cubicBezTo>
                    <a:cubicBezTo>
                      <a:pt x="3136" y="117"/>
                      <a:pt x="3437" y="814"/>
                      <a:pt x="3437" y="823"/>
                    </a:cubicBezTo>
                    <a:lnTo>
                      <a:pt x="3483" y="805"/>
                    </a:lnTo>
                    <a:cubicBezTo>
                      <a:pt x="3483" y="796"/>
                      <a:pt x="3169" y="71"/>
                      <a:pt x="2239" y="21"/>
                    </a:cubicBezTo>
                    <a:cubicBezTo>
                      <a:pt x="1932" y="6"/>
                      <a:pt x="1582" y="1"/>
                      <a:pt x="12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0"/>
              <p:cNvSpPr/>
              <p:nvPr/>
            </p:nvSpPr>
            <p:spPr>
              <a:xfrm>
                <a:off x="3238575" y="3497750"/>
                <a:ext cx="66125" cy="63150"/>
              </a:xfrm>
              <a:custGeom>
                <a:rect b="b" l="l" r="r" t="t"/>
                <a:pathLst>
                  <a:path extrusionOk="0" h="2526" w="2645">
                    <a:moveTo>
                      <a:pt x="2580" y="1"/>
                    </a:moveTo>
                    <a:cubicBezTo>
                      <a:pt x="2580" y="18"/>
                      <a:pt x="2594" y="2111"/>
                      <a:pt x="1833" y="2380"/>
                    </a:cubicBezTo>
                    <a:cubicBezTo>
                      <a:pt x="1639" y="2449"/>
                      <a:pt x="1427" y="2475"/>
                      <a:pt x="1219" y="2475"/>
                    </a:cubicBezTo>
                    <a:cubicBezTo>
                      <a:pt x="608" y="2475"/>
                      <a:pt x="29" y="2251"/>
                      <a:pt x="19" y="2247"/>
                    </a:cubicBezTo>
                    <a:lnTo>
                      <a:pt x="1" y="2292"/>
                    </a:lnTo>
                    <a:cubicBezTo>
                      <a:pt x="10" y="2298"/>
                      <a:pt x="598" y="2525"/>
                      <a:pt x="1223" y="2525"/>
                    </a:cubicBezTo>
                    <a:cubicBezTo>
                      <a:pt x="1436" y="2525"/>
                      <a:pt x="1650" y="2498"/>
                      <a:pt x="1852" y="2429"/>
                    </a:cubicBezTo>
                    <a:cubicBezTo>
                      <a:pt x="2645"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0"/>
              <p:cNvSpPr/>
              <p:nvPr/>
            </p:nvSpPr>
            <p:spPr>
              <a:xfrm>
                <a:off x="3278225" y="3504025"/>
                <a:ext cx="25900" cy="17675"/>
              </a:xfrm>
              <a:custGeom>
                <a:rect b="b" l="l" r="r" t="t"/>
                <a:pathLst>
                  <a:path extrusionOk="0" h="707" w="1036">
                    <a:moveTo>
                      <a:pt x="1008" y="0"/>
                    </a:moveTo>
                    <a:lnTo>
                      <a:pt x="1" y="665"/>
                    </a:lnTo>
                    <a:lnTo>
                      <a:pt x="28" y="707"/>
                    </a:lnTo>
                    <a:lnTo>
                      <a:pt x="1036" y="41"/>
                    </a:lnTo>
                    <a:lnTo>
                      <a:pt x="10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0"/>
              <p:cNvSpPr/>
              <p:nvPr/>
            </p:nvSpPr>
            <p:spPr>
              <a:xfrm>
                <a:off x="3279825" y="3508700"/>
                <a:ext cx="22575" cy="13000"/>
              </a:xfrm>
              <a:custGeom>
                <a:rect b="b" l="l" r="r" t="t"/>
                <a:pathLst>
                  <a:path extrusionOk="0" h="520" w="903">
                    <a:moveTo>
                      <a:pt x="23" y="0"/>
                    </a:moveTo>
                    <a:lnTo>
                      <a:pt x="0" y="41"/>
                    </a:lnTo>
                    <a:lnTo>
                      <a:pt x="880" y="520"/>
                    </a:lnTo>
                    <a:lnTo>
                      <a:pt x="903" y="478"/>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0"/>
              <p:cNvSpPr/>
              <p:nvPr/>
            </p:nvSpPr>
            <p:spPr>
              <a:xfrm>
                <a:off x="3271050" y="3528375"/>
                <a:ext cx="30000" cy="11650"/>
              </a:xfrm>
              <a:custGeom>
                <a:rect b="b" l="l" r="r" t="t"/>
                <a:pathLst>
                  <a:path extrusionOk="0" h="466" w="1200">
                    <a:moveTo>
                      <a:pt x="1186" y="1"/>
                    </a:moveTo>
                    <a:lnTo>
                      <a:pt x="0" y="416"/>
                    </a:lnTo>
                    <a:lnTo>
                      <a:pt x="19" y="466"/>
                    </a:lnTo>
                    <a:lnTo>
                      <a:pt x="1199" y="47"/>
                    </a:lnTo>
                    <a:lnTo>
                      <a:pt x="11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0"/>
              <p:cNvSpPr/>
              <p:nvPr/>
            </p:nvSpPr>
            <p:spPr>
              <a:xfrm>
                <a:off x="3276075" y="3528375"/>
                <a:ext cx="21325" cy="14975"/>
              </a:xfrm>
              <a:custGeom>
                <a:rect b="b" l="l" r="r" t="t"/>
                <a:pathLst>
                  <a:path extrusionOk="0" h="599" w="853">
                    <a:moveTo>
                      <a:pt x="28" y="1"/>
                    </a:moveTo>
                    <a:lnTo>
                      <a:pt x="0" y="47"/>
                    </a:lnTo>
                    <a:lnTo>
                      <a:pt x="825" y="598"/>
                    </a:lnTo>
                    <a:lnTo>
                      <a:pt x="853" y="558"/>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0"/>
              <p:cNvSpPr/>
              <p:nvPr/>
            </p:nvSpPr>
            <p:spPr>
              <a:xfrm>
                <a:off x="3049325" y="2311050"/>
                <a:ext cx="463425" cy="420575"/>
              </a:xfrm>
              <a:custGeom>
                <a:rect b="b" l="l" r="r" t="t"/>
                <a:pathLst>
                  <a:path extrusionOk="0" h="16823" w="18537">
                    <a:moveTo>
                      <a:pt x="6368" y="0"/>
                    </a:moveTo>
                    <a:cubicBezTo>
                      <a:pt x="6368" y="0"/>
                      <a:pt x="1349" y="615"/>
                      <a:pt x="675" y="1404"/>
                    </a:cubicBezTo>
                    <a:cubicBezTo>
                      <a:pt x="0" y="2192"/>
                      <a:pt x="2175" y="15838"/>
                      <a:pt x="3149" y="16663"/>
                    </a:cubicBezTo>
                    <a:cubicBezTo>
                      <a:pt x="3214" y="16722"/>
                      <a:pt x="3318" y="16772"/>
                      <a:pt x="3455" y="16822"/>
                    </a:cubicBezTo>
                    <a:lnTo>
                      <a:pt x="14174" y="16822"/>
                    </a:lnTo>
                    <a:cubicBezTo>
                      <a:pt x="15082" y="15022"/>
                      <a:pt x="18463" y="4197"/>
                      <a:pt x="18500" y="2680"/>
                    </a:cubicBezTo>
                    <a:cubicBezTo>
                      <a:pt x="18537" y="1067"/>
                      <a:pt x="16723" y="724"/>
                      <a:pt x="14403" y="351"/>
                    </a:cubicBezTo>
                    <a:lnTo>
                      <a:pt x="6368"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0"/>
              <p:cNvSpPr/>
              <p:nvPr/>
            </p:nvSpPr>
            <p:spPr>
              <a:xfrm>
                <a:off x="3062200" y="2425100"/>
                <a:ext cx="64400" cy="303425"/>
              </a:xfrm>
              <a:custGeom>
                <a:rect b="b" l="l" r="r" t="t"/>
                <a:pathLst>
                  <a:path extrusionOk="0" h="12137" w="2576">
                    <a:moveTo>
                      <a:pt x="60" y="1"/>
                    </a:moveTo>
                    <a:lnTo>
                      <a:pt x="1" y="9"/>
                    </a:lnTo>
                    <a:cubicBezTo>
                      <a:pt x="5" y="46"/>
                      <a:pt x="402" y="3952"/>
                      <a:pt x="839" y="6135"/>
                    </a:cubicBezTo>
                    <a:cubicBezTo>
                      <a:pt x="1107" y="7471"/>
                      <a:pt x="1901" y="10136"/>
                      <a:pt x="2516" y="12137"/>
                    </a:cubicBezTo>
                    <a:lnTo>
                      <a:pt x="2575" y="12124"/>
                    </a:lnTo>
                    <a:cubicBezTo>
                      <a:pt x="1955" y="10123"/>
                      <a:pt x="1168" y="7456"/>
                      <a:pt x="899" y="6121"/>
                    </a:cubicBezTo>
                    <a:cubicBezTo>
                      <a:pt x="461" y="3943"/>
                      <a:pt x="64" y="41"/>
                      <a:pt x="6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0"/>
              <p:cNvSpPr/>
              <p:nvPr/>
            </p:nvSpPr>
            <p:spPr>
              <a:xfrm>
                <a:off x="3208500" y="2294525"/>
                <a:ext cx="174925" cy="75100"/>
              </a:xfrm>
              <a:custGeom>
                <a:rect b="b" l="l" r="r" t="t"/>
                <a:pathLst>
                  <a:path extrusionOk="0" h="3004" w="6997">
                    <a:moveTo>
                      <a:pt x="3629" y="1"/>
                    </a:moveTo>
                    <a:lnTo>
                      <a:pt x="1" y="661"/>
                    </a:lnTo>
                    <a:lnTo>
                      <a:pt x="2197" y="3003"/>
                    </a:lnTo>
                    <a:lnTo>
                      <a:pt x="6997" y="966"/>
                    </a:lnTo>
                    <a:lnTo>
                      <a:pt x="3629"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0"/>
              <p:cNvSpPr/>
              <p:nvPr/>
            </p:nvSpPr>
            <p:spPr>
              <a:xfrm>
                <a:off x="3189475" y="2311050"/>
                <a:ext cx="219925" cy="78750"/>
              </a:xfrm>
              <a:custGeom>
                <a:rect b="b" l="l" r="r" t="t"/>
                <a:pathLst>
                  <a:path extrusionOk="0" h="3150" w="8797">
                    <a:moveTo>
                      <a:pt x="762" y="0"/>
                    </a:moveTo>
                    <a:lnTo>
                      <a:pt x="0" y="105"/>
                    </a:lnTo>
                    <a:lnTo>
                      <a:pt x="2798" y="3149"/>
                    </a:lnTo>
                    <a:lnTo>
                      <a:pt x="8560" y="342"/>
                    </a:lnTo>
                    <a:lnTo>
                      <a:pt x="8797" y="351"/>
                    </a:lnTo>
                    <a:lnTo>
                      <a:pt x="8797" y="351"/>
                    </a:lnTo>
                    <a:lnTo>
                      <a:pt x="7758" y="305"/>
                    </a:lnTo>
                    <a:lnTo>
                      <a:pt x="2958" y="2342"/>
                    </a:lnTo>
                    <a:lnTo>
                      <a:pt x="762" y="0"/>
                    </a:ln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0"/>
              <p:cNvSpPr/>
              <p:nvPr/>
            </p:nvSpPr>
            <p:spPr>
              <a:xfrm>
                <a:off x="3387850" y="2338275"/>
                <a:ext cx="169125" cy="370000"/>
              </a:xfrm>
              <a:custGeom>
                <a:rect b="b" l="l" r="r" t="t"/>
                <a:pathLst>
                  <a:path extrusionOk="0" h="14800" w="6765">
                    <a:moveTo>
                      <a:pt x="3870" y="1"/>
                    </a:moveTo>
                    <a:cubicBezTo>
                      <a:pt x="0" y="392"/>
                      <a:pt x="1569" y="8478"/>
                      <a:pt x="2088" y="11171"/>
                    </a:cubicBezTo>
                    <a:cubicBezTo>
                      <a:pt x="2557" y="13607"/>
                      <a:pt x="3026" y="14799"/>
                      <a:pt x="4052" y="14799"/>
                    </a:cubicBezTo>
                    <a:cubicBezTo>
                      <a:pt x="4162" y="14799"/>
                      <a:pt x="4279" y="14785"/>
                      <a:pt x="4403" y="14758"/>
                    </a:cubicBezTo>
                    <a:cubicBezTo>
                      <a:pt x="5675" y="14476"/>
                      <a:pt x="6764" y="7630"/>
                      <a:pt x="6668" y="4179"/>
                    </a:cubicBezTo>
                    <a:cubicBezTo>
                      <a:pt x="6573" y="734"/>
                      <a:pt x="3870" y="1"/>
                      <a:pt x="387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0"/>
              <p:cNvSpPr/>
              <p:nvPr/>
            </p:nvSpPr>
            <p:spPr>
              <a:xfrm>
                <a:off x="3443575" y="2603500"/>
                <a:ext cx="95650" cy="312500"/>
              </a:xfrm>
              <a:custGeom>
                <a:rect b="b" l="l" r="r" t="t"/>
                <a:pathLst>
                  <a:path extrusionOk="0" h="12500" w="3826">
                    <a:moveTo>
                      <a:pt x="3771" y="1"/>
                    </a:moveTo>
                    <a:cubicBezTo>
                      <a:pt x="3495" y="1"/>
                      <a:pt x="2190" y="229"/>
                      <a:pt x="1226" y="1315"/>
                    </a:cubicBezTo>
                    <a:cubicBezTo>
                      <a:pt x="1226" y="1315"/>
                      <a:pt x="0" y="2102"/>
                      <a:pt x="141" y="4965"/>
                    </a:cubicBezTo>
                    <a:cubicBezTo>
                      <a:pt x="228" y="6696"/>
                      <a:pt x="406" y="10083"/>
                      <a:pt x="533" y="12499"/>
                    </a:cubicBezTo>
                    <a:lnTo>
                      <a:pt x="2584" y="12499"/>
                    </a:lnTo>
                    <a:cubicBezTo>
                      <a:pt x="3021" y="8114"/>
                      <a:pt x="3819" y="47"/>
                      <a:pt x="3824" y="11"/>
                    </a:cubicBezTo>
                    <a:cubicBezTo>
                      <a:pt x="3826" y="4"/>
                      <a:pt x="3807" y="1"/>
                      <a:pt x="37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0"/>
              <p:cNvSpPr/>
              <p:nvPr/>
            </p:nvSpPr>
            <p:spPr>
              <a:xfrm>
                <a:off x="3456875" y="2915975"/>
                <a:ext cx="51300" cy="68925"/>
              </a:xfrm>
              <a:custGeom>
                <a:rect b="b" l="l" r="r" t="t"/>
                <a:pathLst>
                  <a:path extrusionOk="0" h="2757" w="2052">
                    <a:moveTo>
                      <a:pt x="1" y="0"/>
                    </a:moveTo>
                    <a:cubicBezTo>
                      <a:pt x="83" y="1586"/>
                      <a:pt x="148" y="2757"/>
                      <a:pt x="148" y="2757"/>
                    </a:cubicBezTo>
                    <a:lnTo>
                      <a:pt x="1783" y="2757"/>
                    </a:lnTo>
                    <a:cubicBezTo>
                      <a:pt x="1783" y="2757"/>
                      <a:pt x="1892" y="1635"/>
                      <a:pt x="2052"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0"/>
              <p:cNvSpPr/>
              <p:nvPr/>
            </p:nvSpPr>
            <p:spPr>
              <a:xfrm>
                <a:off x="3427775" y="2984600"/>
                <a:ext cx="73675" cy="96650"/>
              </a:xfrm>
              <a:custGeom>
                <a:rect b="b" l="l" r="r" t="t"/>
                <a:pathLst>
                  <a:path extrusionOk="0" h="3866" w="2947">
                    <a:moveTo>
                      <a:pt x="1092" y="0"/>
                    </a:moveTo>
                    <a:cubicBezTo>
                      <a:pt x="750" y="0"/>
                      <a:pt x="124" y="79"/>
                      <a:pt x="71" y="646"/>
                    </a:cubicBezTo>
                    <a:cubicBezTo>
                      <a:pt x="0" y="1358"/>
                      <a:pt x="154" y="2055"/>
                      <a:pt x="282" y="2055"/>
                    </a:cubicBezTo>
                    <a:cubicBezTo>
                      <a:pt x="294" y="2055"/>
                      <a:pt x="306" y="2048"/>
                      <a:pt x="317" y="2035"/>
                    </a:cubicBezTo>
                    <a:cubicBezTo>
                      <a:pt x="443" y="1889"/>
                      <a:pt x="763" y="1209"/>
                      <a:pt x="939" y="1209"/>
                    </a:cubicBezTo>
                    <a:cubicBezTo>
                      <a:pt x="948" y="1209"/>
                      <a:pt x="957" y="1211"/>
                      <a:pt x="965" y="1215"/>
                    </a:cubicBezTo>
                    <a:cubicBezTo>
                      <a:pt x="1138" y="1293"/>
                      <a:pt x="946" y="3827"/>
                      <a:pt x="1165" y="3863"/>
                    </a:cubicBezTo>
                    <a:cubicBezTo>
                      <a:pt x="1174" y="3865"/>
                      <a:pt x="1183" y="3865"/>
                      <a:pt x="1192" y="3865"/>
                    </a:cubicBezTo>
                    <a:cubicBezTo>
                      <a:pt x="1427" y="3865"/>
                      <a:pt x="1941" y="3438"/>
                      <a:pt x="2191" y="2834"/>
                    </a:cubicBezTo>
                    <a:cubicBezTo>
                      <a:pt x="2450" y="2205"/>
                      <a:pt x="2947" y="12"/>
                      <a:pt x="2947" y="12"/>
                    </a:cubicBezTo>
                    <a:lnTo>
                      <a:pt x="1312" y="12"/>
                    </a:lnTo>
                    <a:cubicBezTo>
                      <a:pt x="1312" y="12"/>
                      <a:pt x="1222" y="0"/>
                      <a:pt x="109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0"/>
              <p:cNvSpPr/>
              <p:nvPr/>
            </p:nvSpPr>
            <p:spPr>
              <a:xfrm>
                <a:off x="2956800" y="1744975"/>
                <a:ext cx="425850" cy="96850"/>
              </a:xfrm>
              <a:custGeom>
                <a:rect b="b" l="l" r="r" t="t"/>
                <a:pathLst>
                  <a:path extrusionOk="0" h="3874" w="17034">
                    <a:moveTo>
                      <a:pt x="6112" y="1"/>
                    </a:moveTo>
                    <a:cubicBezTo>
                      <a:pt x="3415" y="1"/>
                      <a:pt x="1085" y="1587"/>
                      <a:pt x="1" y="3874"/>
                    </a:cubicBezTo>
                    <a:lnTo>
                      <a:pt x="17033" y="3874"/>
                    </a:lnTo>
                    <a:cubicBezTo>
                      <a:pt x="16436" y="2622"/>
                      <a:pt x="15159" y="1751"/>
                      <a:pt x="13678" y="1751"/>
                    </a:cubicBezTo>
                    <a:cubicBezTo>
                      <a:pt x="13341" y="1751"/>
                      <a:pt x="13013" y="1796"/>
                      <a:pt x="12698" y="1883"/>
                    </a:cubicBezTo>
                    <a:cubicBezTo>
                      <a:pt x="12456" y="1950"/>
                      <a:pt x="12209" y="1982"/>
                      <a:pt x="11964" y="1982"/>
                    </a:cubicBezTo>
                    <a:cubicBezTo>
                      <a:pt x="11336" y="1982"/>
                      <a:pt x="10716" y="1771"/>
                      <a:pt x="10205" y="1381"/>
                    </a:cubicBezTo>
                    <a:cubicBezTo>
                      <a:pt x="9070" y="516"/>
                      <a:pt x="7653" y="1"/>
                      <a:pt x="6112"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0"/>
              <p:cNvSpPr/>
              <p:nvPr/>
            </p:nvSpPr>
            <p:spPr>
              <a:xfrm>
                <a:off x="2727550" y="1972275"/>
                <a:ext cx="428450" cy="138800"/>
              </a:xfrm>
              <a:custGeom>
                <a:rect b="b" l="l" r="r" t="t"/>
                <a:pathLst>
                  <a:path extrusionOk="0" h="5552" w="17138">
                    <a:moveTo>
                      <a:pt x="5666" y="1"/>
                    </a:moveTo>
                    <a:cubicBezTo>
                      <a:pt x="2571" y="1"/>
                      <a:pt x="60" y="2476"/>
                      <a:pt x="0" y="5552"/>
                    </a:cubicBezTo>
                    <a:lnTo>
                      <a:pt x="17137" y="5552"/>
                    </a:lnTo>
                    <a:cubicBezTo>
                      <a:pt x="16718" y="3638"/>
                      <a:pt x="15009" y="2203"/>
                      <a:pt x="12968" y="2203"/>
                    </a:cubicBezTo>
                    <a:cubicBezTo>
                      <a:pt x="12534" y="2203"/>
                      <a:pt x="12114" y="2266"/>
                      <a:pt x="11718" y="2390"/>
                    </a:cubicBezTo>
                    <a:cubicBezTo>
                      <a:pt x="11546" y="2442"/>
                      <a:pt x="11371" y="2468"/>
                      <a:pt x="11196" y="2468"/>
                    </a:cubicBezTo>
                    <a:cubicBezTo>
                      <a:pt x="10705" y="2468"/>
                      <a:pt x="10226" y="2265"/>
                      <a:pt x="9886" y="1888"/>
                    </a:cubicBezTo>
                    <a:cubicBezTo>
                      <a:pt x="8851" y="730"/>
                      <a:pt x="7343" y="1"/>
                      <a:pt x="5666"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64" name="Google Shape;3264;p50"/>
          <p:cNvSpPr txBox="1"/>
          <p:nvPr/>
        </p:nvSpPr>
        <p:spPr>
          <a:xfrm>
            <a:off x="5245501" y="1712600"/>
            <a:ext cx="1123200" cy="5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rgbClr val="5C259D"/>
                </a:solidFill>
                <a:latin typeface="Abel"/>
                <a:ea typeface="Abel"/>
                <a:cs typeface="Abel"/>
                <a:sym typeface="Abel"/>
              </a:rPr>
              <a:t>STYLE</a:t>
            </a:r>
            <a:endParaRPr b="1" sz="2300">
              <a:solidFill>
                <a:srgbClr val="5C259D"/>
              </a:solidFill>
              <a:latin typeface="Abel"/>
              <a:ea typeface="Abel"/>
              <a:cs typeface="Abel"/>
              <a:sym typeface="Abel"/>
            </a:endParaRPr>
          </a:p>
          <a:p>
            <a:pPr indent="0" lvl="0" marL="0" rtl="0" algn="l">
              <a:spcBef>
                <a:spcPts val="0"/>
              </a:spcBef>
              <a:spcAft>
                <a:spcPts val="0"/>
              </a:spcAft>
              <a:buNone/>
            </a:pPr>
            <a:r>
              <a:rPr b="1" lang="en" sz="2300">
                <a:solidFill>
                  <a:srgbClr val="5C259D"/>
                </a:solidFill>
                <a:latin typeface="Abel"/>
                <a:ea typeface="Abel"/>
                <a:cs typeface="Abel"/>
                <a:sym typeface="Abel"/>
              </a:rPr>
              <a:t>GUIDE</a:t>
            </a:r>
            <a:endParaRPr b="1" sz="2300">
              <a:solidFill>
                <a:srgbClr val="5C259D"/>
              </a:solidFill>
              <a:latin typeface="Abel"/>
              <a:ea typeface="Abel"/>
              <a:cs typeface="Abel"/>
              <a:sym typeface="Abe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9" name="Shape 3269"/>
        <p:cNvGrpSpPr/>
        <p:nvPr/>
      </p:nvGrpSpPr>
      <p:grpSpPr>
        <a:xfrm>
          <a:off x="0" y="0"/>
          <a:ext cx="0" cy="0"/>
          <a:chOff x="0" y="0"/>
          <a:chExt cx="0" cy="0"/>
        </a:xfrm>
      </p:grpSpPr>
      <p:sp>
        <p:nvSpPr>
          <p:cNvPr id="3270" name="Google Shape;3270;p51"/>
          <p:cNvSpPr/>
          <p:nvPr/>
        </p:nvSpPr>
        <p:spPr>
          <a:xfrm>
            <a:off x="6093119" y="1026175"/>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1"/>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272" name="Google Shape;3272;p51"/>
          <p:cNvSpPr/>
          <p:nvPr/>
        </p:nvSpPr>
        <p:spPr>
          <a:xfrm>
            <a:off x="4172156" y="1026175"/>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1"/>
          <p:cNvSpPr txBox="1"/>
          <p:nvPr>
            <p:ph idx="1" type="subTitle"/>
          </p:nvPr>
        </p:nvSpPr>
        <p:spPr>
          <a:xfrm flipH="1">
            <a:off x="3291150" y="1546550"/>
            <a:ext cx="22698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Position Stament</a:t>
            </a:r>
            <a:endParaRPr sz="2000"/>
          </a:p>
          <a:p>
            <a:pPr indent="0" lvl="0" marL="0" rtl="0" algn="ctr">
              <a:spcBef>
                <a:spcPts val="0"/>
              </a:spcBef>
              <a:spcAft>
                <a:spcPts val="0"/>
              </a:spcAft>
              <a:buNone/>
            </a:pPr>
            <a:r>
              <a:rPr lang="en" sz="2000"/>
              <a:t>and Voice</a:t>
            </a:r>
            <a:endParaRPr sz="2000"/>
          </a:p>
        </p:txBody>
      </p:sp>
      <p:sp>
        <p:nvSpPr>
          <p:cNvPr id="3274" name="Google Shape;3274;p51"/>
          <p:cNvSpPr txBox="1"/>
          <p:nvPr>
            <p:ph idx="2" type="subTitle"/>
          </p:nvPr>
        </p:nvSpPr>
        <p:spPr>
          <a:xfrm flipH="1">
            <a:off x="5633819" y="1546562"/>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Logos</a:t>
            </a:r>
            <a:endParaRPr sz="2000"/>
          </a:p>
        </p:txBody>
      </p:sp>
      <p:grpSp>
        <p:nvGrpSpPr>
          <p:cNvPr id="3275" name="Google Shape;3275;p51"/>
          <p:cNvGrpSpPr/>
          <p:nvPr/>
        </p:nvGrpSpPr>
        <p:grpSpPr>
          <a:xfrm>
            <a:off x="4259670" y="1113956"/>
            <a:ext cx="332757" cy="332343"/>
            <a:chOff x="2656907" y="2439293"/>
            <a:chExt cx="332757" cy="332343"/>
          </a:xfrm>
        </p:grpSpPr>
        <p:sp>
          <p:nvSpPr>
            <p:cNvPr id="3276" name="Google Shape;3276;p51"/>
            <p:cNvSpPr/>
            <p:nvPr/>
          </p:nvSpPr>
          <p:spPr>
            <a:xfrm>
              <a:off x="2868751" y="2547666"/>
              <a:ext cx="53088" cy="53088"/>
            </a:xfrm>
            <a:custGeom>
              <a:rect b="b" l="l" r="r" t="t"/>
              <a:pathLst>
                <a:path extrusionOk="0" h="1668" w="1668">
                  <a:moveTo>
                    <a:pt x="834" y="334"/>
                  </a:moveTo>
                  <a:cubicBezTo>
                    <a:pt x="1120" y="334"/>
                    <a:pt x="1346" y="548"/>
                    <a:pt x="1346" y="834"/>
                  </a:cubicBezTo>
                  <a:cubicBezTo>
                    <a:pt x="1346" y="1120"/>
                    <a:pt x="1120" y="1334"/>
                    <a:pt x="834" y="1334"/>
                  </a:cubicBezTo>
                  <a:cubicBezTo>
                    <a:pt x="560" y="1334"/>
                    <a:pt x="334" y="1120"/>
                    <a:pt x="334" y="834"/>
                  </a:cubicBezTo>
                  <a:cubicBezTo>
                    <a:pt x="334" y="548"/>
                    <a:pt x="572" y="334"/>
                    <a:pt x="834" y="334"/>
                  </a:cubicBezTo>
                  <a:close/>
                  <a:moveTo>
                    <a:pt x="834" y="0"/>
                  </a:moveTo>
                  <a:cubicBezTo>
                    <a:pt x="381" y="0"/>
                    <a:pt x="0" y="370"/>
                    <a:pt x="0" y="834"/>
                  </a:cubicBezTo>
                  <a:cubicBezTo>
                    <a:pt x="0" y="1298"/>
                    <a:pt x="381"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1"/>
            <p:cNvSpPr/>
            <p:nvPr/>
          </p:nvSpPr>
          <p:spPr>
            <a:xfrm>
              <a:off x="2870661" y="2611703"/>
              <a:ext cx="68970" cy="49301"/>
            </a:xfrm>
            <a:custGeom>
              <a:rect b="b" l="l" r="r" t="t"/>
              <a:pathLst>
                <a:path extrusionOk="0" h="1549" w="2167">
                  <a:moveTo>
                    <a:pt x="774" y="1"/>
                  </a:moveTo>
                  <a:cubicBezTo>
                    <a:pt x="560" y="1"/>
                    <a:pt x="333" y="60"/>
                    <a:pt x="119" y="167"/>
                  </a:cubicBezTo>
                  <a:cubicBezTo>
                    <a:pt x="48" y="203"/>
                    <a:pt x="0" y="310"/>
                    <a:pt x="48" y="382"/>
                  </a:cubicBezTo>
                  <a:cubicBezTo>
                    <a:pt x="83" y="443"/>
                    <a:pt x="150" y="479"/>
                    <a:pt x="212" y="479"/>
                  </a:cubicBezTo>
                  <a:cubicBezTo>
                    <a:pt x="234" y="479"/>
                    <a:pt x="255" y="474"/>
                    <a:pt x="274" y="465"/>
                  </a:cubicBezTo>
                  <a:cubicBezTo>
                    <a:pt x="417" y="382"/>
                    <a:pt x="595" y="346"/>
                    <a:pt x="762" y="346"/>
                  </a:cubicBezTo>
                  <a:cubicBezTo>
                    <a:pt x="1286" y="346"/>
                    <a:pt x="1715" y="727"/>
                    <a:pt x="1786" y="1215"/>
                  </a:cubicBezTo>
                  <a:lnTo>
                    <a:pt x="762" y="1215"/>
                  </a:lnTo>
                  <a:cubicBezTo>
                    <a:pt x="679" y="1215"/>
                    <a:pt x="595" y="1298"/>
                    <a:pt x="595" y="1382"/>
                  </a:cubicBezTo>
                  <a:cubicBezTo>
                    <a:pt x="595" y="1477"/>
                    <a:pt x="679" y="1548"/>
                    <a:pt x="762" y="1548"/>
                  </a:cubicBezTo>
                  <a:lnTo>
                    <a:pt x="1988" y="1548"/>
                  </a:lnTo>
                  <a:cubicBezTo>
                    <a:pt x="2072" y="1548"/>
                    <a:pt x="2143" y="1477"/>
                    <a:pt x="2143" y="1382"/>
                  </a:cubicBezTo>
                  <a:cubicBezTo>
                    <a:pt x="2167" y="608"/>
                    <a:pt x="1536" y="1"/>
                    <a:pt x="77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1"/>
            <p:cNvSpPr/>
            <p:nvPr/>
          </p:nvSpPr>
          <p:spPr>
            <a:xfrm>
              <a:off x="2705794" y="2611321"/>
              <a:ext cx="68620" cy="49301"/>
            </a:xfrm>
            <a:custGeom>
              <a:rect b="b" l="l" r="r" t="t"/>
              <a:pathLst>
                <a:path extrusionOk="0" h="1549" w="2156">
                  <a:moveTo>
                    <a:pt x="1394" y="1"/>
                  </a:moveTo>
                  <a:cubicBezTo>
                    <a:pt x="632" y="1"/>
                    <a:pt x="1" y="620"/>
                    <a:pt x="1" y="1382"/>
                  </a:cubicBezTo>
                  <a:cubicBezTo>
                    <a:pt x="1" y="1465"/>
                    <a:pt x="84" y="1548"/>
                    <a:pt x="167" y="1548"/>
                  </a:cubicBezTo>
                  <a:lnTo>
                    <a:pt x="1406" y="1548"/>
                  </a:lnTo>
                  <a:cubicBezTo>
                    <a:pt x="1489" y="1548"/>
                    <a:pt x="1572" y="1465"/>
                    <a:pt x="1572" y="1382"/>
                  </a:cubicBezTo>
                  <a:cubicBezTo>
                    <a:pt x="1572" y="1287"/>
                    <a:pt x="1501" y="1215"/>
                    <a:pt x="1418" y="1215"/>
                  </a:cubicBezTo>
                  <a:lnTo>
                    <a:pt x="382" y="1215"/>
                  </a:lnTo>
                  <a:cubicBezTo>
                    <a:pt x="453" y="727"/>
                    <a:pt x="882" y="334"/>
                    <a:pt x="1406" y="334"/>
                  </a:cubicBezTo>
                  <a:cubicBezTo>
                    <a:pt x="1584" y="334"/>
                    <a:pt x="1751" y="382"/>
                    <a:pt x="1894" y="453"/>
                  </a:cubicBezTo>
                  <a:cubicBezTo>
                    <a:pt x="1918" y="469"/>
                    <a:pt x="1945" y="477"/>
                    <a:pt x="1974" y="477"/>
                  </a:cubicBezTo>
                  <a:cubicBezTo>
                    <a:pt x="2030" y="477"/>
                    <a:pt x="2088" y="445"/>
                    <a:pt x="2120" y="382"/>
                  </a:cubicBezTo>
                  <a:cubicBezTo>
                    <a:pt x="2156" y="310"/>
                    <a:pt x="2132" y="203"/>
                    <a:pt x="2049" y="155"/>
                  </a:cubicBezTo>
                  <a:cubicBezTo>
                    <a:pt x="1846" y="60"/>
                    <a:pt x="1632" y="1"/>
                    <a:pt x="139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1"/>
            <p:cNvSpPr/>
            <p:nvPr/>
          </p:nvSpPr>
          <p:spPr>
            <a:xfrm>
              <a:off x="2724000" y="2547666"/>
              <a:ext cx="53088" cy="53088"/>
            </a:xfrm>
            <a:custGeom>
              <a:rect b="b" l="l" r="r" t="t"/>
              <a:pathLst>
                <a:path extrusionOk="0" h="1668" w="1668">
                  <a:moveTo>
                    <a:pt x="834" y="334"/>
                  </a:moveTo>
                  <a:cubicBezTo>
                    <a:pt x="1119" y="334"/>
                    <a:pt x="1334" y="548"/>
                    <a:pt x="1334" y="834"/>
                  </a:cubicBezTo>
                  <a:cubicBezTo>
                    <a:pt x="1334" y="1120"/>
                    <a:pt x="1119" y="1334"/>
                    <a:pt x="834" y="1334"/>
                  </a:cubicBezTo>
                  <a:cubicBezTo>
                    <a:pt x="548" y="1334"/>
                    <a:pt x="322" y="1120"/>
                    <a:pt x="322" y="834"/>
                  </a:cubicBezTo>
                  <a:cubicBezTo>
                    <a:pt x="322" y="548"/>
                    <a:pt x="548" y="334"/>
                    <a:pt x="834" y="334"/>
                  </a:cubicBezTo>
                  <a:close/>
                  <a:moveTo>
                    <a:pt x="834" y="0"/>
                  </a:moveTo>
                  <a:cubicBezTo>
                    <a:pt x="369" y="0"/>
                    <a:pt x="0" y="370"/>
                    <a:pt x="0" y="834"/>
                  </a:cubicBezTo>
                  <a:cubicBezTo>
                    <a:pt x="0" y="1298"/>
                    <a:pt x="369"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1"/>
            <p:cNvSpPr/>
            <p:nvPr/>
          </p:nvSpPr>
          <p:spPr>
            <a:xfrm>
              <a:off x="2788800" y="2534394"/>
              <a:ext cx="68238" cy="68238"/>
            </a:xfrm>
            <a:custGeom>
              <a:rect b="b" l="l" r="r" t="t"/>
              <a:pathLst>
                <a:path extrusionOk="0" h="2144" w="2144">
                  <a:moveTo>
                    <a:pt x="1072" y="334"/>
                  </a:moveTo>
                  <a:cubicBezTo>
                    <a:pt x="1489" y="334"/>
                    <a:pt x="1822" y="656"/>
                    <a:pt x="1822" y="1072"/>
                  </a:cubicBezTo>
                  <a:cubicBezTo>
                    <a:pt x="1822" y="1489"/>
                    <a:pt x="1489" y="1822"/>
                    <a:pt x="1072" y="1822"/>
                  </a:cubicBezTo>
                  <a:cubicBezTo>
                    <a:pt x="655" y="1822"/>
                    <a:pt x="334" y="1489"/>
                    <a:pt x="334" y="1072"/>
                  </a:cubicBezTo>
                  <a:cubicBezTo>
                    <a:pt x="334" y="656"/>
                    <a:pt x="667" y="334"/>
                    <a:pt x="1072" y="334"/>
                  </a:cubicBezTo>
                  <a:close/>
                  <a:moveTo>
                    <a:pt x="1072" y="1"/>
                  </a:moveTo>
                  <a:cubicBezTo>
                    <a:pt x="477" y="1"/>
                    <a:pt x="0" y="477"/>
                    <a:pt x="0" y="1072"/>
                  </a:cubicBezTo>
                  <a:cubicBezTo>
                    <a:pt x="0" y="1668"/>
                    <a:pt x="477" y="2144"/>
                    <a:pt x="1072" y="2144"/>
                  </a:cubicBezTo>
                  <a:cubicBezTo>
                    <a:pt x="1667" y="2144"/>
                    <a:pt x="2143" y="1668"/>
                    <a:pt x="2143" y="1072"/>
                  </a:cubicBezTo>
                  <a:cubicBezTo>
                    <a:pt x="2143" y="477"/>
                    <a:pt x="1667" y="1"/>
                    <a:pt x="107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1"/>
            <p:cNvSpPr/>
            <p:nvPr/>
          </p:nvSpPr>
          <p:spPr>
            <a:xfrm>
              <a:off x="2764930" y="2613613"/>
              <a:ext cx="115979" cy="62923"/>
            </a:xfrm>
            <a:custGeom>
              <a:rect b="b" l="l" r="r" t="t"/>
              <a:pathLst>
                <a:path extrusionOk="0" h="1977" w="3644">
                  <a:moveTo>
                    <a:pt x="1822" y="345"/>
                  </a:moveTo>
                  <a:cubicBezTo>
                    <a:pt x="2584" y="345"/>
                    <a:pt x="3203" y="917"/>
                    <a:pt x="3298" y="1655"/>
                  </a:cubicBezTo>
                  <a:lnTo>
                    <a:pt x="345" y="1655"/>
                  </a:lnTo>
                  <a:cubicBezTo>
                    <a:pt x="441" y="905"/>
                    <a:pt x="1060" y="345"/>
                    <a:pt x="1822" y="345"/>
                  </a:cubicBezTo>
                  <a:close/>
                  <a:moveTo>
                    <a:pt x="1822" y="0"/>
                  </a:moveTo>
                  <a:cubicBezTo>
                    <a:pt x="822" y="0"/>
                    <a:pt x="0" y="822"/>
                    <a:pt x="0" y="1810"/>
                  </a:cubicBezTo>
                  <a:cubicBezTo>
                    <a:pt x="0" y="1905"/>
                    <a:pt x="84" y="1977"/>
                    <a:pt x="167" y="1977"/>
                  </a:cubicBezTo>
                  <a:lnTo>
                    <a:pt x="3477" y="1977"/>
                  </a:lnTo>
                  <a:cubicBezTo>
                    <a:pt x="3560" y="1977"/>
                    <a:pt x="3643" y="1905"/>
                    <a:pt x="3643" y="1810"/>
                  </a:cubicBezTo>
                  <a:cubicBezTo>
                    <a:pt x="3643" y="798"/>
                    <a:pt x="2822" y="0"/>
                    <a:pt x="182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1"/>
            <p:cNvSpPr/>
            <p:nvPr/>
          </p:nvSpPr>
          <p:spPr>
            <a:xfrm>
              <a:off x="2656907" y="2439293"/>
              <a:ext cx="332757" cy="332343"/>
            </a:xfrm>
            <a:custGeom>
              <a:rect b="b" l="l" r="r" t="t"/>
              <a:pathLst>
                <a:path extrusionOk="0" h="10442" w="10455">
                  <a:moveTo>
                    <a:pt x="5383" y="893"/>
                  </a:moveTo>
                  <a:cubicBezTo>
                    <a:pt x="7645" y="977"/>
                    <a:pt x="9454" y="2798"/>
                    <a:pt x="9550" y="5060"/>
                  </a:cubicBezTo>
                  <a:lnTo>
                    <a:pt x="9145" y="5060"/>
                  </a:lnTo>
                  <a:cubicBezTo>
                    <a:pt x="9050" y="5060"/>
                    <a:pt x="8978" y="5132"/>
                    <a:pt x="8978" y="5227"/>
                  </a:cubicBezTo>
                  <a:cubicBezTo>
                    <a:pt x="8978" y="5310"/>
                    <a:pt x="9050" y="5382"/>
                    <a:pt x="9145" y="5382"/>
                  </a:cubicBezTo>
                  <a:lnTo>
                    <a:pt x="9550" y="5382"/>
                  </a:lnTo>
                  <a:cubicBezTo>
                    <a:pt x="9454" y="7644"/>
                    <a:pt x="7645" y="9466"/>
                    <a:pt x="5383" y="9549"/>
                  </a:cubicBezTo>
                  <a:lnTo>
                    <a:pt x="5383" y="9156"/>
                  </a:lnTo>
                  <a:cubicBezTo>
                    <a:pt x="5383" y="9061"/>
                    <a:pt x="5311" y="8989"/>
                    <a:pt x="5216" y="8989"/>
                  </a:cubicBezTo>
                  <a:cubicBezTo>
                    <a:pt x="5121" y="8989"/>
                    <a:pt x="5049" y="9061"/>
                    <a:pt x="5049" y="9156"/>
                  </a:cubicBezTo>
                  <a:lnTo>
                    <a:pt x="5049" y="9549"/>
                  </a:lnTo>
                  <a:cubicBezTo>
                    <a:pt x="2787" y="9466"/>
                    <a:pt x="977" y="7644"/>
                    <a:pt x="882" y="5382"/>
                  </a:cubicBezTo>
                  <a:lnTo>
                    <a:pt x="1287" y="5382"/>
                  </a:lnTo>
                  <a:cubicBezTo>
                    <a:pt x="1382" y="5382"/>
                    <a:pt x="1453" y="5310"/>
                    <a:pt x="1453" y="5227"/>
                  </a:cubicBezTo>
                  <a:cubicBezTo>
                    <a:pt x="1453" y="5132"/>
                    <a:pt x="1382" y="5060"/>
                    <a:pt x="1287" y="5060"/>
                  </a:cubicBezTo>
                  <a:lnTo>
                    <a:pt x="882" y="5060"/>
                  </a:lnTo>
                  <a:cubicBezTo>
                    <a:pt x="977" y="2798"/>
                    <a:pt x="2787" y="977"/>
                    <a:pt x="5049" y="893"/>
                  </a:cubicBezTo>
                  <a:lnTo>
                    <a:pt x="5049" y="1286"/>
                  </a:lnTo>
                  <a:cubicBezTo>
                    <a:pt x="5049" y="1381"/>
                    <a:pt x="5121" y="1453"/>
                    <a:pt x="5216" y="1453"/>
                  </a:cubicBezTo>
                  <a:cubicBezTo>
                    <a:pt x="5311" y="1453"/>
                    <a:pt x="5383" y="1381"/>
                    <a:pt x="5383" y="1286"/>
                  </a:cubicBezTo>
                  <a:lnTo>
                    <a:pt x="5383" y="893"/>
                  </a:lnTo>
                  <a:close/>
                  <a:moveTo>
                    <a:pt x="5228" y="0"/>
                  </a:moveTo>
                  <a:cubicBezTo>
                    <a:pt x="5144" y="0"/>
                    <a:pt x="5061" y="72"/>
                    <a:pt x="5061" y="167"/>
                  </a:cubicBezTo>
                  <a:lnTo>
                    <a:pt x="5061" y="560"/>
                  </a:lnTo>
                  <a:cubicBezTo>
                    <a:pt x="2620" y="655"/>
                    <a:pt x="656" y="2620"/>
                    <a:pt x="572" y="5060"/>
                  </a:cubicBezTo>
                  <a:lnTo>
                    <a:pt x="168" y="5060"/>
                  </a:lnTo>
                  <a:cubicBezTo>
                    <a:pt x="84" y="5060"/>
                    <a:pt x="1" y="5132"/>
                    <a:pt x="1" y="5227"/>
                  </a:cubicBezTo>
                  <a:cubicBezTo>
                    <a:pt x="1" y="5310"/>
                    <a:pt x="84" y="5382"/>
                    <a:pt x="168" y="5382"/>
                  </a:cubicBezTo>
                  <a:lnTo>
                    <a:pt x="572" y="5382"/>
                  </a:lnTo>
                  <a:cubicBezTo>
                    <a:pt x="656" y="7823"/>
                    <a:pt x="2620" y="9787"/>
                    <a:pt x="5061" y="9882"/>
                  </a:cubicBezTo>
                  <a:lnTo>
                    <a:pt x="5061" y="10287"/>
                  </a:lnTo>
                  <a:cubicBezTo>
                    <a:pt x="5061" y="10371"/>
                    <a:pt x="5144" y="10442"/>
                    <a:pt x="5228" y="10442"/>
                  </a:cubicBezTo>
                  <a:cubicBezTo>
                    <a:pt x="5323" y="10442"/>
                    <a:pt x="5394" y="10371"/>
                    <a:pt x="5394" y="10287"/>
                  </a:cubicBezTo>
                  <a:lnTo>
                    <a:pt x="5394" y="9882"/>
                  </a:lnTo>
                  <a:cubicBezTo>
                    <a:pt x="7835" y="9787"/>
                    <a:pt x="9800" y="7823"/>
                    <a:pt x="9883" y="5382"/>
                  </a:cubicBezTo>
                  <a:lnTo>
                    <a:pt x="10288" y="5382"/>
                  </a:lnTo>
                  <a:cubicBezTo>
                    <a:pt x="10383" y="5382"/>
                    <a:pt x="10455" y="5310"/>
                    <a:pt x="10455" y="5227"/>
                  </a:cubicBezTo>
                  <a:cubicBezTo>
                    <a:pt x="10455" y="5132"/>
                    <a:pt x="10383" y="5060"/>
                    <a:pt x="10288" y="5060"/>
                  </a:cubicBezTo>
                  <a:lnTo>
                    <a:pt x="9883" y="5060"/>
                  </a:lnTo>
                  <a:cubicBezTo>
                    <a:pt x="9800" y="2620"/>
                    <a:pt x="7835" y="655"/>
                    <a:pt x="5394" y="560"/>
                  </a:cubicBezTo>
                  <a:lnTo>
                    <a:pt x="5394" y="167"/>
                  </a:lnTo>
                  <a:cubicBezTo>
                    <a:pt x="5394" y="72"/>
                    <a:pt x="5323" y="0"/>
                    <a:pt x="522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3" name="Google Shape;3283;p51"/>
          <p:cNvGrpSpPr/>
          <p:nvPr/>
        </p:nvGrpSpPr>
        <p:grpSpPr>
          <a:xfrm>
            <a:off x="6171999" y="1105406"/>
            <a:ext cx="350166" cy="349434"/>
            <a:chOff x="3541011" y="1508594"/>
            <a:chExt cx="350166" cy="349434"/>
          </a:xfrm>
        </p:grpSpPr>
        <p:sp>
          <p:nvSpPr>
            <p:cNvPr id="3284" name="Google Shape;3284;p51"/>
            <p:cNvSpPr/>
            <p:nvPr/>
          </p:nvSpPr>
          <p:spPr>
            <a:xfrm>
              <a:off x="3600879" y="1568270"/>
              <a:ext cx="230049" cy="289758"/>
            </a:xfrm>
            <a:custGeom>
              <a:rect b="b" l="l" r="r" t="t"/>
              <a:pathLst>
                <a:path extrusionOk="0" h="9104" w="7228">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1"/>
            <p:cNvSpPr/>
            <p:nvPr/>
          </p:nvSpPr>
          <p:spPr>
            <a:xfrm>
              <a:off x="3541011" y="1677980"/>
              <a:ext cx="48919" cy="10630"/>
            </a:xfrm>
            <a:custGeom>
              <a:rect b="b" l="l" r="r" t="t"/>
              <a:pathLst>
                <a:path extrusionOk="0" h="334" w="1537">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1"/>
            <p:cNvSpPr/>
            <p:nvPr/>
          </p:nvSpPr>
          <p:spPr>
            <a:xfrm>
              <a:off x="3842259" y="1677980"/>
              <a:ext cx="48919" cy="10630"/>
            </a:xfrm>
            <a:custGeom>
              <a:rect b="b" l="l" r="r" t="t"/>
              <a:pathLst>
                <a:path extrusionOk="0" h="334" w="1537">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1"/>
            <p:cNvSpPr/>
            <p:nvPr/>
          </p:nvSpPr>
          <p:spPr>
            <a:xfrm>
              <a:off x="3711161" y="1508594"/>
              <a:ext cx="10248" cy="48537"/>
            </a:xfrm>
            <a:custGeom>
              <a:rect b="b" l="l" r="r" t="t"/>
              <a:pathLst>
                <a:path extrusionOk="0" h="1525" w="322">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1"/>
            <p:cNvSpPr/>
            <p:nvPr/>
          </p:nvSpPr>
          <p:spPr>
            <a:xfrm>
              <a:off x="3633470" y="1792018"/>
              <a:ext cx="22757" cy="29249"/>
            </a:xfrm>
            <a:custGeom>
              <a:rect b="b" l="l" r="r" t="t"/>
              <a:pathLst>
                <a:path extrusionOk="0" h="919" w="715">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1"/>
            <p:cNvSpPr/>
            <p:nvPr/>
          </p:nvSpPr>
          <p:spPr>
            <a:xfrm>
              <a:off x="3775962" y="1545195"/>
              <a:ext cx="22757" cy="28995"/>
            </a:xfrm>
            <a:custGeom>
              <a:rect b="b" l="l" r="r" t="t"/>
              <a:pathLst>
                <a:path extrusionOk="0" h="911" w="715">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1"/>
            <p:cNvSpPr/>
            <p:nvPr/>
          </p:nvSpPr>
          <p:spPr>
            <a:xfrm>
              <a:off x="3577390" y="1601498"/>
              <a:ext cx="31095" cy="21197"/>
            </a:xfrm>
            <a:custGeom>
              <a:rect b="b" l="l" r="r" t="t"/>
              <a:pathLst>
                <a:path extrusionOk="0" h="666" w="977">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1"/>
            <p:cNvSpPr/>
            <p:nvPr/>
          </p:nvSpPr>
          <p:spPr>
            <a:xfrm>
              <a:off x="3823703" y="1743608"/>
              <a:ext cx="31095" cy="21197"/>
            </a:xfrm>
            <a:custGeom>
              <a:rect b="b" l="l" r="r" t="t"/>
              <a:pathLst>
                <a:path extrusionOk="0" h="666" w="977">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1"/>
            <p:cNvSpPr/>
            <p:nvPr/>
          </p:nvSpPr>
          <p:spPr>
            <a:xfrm>
              <a:off x="3775962" y="1792018"/>
              <a:ext cx="22757" cy="29249"/>
            </a:xfrm>
            <a:custGeom>
              <a:rect b="b" l="l" r="r" t="t"/>
              <a:pathLst>
                <a:path extrusionOk="0" h="919" w="715">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1"/>
            <p:cNvSpPr/>
            <p:nvPr/>
          </p:nvSpPr>
          <p:spPr>
            <a:xfrm>
              <a:off x="3633470" y="1545195"/>
              <a:ext cx="22757" cy="28995"/>
            </a:xfrm>
            <a:custGeom>
              <a:rect b="b" l="l" r="r" t="t"/>
              <a:pathLst>
                <a:path extrusionOk="0" h="911" w="715">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1"/>
            <p:cNvSpPr/>
            <p:nvPr/>
          </p:nvSpPr>
          <p:spPr>
            <a:xfrm>
              <a:off x="3823703" y="1601498"/>
              <a:ext cx="31095" cy="21197"/>
            </a:xfrm>
            <a:custGeom>
              <a:rect b="b" l="l" r="r" t="t"/>
              <a:pathLst>
                <a:path extrusionOk="0" h="666" w="977">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1"/>
            <p:cNvSpPr/>
            <p:nvPr/>
          </p:nvSpPr>
          <p:spPr>
            <a:xfrm>
              <a:off x="3577390" y="1743608"/>
              <a:ext cx="31095" cy="21197"/>
            </a:xfrm>
            <a:custGeom>
              <a:rect b="b" l="l" r="r" t="t"/>
              <a:pathLst>
                <a:path extrusionOk="0" h="666" w="977">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1"/>
            <p:cNvSpPr/>
            <p:nvPr/>
          </p:nvSpPr>
          <p:spPr>
            <a:xfrm>
              <a:off x="3732358" y="1593032"/>
              <a:ext cx="71294" cy="62255"/>
            </a:xfrm>
            <a:custGeom>
              <a:rect b="b" l="l" r="r" t="t"/>
              <a:pathLst>
                <a:path extrusionOk="0" h="1956" w="224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7" name="Google Shape;3297;p51"/>
          <p:cNvSpPr/>
          <p:nvPr/>
        </p:nvSpPr>
        <p:spPr>
          <a:xfrm>
            <a:off x="6842756"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1"/>
          <p:cNvSpPr txBox="1"/>
          <p:nvPr>
            <p:ph idx="5" type="subTitle"/>
          </p:nvPr>
        </p:nvSpPr>
        <p:spPr>
          <a:xfrm flipH="1">
            <a:off x="6383456" y="3520336"/>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Imagery</a:t>
            </a:r>
            <a:endParaRPr sz="2000"/>
          </a:p>
        </p:txBody>
      </p:sp>
      <p:grpSp>
        <p:nvGrpSpPr>
          <p:cNvPr id="3299" name="Google Shape;3299;p51"/>
          <p:cNvGrpSpPr/>
          <p:nvPr/>
        </p:nvGrpSpPr>
        <p:grpSpPr>
          <a:xfrm>
            <a:off x="6904892" y="3104692"/>
            <a:ext cx="383632" cy="276449"/>
            <a:chOff x="3933342" y="4315767"/>
            <a:chExt cx="383632" cy="276449"/>
          </a:xfrm>
        </p:grpSpPr>
        <p:sp>
          <p:nvSpPr>
            <p:cNvPr id="3300" name="Google Shape;3300;p51"/>
            <p:cNvSpPr/>
            <p:nvPr/>
          </p:nvSpPr>
          <p:spPr>
            <a:xfrm>
              <a:off x="3933342" y="4315767"/>
              <a:ext cx="383632" cy="276449"/>
            </a:xfrm>
            <a:custGeom>
              <a:rect b="b" l="l" r="r" t="t"/>
              <a:pathLst>
                <a:path extrusionOk="0" h="8692" w="12062">
                  <a:moveTo>
                    <a:pt x="2061" y="369"/>
                  </a:moveTo>
                  <a:cubicBezTo>
                    <a:pt x="2120" y="369"/>
                    <a:pt x="2168" y="417"/>
                    <a:pt x="2168" y="476"/>
                  </a:cubicBezTo>
                  <a:lnTo>
                    <a:pt x="2168" y="845"/>
                  </a:lnTo>
                  <a:lnTo>
                    <a:pt x="1406" y="845"/>
                  </a:lnTo>
                  <a:lnTo>
                    <a:pt x="1406" y="476"/>
                  </a:lnTo>
                  <a:cubicBezTo>
                    <a:pt x="1406" y="417"/>
                    <a:pt x="1454" y="369"/>
                    <a:pt x="1513" y="369"/>
                  </a:cubicBezTo>
                  <a:close/>
                  <a:moveTo>
                    <a:pt x="10824" y="1262"/>
                  </a:moveTo>
                  <a:cubicBezTo>
                    <a:pt x="10883" y="1262"/>
                    <a:pt x="10931" y="1310"/>
                    <a:pt x="10931" y="1369"/>
                  </a:cubicBezTo>
                  <a:lnTo>
                    <a:pt x="10943" y="1715"/>
                  </a:lnTo>
                  <a:lnTo>
                    <a:pt x="9490" y="1715"/>
                  </a:lnTo>
                  <a:lnTo>
                    <a:pt x="9490" y="1369"/>
                  </a:lnTo>
                  <a:cubicBezTo>
                    <a:pt x="9490" y="1310"/>
                    <a:pt x="9526" y="1262"/>
                    <a:pt x="9586" y="1262"/>
                  </a:cubicBezTo>
                  <a:close/>
                  <a:moveTo>
                    <a:pt x="1513" y="0"/>
                  </a:moveTo>
                  <a:cubicBezTo>
                    <a:pt x="1251" y="0"/>
                    <a:pt x="1049" y="214"/>
                    <a:pt x="1049" y="464"/>
                  </a:cubicBezTo>
                  <a:lnTo>
                    <a:pt x="1049" y="833"/>
                  </a:lnTo>
                  <a:lnTo>
                    <a:pt x="894" y="833"/>
                  </a:lnTo>
                  <a:cubicBezTo>
                    <a:pt x="692" y="833"/>
                    <a:pt x="489" y="905"/>
                    <a:pt x="334" y="1048"/>
                  </a:cubicBezTo>
                  <a:cubicBezTo>
                    <a:pt x="263" y="1107"/>
                    <a:pt x="239" y="1226"/>
                    <a:pt x="299" y="1298"/>
                  </a:cubicBezTo>
                  <a:cubicBezTo>
                    <a:pt x="332" y="1338"/>
                    <a:pt x="385" y="1360"/>
                    <a:pt x="440" y="1360"/>
                  </a:cubicBezTo>
                  <a:cubicBezTo>
                    <a:pt x="482" y="1360"/>
                    <a:pt x="525" y="1347"/>
                    <a:pt x="561" y="1322"/>
                  </a:cubicBezTo>
                  <a:cubicBezTo>
                    <a:pt x="676" y="1220"/>
                    <a:pt x="791" y="1203"/>
                    <a:pt x="908" y="1203"/>
                  </a:cubicBezTo>
                  <a:cubicBezTo>
                    <a:pt x="966" y="1203"/>
                    <a:pt x="1025" y="1207"/>
                    <a:pt x="1084" y="1207"/>
                  </a:cubicBezTo>
                  <a:cubicBezTo>
                    <a:pt x="1116" y="1207"/>
                    <a:pt x="1148" y="1206"/>
                    <a:pt x="1180" y="1203"/>
                  </a:cubicBezTo>
                  <a:lnTo>
                    <a:pt x="2680" y="1203"/>
                  </a:lnTo>
                  <a:cubicBezTo>
                    <a:pt x="2978" y="1203"/>
                    <a:pt x="3216" y="1441"/>
                    <a:pt x="3216" y="1738"/>
                  </a:cubicBezTo>
                  <a:lnTo>
                    <a:pt x="3216" y="2429"/>
                  </a:lnTo>
                  <a:cubicBezTo>
                    <a:pt x="3216" y="2536"/>
                    <a:pt x="3299" y="2607"/>
                    <a:pt x="3394" y="2607"/>
                  </a:cubicBezTo>
                  <a:cubicBezTo>
                    <a:pt x="3501" y="2607"/>
                    <a:pt x="3573" y="2536"/>
                    <a:pt x="3573" y="2429"/>
                  </a:cubicBezTo>
                  <a:lnTo>
                    <a:pt x="3573" y="2072"/>
                  </a:lnTo>
                  <a:lnTo>
                    <a:pt x="11217" y="2072"/>
                  </a:lnTo>
                  <a:cubicBezTo>
                    <a:pt x="11491" y="2084"/>
                    <a:pt x="11705" y="2322"/>
                    <a:pt x="11705" y="2607"/>
                  </a:cubicBezTo>
                  <a:lnTo>
                    <a:pt x="11705" y="2834"/>
                  </a:lnTo>
                  <a:lnTo>
                    <a:pt x="11395" y="2834"/>
                  </a:lnTo>
                  <a:cubicBezTo>
                    <a:pt x="11288" y="2834"/>
                    <a:pt x="11217" y="2905"/>
                    <a:pt x="11217" y="3012"/>
                  </a:cubicBezTo>
                  <a:cubicBezTo>
                    <a:pt x="11217" y="3108"/>
                    <a:pt x="11288" y="3191"/>
                    <a:pt x="11395" y="3191"/>
                  </a:cubicBezTo>
                  <a:lnTo>
                    <a:pt x="11705" y="3191"/>
                  </a:lnTo>
                  <a:lnTo>
                    <a:pt x="11705" y="7441"/>
                  </a:lnTo>
                  <a:lnTo>
                    <a:pt x="10883" y="7441"/>
                  </a:lnTo>
                  <a:cubicBezTo>
                    <a:pt x="10621" y="7441"/>
                    <a:pt x="10395" y="7215"/>
                    <a:pt x="10395" y="6953"/>
                  </a:cubicBezTo>
                  <a:lnTo>
                    <a:pt x="10395" y="3667"/>
                  </a:lnTo>
                  <a:cubicBezTo>
                    <a:pt x="10395" y="3453"/>
                    <a:pt x="10538" y="3262"/>
                    <a:pt x="10740" y="3203"/>
                  </a:cubicBezTo>
                  <a:cubicBezTo>
                    <a:pt x="10824" y="3167"/>
                    <a:pt x="10883" y="3072"/>
                    <a:pt x="10859" y="2977"/>
                  </a:cubicBezTo>
                  <a:cubicBezTo>
                    <a:pt x="10829" y="2906"/>
                    <a:pt x="10747" y="2852"/>
                    <a:pt x="10672" y="2852"/>
                  </a:cubicBezTo>
                  <a:cubicBezTo>
                    <a:pt x="10659" y="2852"/>
                    <a:pt x="10646" y="2854"/>
                    <a:pt x="10633" y="2858"/>
                  </a:cubicBezTo>
                  <a:cubicBezTo>
                    <a:pt x="10276" y="2965"/>
                    <a:pt x="10038" y="3310"/>
                    <a:pt x="10038" y="3667"/>
                  </a:cubicBezTo>
                  <a:lnTo>
                    <a:pt x="10038" y="6953"/>
                  </a:lnTo>
                  <a:cubicBezTo>
                    <a:pt x="10038" y="7418"/>
                    <a:pt x="10419" y="7799"/>
                    <a:pt x="10883" y="7799"/>
                  </a:cubicBezTo>
                  <a:lnTo>
                    <a:pt x="11705" y="7799"/>
                  </a:lnTo>
                  <a:cubicBezTo>
                    <a:pt x="11705" y="8096"/>
                    <a:pt x="11467" y="8334"/>
                    <a:pt x="11169" y="8334"/>
                  </a:cubicBezTo>
                  <a:lnTo>
                    <a:pt x="3394" y="8334"/>
                  </a:lnTo>
                  <a:cubicBezTo>
                    <a:pt x="3478" y="8227"/>
                    <a:pt x="3537" y="8108"/>
                    <a:pt x="3561" y="7977"/>
                  </a:cubicBezTo>
                  <a:cubicBezTo>
                    <a:pt x="3573" y="7870"/>
                    <a:pt x="3513" y="7787"/>
                    <a:pt x="3430" y="7775"/>
                  </a:cubicBezTo>
                  <a:cubicBezTo>
                    <a:pt x="3414" y="7771"/>
                    <a:pt x="3399" y="7770"/>
                    <a:pt x="3384" y="7770"/>
                  </a:cubicBezTo>
                  <a:cubicBezTo>
                    <a:pt x="3299" y="7770"/>
                    <a:pt x="3236" y="7825"/>
                    <a:pt x="3216" y="7906"/>
                  </a:cubicBezTo>
                  <a:cubicBezTo>
                    <a:pt x="3180" y="8156"/>
                    <a:pt x="2954" y="8334"/>
                    <a:pt x="2704" y="8334"/>
                  </a:cubicBezTo>
                  <a:lnTo>
                    <a:pt x="823" y="8334"/>
                  </a:lnTo>
                  <a:cubicBezTo>
                    <a:pt x="572" y="8287"/>
                    <a:pt x="358" y="8072"/>
                    <a:pt x="358" y="7799"/>
                  </a:cubicBezTo>
                  <a:lnTo>
                    <a:pt x="358" y="2774"/>
                  </a:lnTo>
                  <a:lnTo>
                    <a:pt x="358" y="1834"/>
                  </a:lnTo>
                  <a:cubicBezTo>
                    <a:pt x="358" y="1726"/>
                    <a:pt x="287" y="1655"/>
                    <a:pt x="180" y="1655"/>
                  </a:cubicBezTo>
                  <a:cubicBezTo>
                    <a:pt x="72" y="1655"/>
                    <a:pt x="1" y="1726"/>
                    <a:pt x="1" y="1834"/>
                  </a:cubicBezTo>
                  <a:lnTo>
                    <a:pt x="1" y="7799"/>
                  </a:lnTo>
                  <a:cubicBezTo>
                    <a:pt x="1" y="8251"/>
                    <a:pt x="334" y="8608"/>
                    <a:pt x="751" y="8680"/>
                  </a:cubicBezTo>
                  <a:cubicBezTo>
                    <a:pt x="763" y="8680"/>
                    <a:pt x="787" y="8680"/>
                    <a:pt x="811" y="8692"/>
                  </a:cubicBezTo>
                  <a:lnTo>
                    <a:pt x="11169" y="8692"/>
                  </a:lnTo>
                  <a:cubicBezTo>
                    <a:pt x="11657" y="8692"/>
                    <a:pt x="12062" y="8287"/>
                    <a:pt x="12062" y="7799"/>
                  </a:cubicBezTo>
                  <a:lnTo>
                    <a:pt x="12062" y="2607"/>
                  </a:lnTo>
                  <a:cubicBezTo>
                    <a:pt x="12050" y="2155"/>
                    <a:pt x="11717" y="1786"/>
                    <a:pt x="11300" y="1715"/>
                  </a:cubicBezTo>
                  <a:lnTo>
                    <a:pt x="11300" y="1357"/>
                  </a:lnTo>
                  <a:cubicBezTo>
                    <a:pt x="11300" y="1107"/>
                    <a:pt x="11098" y="893"/>
                    <a:pt x="10836" y="893"/>
                  </a:cubicBezTo>
                  <a:lnTo>
                    <a:pt x="9609" y="893"/>
                  </a:lnTo>
                  <a:cubicBezTo>
                    <a:pt x="9347" y="893"/>
                    <a:pt x="9145" y="1107"/>
                    <a:pt x="9145" y="1357"/>
                  </a:cubicBezTo>
                  <a:lnTo>
                    <a:pt x="9145" y="1703"/>
                  </a:lnTo>
                  <a:lnTo>
                    <a:pt x="8621" y="1703"/>
                  </a:lnTo>
                  <a:lnTo>
                    <a:pt x="8252" y="881"/>
                  </a:lnTo>
                  <a:cubicBezTo>
                    <a:pt x="8121" y="595"/>
                    <a:pt x="7823" y="405"/>
                    <a:pt x="7502" y="405"/>
                  </a:cubicBezTo>
                  <a:lnTo>
                    <a:pt x="6049" y="405"/>
                  </a:lnTo>
                  <a:cubicBezTo>
                    <a:pt x="5776" y="405"/>
                    <a:pt x="5525" y="536"/>
                    <a:pt x="5383" y="738"/>
                  </a:cubicBezTo>
                  <a:cubicBezTo>
                    <a:pt x="5323" y="822"/>
                    <a:pt x="5335" y="941"/>
                    <a:pt x="5418" y="1000"/>
                  </a:cubicBezTo>
                  <a:cubicBezTo>
                    <a:pt x="5450" y="1023"/>
                    <a:pt x="5486" y="1033"/>
                    <a:pt x="5523" y="1033"/>
                  </a:cubicBezTo>
                  <a:cubicBezTo>
                    <a:pt x="5583" y="1033"/>
                    <a:pt x="5643" y="1004"/>
                    <a:pt x="5680" y="953"/>
                  </a:cubicBezTo>
                  <a:cubicBezTo>
                    <a:pt x="5764" y="833"/>
                    <a:pt x="5895" y="762"/>
                    <a:pt x="6049" y="762"/>
                  </a:cubicBezTo>
                  <a:lnTo>
                    <a:pt x="7502" y="762"/>
                  </a:lnTo>
                  <a:cubicBezTo>
                    <a:pt x="7681" y="762"/>
                    <a:pt x="7847" y="869"/>
                    <a:pt x="7919" y="1024"/>
                  </a:cubicBezTo>
                  <a:lnTo>
                    <a:pt x="8240" y="1703"/>
                  </a:lnTo>
                  <a:lnTo>
                    <a:pt x="5335" y="1703"/>
                  </a:lnTo>
                  <a:lnTo>
                    <a:pt x="5395" y="1584"/>
                  </a:lnTo>
                  <a:cubicBezTo>
                    <a:pt x="5430" y="1488"/>
                    <a:pt x="5395" y="1381"/>
                    <a:pt x="5299" y="1345"/>
                  </a:cubicBezTo>
                  <a:cubicBezTo>
                    <a:pt x="5276" y="1332"/>
                    <a:pt x="5252" y="1327"/>
                    <a:pt x="5227" y="1327"/>
                  </a:cubicBezTo>
                  <a:cubicBezTo>
                    <a:pt x="5162" y="1327"/>
                    <a:pt x="5096" y="1368"/>
                    <a:pt x="5061" y="1429"/>
                  </a:cubicBezTo>
                  <a:lnTo>
                    <a:pt x="4942" y="1703"/>
                  </a:lnTo>
                  <a:lnTo>
                    <a:pt x="3561" y="1703"/>
                  </a:lnTo>
                  <a:cubicBezTo>
                    <a:pt x="3549" y="1226"/>
                    <a:pt x="3144" y="833"/>
                    <a:pt x="2668" y="833"/>
                  </a:cubicBezTo>
                  <a:lnTo>
                    <a:pt x="2525" y="833"/>
                  </a:lnTo>
                  <a:lnTo>
                    <a:pt x="2525" y="464"/>
                  </a:lnTo>
                  <a:cubicBezTo>
                    <a:pt x="2525" y="214"/>
                    <a:pt x="2311" y="0"/>
                    <a:pt x="206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1"/>
            <p:cNvSpPr/>
            <p:nvPr/>
          </p:nvSpPr>
          <p:spPr>
            <a:xfrm>
              <a:off x="4035214" y="4410037"/>
              <a:ext cx="11386" cy="140896"/>
            </a:xfrm>
            <a:custGeom>
              <a:rect b="b" l="l" r="r" t="t"/>
              <a:pathLst>
                <a:path extrusionOk="0" h="4430" w="358">
                  <a:moveTo>
                    <a:pt x="179" y="1"/>
                  </a:moveTo>
                  <a:cubicBezTo>
                    <a:pt x="72" y="1"/>
                    <a:pt x="1" y="72"/>
                    <a:pt x="1" y="179"/>
                  </a:cubicBezTo>
                  <a:lnTo>
                    <a:pt x="1" y="4251"/>
                  </a:lnTo>
                  <a:cubicBezTo>
                    <a:pt x="1" y="4358"/>
                    <a:pt x="72" y="4430"/>
                    <a:pt x="179" y="4430"/>
                  </a:cubicBezTo>
                  <a:cubicBezTo>
                    <a:pt x="287" y="4430"/>
                    <a:pt x="358" y="4358"/>
                    <a:pt x="358" y="4251"/>
                  </a:cubicBezTo>
                  <a:lnTo>
                    <a:pt x="358" y="179"/>
                  </a:lnTo>
                  <a:cubicBezTo>
                    <a:pt x="358" y="84"/>
                    <a:pt x="287" y="1"/>
                    <a:pt x="17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1"/>
            <p:cNvSpPr/>
            <p:nvPr/>
          </p:nvSpPr>
          <p:spPr>
            <a:xfrm>
              <a:off x="4221146" y="4390827"/>
              <a:ext cx="42460" cy="32886"/>
            </a:xfrm>
            <a:custGeom>
              <a:rect b="b" l="l" r="r" t="t"/>
              <a:pathLst>
                <a:path extrusionOk="0" h="1034" w="1335">
                  <a:moveTo>
                    <a:pt x="813" y="0"/>
                  </a:moveTo>
                  <a:cubicBezTo>
                    <a:pt x="753" y="0"/>
                    <a:pt x="693" y="29"/>
                    <a:pt x="656" y="81"/>
                  </a:cubicBezTo>
                  <a:cubicBezTo>
                    <a:pt x="596" y="152"/>
                    <a:pt x="620" y="271"/>
                    <a:pt x="703" y="331"/>
                  </a:cubicBezTo>
                  <a:cubicBezTo>
                    <a:pt x="846" y="438"/>
                    <a:pt x="775" y="664"/>
                    <a:pt x="596" y="664"/>
                  </a:cubicBezTo>
                  <a:cubicBezTo>
                    <a:pt x="489" y="664"/>
                    <a:pt x="406" y="557"/>
                    <a:pt x="417" y="450"/>
                  </a:cubicBezTo>
                  <a:cubicBezTo>
                    <a:pt x="429" y="355"/>
                    <a:pt x="370" y="259"/>
                    <a:pt x="275" y="247"/>
                  </a:cubicBezTo>
                  <a:cubicBezTo>
                    <a:pt x="265" y="246"/>
                    <a:pt x="256" y="246"/>
                    <a:pt x="248" y="246"/>
                  </a:cubicBezTo>
                  <a:cubicBezTo>
                    <a:pt x="152" y="246"/>
                    <a:pt x="71" y="303"/>
                    <a:pt x="60" y="390"/>
                  </a:cubicBezTo>
                  <a:cubicBezTo>
                    <a:pt x="1" y="736"/>
                    <a:pt x="251" y="1033"/>
                    <a:pt x="584" y="1033"/>
                  </a:cubicBezTo>
                  <a:cubicBezTo>
                    <a:pt x="1120" y="1009"/>
                    <a:pt x="1334" y="331"/>
                    <a:pt x="918" y="33"/>
                  </a:cubicBezTo>
                  <a:cubicBezTo>
                    <a:pt x="886" y="11"/>
                    <a:pt x="849" y="0"/>
                    <a:pt x="81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1"/>
            <p:cNvSpPr/>
            <p:nvPr/>
          </p:nvSpPr>
          <p:spPr>
            <a:xfrm>
              <a:off x="4054519" y="4384561"/>
              <a:ext cx="192961" cy="192516"/>
            </a:xfrm>
            <a:custGeom>
              <a:rect b="b" l="l" r="r" t="t"/>
              <a:pathLst>
                <a:path extrusionOk="0" h="6053" w="6067">
                  <a:moveTo>
                    <a:pt x="3013" y="1"/>
                  </a:moveTo>
                  <a:cubicBezTo>
                    <a:pt x="2380" y="1"/>
                    <a:pt x="1733" y="201"/>
                    <a:pt x="1168" y="647"/>
                  </a:cubicBezTo>
                  <a:cubicBezTo>
                    <a:pt x="1096" y="706"/>
                    <a:pt x="1073" y="825"/>
                    <a:pt x="1132" y="909"/>
                  </a:cubicBezTo>
                  <a:cubicBezTo>
                    <a:pt x="1166" y="949"/>
                    <a:pt x="1219" y="971"/>
                    <a:pt x="1274" y="971"/>
                  </a:cubicBezTo>
                  <a:cubicBezTo>
                    <a:pt x="1315" y="971"/>
                    <a:pt x="1358" y="958"/>
                    <a:pt x="1394" y="933"/>
                  </a:cubicBezTo>
                  <a:cubicBezTo>
                    <a:pt x="1895" y="538"/>
                    <a:pt x="2466" y="360"/>
                    <a:pt x="3024" y="360"/>
                  </a:cubicBezTo>
                  <a:cubicBezTo>
                    <a:pt x="4402" y="360"/>
                    <a:pt x="5704" y="1444"/>
                    <a:pt x="5704" y="3028"/>
                  </a:cubicBezTo>
                  <a:cubicBezTo>
                    <a:pt x="5704" y="3659"/>
                    <a:pt x="5478" y="4266"/>
                    <a:pt x="5085" y="4743"/>
                  </a:cubicBezTo>
                  <a:cubicBezTo>
                    <a:pt x="4573" y="5350"/>
                    <a:pt x="3835" y="5707"/>
                    <a:pt x="3025" y="5707"/>
                  </a:cubicBezTo>
                  <a:cubicBezTo>
                    <a:pt x="1549" y="5707"/>
                    <a:pt x="358" y="4516"/>
                    <a:pt x="358" y="3052"/>
                  </a:cubicBezTo>
                  <a:cubicBezTo>
                    <a:pt x="358" y="2457"/>
                    <a:pt x="561" y="1897"/>
                    <a:pt x="918" y="1421"/>
                  </a:cubicBezTo>
                  <a:cubicBezTo>
                    <a:pt x="977" y="1349"/>
                    <a:pt x="953" y="1230"/>
                    <a:pt x="882" y="1171"/>
                  </a:cubicBezTo>
                  <a:cubicBezTo>
                    <a:pt x="852" y="1146"/>
                    <a:pt x="814" y="1134"/>
                    <a:pt x="776" y="1134"/>
                  </a:cubicBezTo>
                  <a:cubicBezTo>
                    <a:pt x="722" y="1134"/>
                    <a:pt x="667" y="1158"/>
                    <a:pt x="632" y="1206"/>
                  </a:cubicBezTo>
                  <a:cubicBezTo>
                    <a:pt x="227" y="1742"/>
                    <a:pt x="1" y="2361"/>
                    <a:pt x="1" y="3028"/>
                  </a:cubicBezTo>
                  <a:cubicBezTo>
                    <a:pt x="1" y="4695"/>
                    <a:pt x="1358" y="6052"/>
                    <a:pt x="3025" y="6052"/>
                  </a:cubicBezTo>
                  <a:cubicBezTo>
                    <a:pt x="3930" y="6052"/>
                    <a:pt x="4775" y="5648"/>
                    <a:pt x="5347" y="4969"/>
                  </a:cubicBezTo>
                  <a:cubicBezTo>
                    <a:pt x="5787" y="4433"/>
                    <a:pt x="6049" y="3731"/>
                    <a:pt x="6049" y="3028"/>
                  </a:cubicBezTo>
                  <a:cubicBezTo>
                    <a:pt x="6066" y="1230"/>
                    <a:pt x="4580" y="1"/>
                    <a:pt x="301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1"/>
            <p:cNvSpPr/>
            <p:nvPr/>
          </p:nvSpPr>
          <p:spPr>
            <a:xfrm>
              <a:off x="4085593" y="4420278"/>
              <a:ext cx="145826" cy="120923"/>
            </a:xfrm>
            <a:custGeom>
              <a:rect b="b" l="l" r="r" t="t"/>
              <a:pathLst>
                <a:path extrusionOk="0" h="3802" w="4585">
                  <a:moveTo>
                    <a:pt x="2060" y="0"/>
                  </a:moveTo>
                  <a:cubicBezTo>
                    <a:pt x="893" y="0"/>
                    <a:pt x="0" y="1060"/>
                    <a:pt x="191" y="2203"/>
                  </a:cubicBezTo>
                  <a:cubicBezTo>
                    <a:pt x="202" y="2301"/>
                    <a:pt x="282" y="2359"/>
                    <a:pt x="369" y="2359"/>
                  </a:cubicBezTo>
                  <a:cubicBezTo>
                    <a:pt x="377" y="2359"/>
                    <a:pt x="385" y="2359"/>
                    <a:pt x="393" y="2358"/>
                  </a:cubicBezTo>
                  <a:cubicBezTo>
                    <a:pt x="500" y="2346"/>
                    <a:pt x="560" y="2250"/>
                    <a:pt x="548" y="2143"/>
                  </a:cubicBezTo>
                  <a:cubicBezTo>
                    <a:pt x="377" y="1146"/>
                    <a:pt x="1184" y="350"/>
                    <a:pt x="2075" y="350"/>
                  </a:cubicBezTo>
                  <a:cubicBezTo>
                    <a:pt x="2428" y="350"/>
                    <a:pt x="2795" y="475"/>
                    <a:pt x="3120" y="762"/>
                  </a:cubicBezTo>
                  <a:cubicBezTo>
                    <a:pt x="3727" y="1334"/>
                    <a:pt x="3786" y="2310"/>
                    <a:pt x="3191" y="2941"/>
                  </a:cubicBezTo>
                  <a:cubicBezTo>
                    <a:pt x="2884" y="3270"/>
                    <a:pt x="2472" y="3430"/>
                    <a:pt x="2064" y="3430"/>
                  </a:cubicBezTo>
                  <a:cubicBezTo>
                    <a:pt x="1569" y="3430"/>
                    <a:pt x="1079" y="3195"/>
                    <a:pt x="786" y="2739"/>
                  </a:cubicBezTo>
                  <a:cubicBezTo>
                    <a:pt x="751" y="2690"/>
                    <a:pt x="700" y="2666"/>
                    <a:pt x="645" y="2666"/>
                  </a:cubicBezTo>
                  <a:cubicBezTo>
                    <a:pt x="606" y="2666"/>
                    <a:pt x="564" y="2678"/>
                    <a:pt x="524" y="2703"/>
                  </a:cubicBezTo>
                  <a:cubicBezTo>
                    <a:pt x="441" y="2762"/>
                    <a:pt x="429" y="2858"/>
                    <a:pt x="488" y="2953"/>
                  </a:cubicBezTo>
                  <a:cubicBezTo>
                    <a:pt x="859" y="3512"/>
                    <a:pt x="1464" y="3801"/>
                    <a:pt x="2073" y="3801"/>
                  </a:cubicBezTo>
                  <a:cubicBezTo>
                    <a:pt x="2579" y="3801"/>
                    <a:pt x="3087" y="3602"/>
                    <a:pt x="3465" y="3191"/>
                  </a:cubicBezTo>
                  <a:cubicBezTo>
                    <a:pt x="4584" y="1988"/>
                    <a:pt x="3715" y="0"/>
                    <a:pt x="206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1"/>
            <p:cNvSpPr/>
            <p:nvPr/>
          </p:nvSpPr>
          <p:spPr>
            <a:xfrm>
              <a:off x="4131392" y="4449507"/>
              <a:ext cx="54577" cy="45767"/>
            </a:xfrm>
            <a:custGeom>
              <a:rect b="b" l="l" r="r" t="t"/>
              <a:pathLst>
                <a:path extrusionOk="0" h="1439" w="1716">
                  <a:moveTo>
                    <a:pt x="820" y="0"/>
                  </a:moveTo>
                  <a:cubicBezTo>
                    <a:pt x="805" y="0"/>
                    <a:pt x="790" y="3"/>
                    <a:pt x="775" y="10"/>
                  </a:cubicBezTo>
                  <a:cubicBezTo>
                    <a:pt x="203" y="129"/>
                    <a:pt x="1" y="831"/>
                    <a:pt x="394" y="1224"/>
                  </a:cubicBezTo>
                  <a:cubicBezTo>
                    <a:pt x="537" y="1367"/>
                    <a:pt x="724" y="1439"/>
                    <a:pt x="912" y="1439"/>
                  </a:cubicBezTo>
                  <a:cubicBezTo>
                    <a:pt x="1099" y="1439"/>
                    <a:pt x="1287" y="1367"/>
                    <a:pt x="1430" y="1224"/>
                  </a:cubicBezTo>
                  <a:cubicBezTo>
                    <a:pt x="1668" y="986"/>
                    <a:pt x="1715" y="665"/>
                    <a:pt x="1573" y="391"/>
                  </a:cubicBezTo>
                  <a:cubicBezTo>
                    <a:pt x="1546" y="329"/>
                    <a:pt x="1481" y="294"/>
                    <a:pt x="1410" y="294"/>
                  </a:cubicBezTo>
                  <a:cubicBezTo>
                    <a:pt x="1385" y="294"/>
                    <a:pt x="1359" y="298"/>
                    <a:pt x="1334" y="307"/>
                  </a:cubicBezTo>
                  <a:cubicBezTo>
                    <a:pt x="1251" y="343"/>
                    <a:pt x="1215" y="450"/>
                    <a:pt x="1251" y="546"/>
                  </a:cubicBezTo>
                  <a:cubicBezTo>
                    <a:pt x="1311" y="677"/>
                    <a:pt x="1287" y="843"/>
                    <a:pt x="1180" y="962"/>
                  </a:cubicBezTo>
                  <a:cubicBezTo>
                    <a:pt x="1102" y="1034"/>
                    <a:pt x="1007" y="1069"/>
                    <a:pt x="913" y="1069"/>
                  </a:cubicBezTo>
                  <a:cubicBezTo>
                    <a:pt x="820" y="1069"/>
                    <a:pt x="727" y="1034"/>
                    <a:pt x="656" y="962"/>
                  </a:cubicBezTo>
                  <a:cubicBezTo>
                    <a:pt x="441" y="748"/>
                    <a:pt x="561" y="391"/>
                    <a:pt x="846" y="343"/>
                  </a:cubicBezTo>
                  <a:cubicBezTo>
                    <a:pt x="953" y="331"/>
                    <a:pt x="1013" y="236"/>
                    <a:pt x="977" y="141"/>
                  </a:cubicBezTo>
                  <a:cubicBezTo>
                    <a:pt x="958" y="63"/>
                    <a:pt x="890" y="0"/>
                    <a:pt x="82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6" name="Google Shape;3306;p51"/>
          <p:cNvSpPr/>
          <p:nvPr/>
        </p:nvSpPr>
        <p:spPr>
          <a:xfrm>
            <a:off x="4921769"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1"/>
          <p:cNvSpPr txBox="1"/>
          <p:nvPr>
            <p:ph idx="4" type="subTitle"/>
          </p:nvPr>
        </p:nvSpPr>
        <p:spPr>
          <a:xfrm flipH="1">
            <a:off x="4462469" y="3520336"/>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Brand colors</a:t>
            </a:r>
            <a:endParaRPr sz="2000"/>
          </a:p>
        </p:txBody>
      </p:sp>
      <p:grpSp>
        <p:nvGrpSpPr>
          <p:cNvPr id="3308" name="Google Shape;3308;p51"/>
          <p:cNvGrpSpPr/>
          <p:nvPr/>
        </p:nvGrpSpPr>
        <p:grpSpPr>
          <a:xfrm>
            <a:off x="4993675" y="3066282"/>
            <a:ext cx="364104" cy="353290"/>
            <a:chOff x="853950" y="2894720"/>
            <a:chExt cx="364104" cy="353290"/>
          </a:xfrm>
        </p:grpSpPr>
        <p:sp>
          <p:nvSpPr>
            <p:cNvPr id="3309" name="Google Shape;3309;p51"/>
            <p:cNvSpPr/>
            <p:nvPr/>
          </p:nvSpPr>
          <p:spPr>
            <a:xfrm>
              <a:off x="1056167" y="3155298"/>
              <a:ext cx="57472" cy="57662"/>
            </a:xfrm>
            <a:custGeom>
              <a:rect b="b" l="l" r="r" t="t"/>
              <a:pathLst>
                <a:path extrusionOk="0" h="1813" w="1807">
                  <a:moveTo>
                    <a:pt x="907" y="0"/>
                  </a:moveTo>
                  <a:cubicBezTo>
                    <a:pt x="686" y="0"/>
                    <a:pt x="459" y="83"/>
                    <a:pt x="274" y="268"/>
                  </a:cubicBezTo>
                  <a:cubicBezTo>
                    <a:pt x="215" y="328"/>
                    <a:pt x="215" y="423"/>
                    <a:pt x="274" y="506"/>
                  </a:cubicBezTo>
                  <a:cubicBezTo>
                    <a:pt x="304" y="536"/>
                    <a:pt x="346" y="551"/>
                    <a:pt x="389" y="551"/>
                  </a:cubicBezTo>
                  <a:cubicBezTo>
                    <a:pt x="432" y="551"/>
                    <a:pt x="477" y="536"/>
                    <a:pt x="512" y="506"/>
                  </a:cubicBezTo>
                  <a:cubicBezTo>
                    <a:pt x="625" y="394"/>
                    <a:pt x="767" y="336"/>
                    <a:pt x="908" y="336"/>
                  </a:cubicBezTo>
                  <a:cubicBezTo>
                    <a:pt x="1020" y="336"/>
                    <a:pt x="1132" y="373"/>
                    <a:pt x="1227" y="447"/>
                  </a:cubicBezTo>
                  <a:cubicBezTo>
                    <a:pt x="1489" y="625"/>
                    <a:pt x="1560" y="983"/>
                    <a:pt x="1381" y="1233"/>
                  </a:cubicBezTo>
                  <a:cubicBezTo>
                    <a:pt x="1265" y="1401"/>
                    <a:pt x="1087" y="1477"/>
                    <a:pt x="911" y="1477"/>
                  </a:cubicBezTo>
                  <a:cubicBezTo>
                    <a:pt x="639" y="1477"/>
                    <a:pt x="370" y="1294"/>
                    <a:pt x="334" y="983"/>
                  </a:cubicBezTo>
                  <a:cubicBezTo>
                    <a:pt x="323" y="894"/>
                    <a:pt x="260" y="827"/>
                    <a:pt x="176" y="827"/>
                  </a:cubicBezTo>
                  <a:cubicBezTo>
                    <a:pt x="169" y="827"/>
                    <a:pt x="162" y="827"/>
                    <a:pt x="155" y="828"/>
                  </a:cubicBezTo>
                  <a:cubicBezTo>
                    <a:pt x="72" y="840"/>
                    <a:pt x="0" y="923"/>
                    <a:pt x="12" y="1006"/>
                  </a:cubicBezTo>
                  <a:cubicBezTo>
                    <a:pt x="63" y="1513"/>
                    <a:pt x="487" y="1812"/>
                    <a:pt x="913" y="1812"/>
                  </a:cubicBezTo>
                  <a:cubicBezTo>
                    <a:pt x="1189" y="1812"/>
                    <a:pt x="1466" y="1687"/>
                    <a:pt x="1643" y="1411"/>
                  </a:cubicBezTo>
                  <a:cubicBezTo>
                    <a:pt x="1751" y="1256"/>
                    <a:pt x="1798" y="1078"/>
                    <a:pt x="1798" y="899"/>
                  </a:cubicBezTo>
                  <a:cubicBezTo>
                    <a:pt x="1806" y="360"/>
                    <a:pt x="1368" y="0"/>
                    <a:pt x="90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1"/>
            <p:cNvSpPr/>
            <p:nvPr/>
          </p:nvSpPr>
          <p:spPr>
            <a:xfrm>
              <a:off x="868326" y="2975027"/>
              <a:ext cx="192802" cy="82025"/>
            </a:xfrm>
            <a:custGeom>
              <a:rect b="b" l="l" r="r" t="t"/>
              <a:pathLst>
                <a:path extrusionOk="0" h="2579" w="6062">
                  <a:moveTo>
                    <a:pt x="3619" y="1"/>
                  </a:moveTo>
                  <a:cubicBezTo>
                    <a:pt x="2165" y="1"/>
                    <a:pt x="686" y="811"/>
                    <a:pt x="48" y="2364"/>
                  </a:cubicBezTo>
                  <a:cubicBezTo>
                    <a:pt x="1" y="2460"/>
                    <a:pt x="84" y="2579"/>
                    <a:pt x="203" y="2579"/>
                  </a:cubicBezTo>
                  <a:cubicBezTo>
                    <a:pt x="263" y="2579"/>
                    <a:pt x="334" y="2543"/>
                    <a:pt x="346" y="2483"/>
                  </a:cubicBezTo>
                  <a:cubicBezTo>
                    <a:pt x="909" y="1104"/>
                    <a:pt x="2222" y="332"/>
                    <a:pt x="3567" y="332"/>
                  </a:cubicBezTo>
                  <a:cubicBezTo>
                    <a:pt x="4242" y="332"/>
                    <a:pt x="4925" y="526"/>
                    <a:pt x="5525" y="936"/>
                  </a:cubicBezTo>
                  <a:cubicBezTo>
                    <a:pt x="5609" y="995"/>
                    <a:pt x="5680" y="1031"/>
                    <a:pt x="5752" y="1114"/>
                  </a:cubicBezTo>
                  <a:cubicBezTo>
                    <a:pt x="5784" y="1142"/>
                    <a:pt x="5824" y="1156"/>
                    <a:pt x="5864" y="1156"/>
                  </a:cubicBezTo>
                  <a:cubicBezTo>
                    <a:pt x="5911" y="1156"/>
                    <a:pt x="5957" y="1136"/>
                    <a:pt x="5990" y="1090"/>
                  </a:cubicBezTo>
                  <a:cubicBezTo>
                    <a:pt x="6061" y="1019"/>
                    <a:pt x="6049" y="912"/>
                    <a:pt x="5978" y="852"/>
                  </a:cubicBezTo>
                  <a:cubicBezTo>
                    <a:pt x="5317" y="280"/>
                    <a:pt x="4473" y="1"/>
                    <a:pt x="361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1"/>
            <p:cNvSpPr/>
            <p:nvPr/>
          </p:nvSpPr>
          <p:spPr>
            <a:xfrm>
              <a:off x="853950" y="3067580"/>
              <a:ext cx="137875" cy="168598"/>
            </a:xfrm>
            <a:custGeom>
              <a:rect b="b" l="l" r="r" t="t"/>
              <a:pathLst>
                <a:path extrusionOk="0" h="5301" w="4335">
                  <a:moveTo>
                    <a:pt x="479" y="1"/>
                  </a:moveTo>
                  <a:cubicBezTo>
                    <a:pt x="401" y="1"/>
                    <a:pt x="321" y="57"/>
                    <a:pt x="310" y="133"/>
                  </a:cubicBezTo>
                  <a:cubicBezTo>
                    <a:pt x="0" y="1633"/>
                    <a:pt x="608" y="3217"/>
                    <a:pt x="1893" y="4074"/>
                  </a:cubicBezTo>
                  <a:cubicBezTo>
                    <a:pt x="1965" y="4134"/>
                    <a:pt x="2858" y="4788"/>
                    <a:pt x="4072" y="5288"/>
                  </a:cubicBezTo>
                  <a:cubicBezTo>
                    <a:pt x="4084" y="5300"/>
                    <a:pt x="4120" y="5300"/>
                    <a:pt x="4132" y="5300"/>
                  </a:cubicBezTo>
                  <a:cubicBezTo>
                    <a:pt x="4191" y="5300"/>
                    <a:pt x="4275" y="5253"/>
                    <a:pt x="4287" y="5193"/>
                  </a:cubicBezTo>
                  <a:cubicBezTo>
                    <a:pt x="4334" y="5074"/>
                    <a:pt x="4287" y="4979"/>
                    <a:pt x="4191" y="4955"/>
                  </a:cubicBezTo>
                  <a:cubicBezTo>
                    <a:pt x="2989" y="4479"/>
                    <a:pt x="2084" y="3800"/>
                    <a:pt x="2084" y="3800"/>
                  </a:cubicBezTo>
                  <a:cubicBezTo>
                    <a:pt x="905" y="3002"/>
                    <a:pt x="346" y="1562"/>
                    <a:pt x="643" y="193"/>
                  </a:cubicBezTo>
                  <a:cubicBezTo>
                    <a:pt x="655" y="109"/>
                    <a:pt x="596" y="14"/>
                    <a:pt x="500" y="2"/>
                  </a:cubicBezTo>
                  <a:cubicBezTo>
                    <a:pt x="493" y="1"/>
                    <a:pt x="486" y="1"/>
                    <a:pt x="47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1"/>
            <p:cNvSpPr/>
            <p:nvPr/>
          </p:nvSpPr>
          <p:spPr>
            <a:xfrm>
              <a:off x="937248" y="3014975"/>
              <a:ext cx="87877" cy="57217"/>
            </a:xfrm>
            <a:custGeom>
              <a:rect b="b" l="l" r="r" t="t"/>
              <a:pathLst>
                <a:path extrusionOk="0" h="1799" w="2763">
                  <a:moveTo>
                    <a:pt x="2225" y="1"/>
                  </a:moveTo>
                  <a:cubicBezTo>
                    <a:pt x="2218" y="1"/>
                    <a:pt x="2211" y="1"/>
                    <a:pt x="2203" y="1"/>
                  </a:cubicBezTo>
                  <a:lnTo>
                    <a:pt x="941" y="61"/>
                  </a:lnTo>
                  <a:cubicBezTo>
                    <a:pt x="584" y="73"/>
                    <a:pt x="346" y="430"/>
                    <a:pt x="477" y="763"/>
                  </a:cubicBezTo>
                  <a:cubicBezTo>
                    <a:pt x="203" y="787"/>
                    <a:pt x="1" y="1025"/>
                    <a:pt x="13" y="1311"/>
                  </a:cubicBezTo>
                  <a:cubicBezTo>
                    <a:pt x="25" y="1597"/>
                    <a:pt x="263" y="1799"/>
                    <a:pt x="537" y="1799"/>
                  </a:cubicBezTo>
                  <a:cubicBezTo>
                    <a:pt x="560" y="1799"/>
                    <a:pt x="548" y="1799"/>
                    <a:pt x="953" y="1787"/>
                  </a:cubicBezTo>
                  <a:cubicBezTo>
                    <a:pt x="1037" y="1787"/>
                    <a:pt x="1120" y="1704"/>
                    <a:pt x="1120" y="1608"/>
                  </a:cubicBezTo>
                  <a:cubicBezTo>
                    <a:pt x="1120" y="1525"/>
                    <a:pt x="1025" y="1442"/>
                    <a:pt x="941" y="1442"/>
                  </a:cubicBezTo>
                  <a:lnTo>
                    <a:pt x="548" y="1466"/>
                  </a:lnTo>
                  <a:cubicBezTo>
                    <a:pt x="441" y="1466"/>
                    <a:pt x="346" y="1370"/>
                    <a:pt x="346" y="1263"/>
                  </a:cubicBezTo>
                  <a:cubicBezTo>
                    <a:pt x="346" y="1168"/>
                    <a:pt x="429" y="1073"/>
                    <a:pt x="537" y="1073"/>
                  </a:cubicBezTo>
                  <a:lnTo>
                    <a:pt x="667" y="1073"/>
                  </a:lnTo>
                  <a:cubicBezTo>
                    <a:pt x="858" y="1061"/>
                    <a:pt x="953" y="835"/>
                    <a:pt x="834" y="704"/>
                  </a:cubicBezTo>
                  <a:cubicBezTo>
                    <a:pt x="727" y="585"/>
                    <a:pt x="798" y="394"/>
                    <a:pt x="965" y="370"/>
                  </a:cubicBezTo>
                  <a:lnTo>
                    <a:pt x="2227" y="311"/>
                  </a:lnTo>
                  <a:cubicBezTo>
                    <a:pt x="2334" y="311"/>
                    <a:pt x="2442" y="406"/>
                    <a:pt x="2442" y="513"/>
                  </a:cubicBezTo>
                  <a:cubicBezTo>
                    <a:pt x="2442" y="608"/>
                    <a:pt x="2346" y="704"/>
                    <a:pt x="2263" y="704"/>
                  </a:cubicBezTo>
                  <a:lnTo>
                    <a:pt x="2144" y="704"/>
                  </a:lnTo>
                  <a:cubicBezTo>
                    <a:pt x="1953" y="716"/>
                    <a:pt x="1858" y="942"/>
                    <a:pt x="1977" y="1085"/>
                  </a:cubicBezTo>
                  <a:cubicBezTo>
                    <a:pt x="2084" y="1204"/>
                    <a:pt x="1989" y="1406"/>
                    <a:pt x="1834" y="1406"/>
                  </a:cubicBezTo>
                  <a:lnTo>
                    <a:pt x="1620" y="1418"/>
                  </a:lnTo>
                  <a:cubicBezTo>
                    <a:pt x="1537" y="1418"/>
                    <a:pt x="1453" y="1501"/>
                    <a:pt x="1453" y="1597"/>
                  </a:cubicBezTo>
                  <a:cubicBezTo>
                    <a:pt x="1453" y="1680"/>
                    <a:pt x="1549" y="1763"/>
                    <a:pt x="1632" y="1763"/>
                  </a:cubicBezTo>
                  <a:lnTo>
                    <a:pt x="1846" y="1739"/>
                  </a:lnTo>
                  <a:cubicBezTo>
                    <a:pt x="2203" y="1728"/>
                    <a:pt x="2442" y="1370"/>
                    <a:pt x="2322" y="1049"/>
                  </a:cubicBezTo>
                  <a:cubicBezTo>
                    <a:pt x="2561" y="1013"/>
                    <a:pt x="2763" y="775"/>
                    <a:pt x="2751" y="489"/>
                  </a:cubicBezTo>
                  <a:cubicBezTo>
                    <a:pt x="2739" y="222"/>
                    <a:pt x="2502" y="1"/>
                    <a:pt x="22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1"/>
            <p:cNvSpPr/>
            <p:nvPr/>
          </p:nvSpPr>
          <p:spPr>
            <a:xfrm>
              <a:off x="978912" y="3095664"/>
              <a:ext cx="78399" cy="79290"/>
            </a:xfrm>
            <a:custGeom>
              <a:rect b="b" l="l" r="r" t="t"/>
              <a:pathLst>
                <a:path extrusionOk="0" h="2493" w="2465">
                  <a:moveTo>
                    <a:pt x="1751" y="0"/>
                  </a:moveTo>
                  <a:cubicBezTo>
                    <a:pt x="1513" y="0"/>
                    <a:pt x="1477" y="95"/>
                    <a:pt x="381" y="691"/>
                  </a:cubicBezTo>
                  <a:cubicBezTo>
                    <a:pt x="72" y="869"/>
                    <a:pt x="24" y="1286"/>
                    <a:pt x="286" y="1524"/>
                  </a:cubicBezTo>
                  <a:cubicBezTo>
                    <a:pt x="84" y="1667"/>
                    <a:pt x="0" y="1929"/>
                    <a:pt x="72" y="2155"/>
                  </a:cubicBezTo>
                  <a:cubicBezTo>
                    <a:pt x="154" y="2370"/>
                    <a:pt x="351" y="2493"/>
                    <a:pt x="555" y="2493"/>
                  </a:cubicBezTo>
                  <a:cubicBezTo>
                    <a:pt x="646" y="2493"/>
                    <a:pt x="738" y="2468"/>
                    <a:pt x="822" y="2417"/>
                  </a:cubicBezTo>
                  <a:lnTo>
                    <a:pt x="1096" y="2262"/>
                  </a:lnTo>
                  <a:cubicBezTo>
                    <a:pt x="1179" y="2215"/>
                    <a:pt x="1203" y="2108"/>
                    <a:pt x="1155" y="2036"/>
                  </a:cubicBezTo>
                  <a:cubicBezTo>
                    <a:pt x="1131" y="1987"/>
                    <a:pt x="1073" y="1955"/>
                    <a:pt x="1016" y="1955"/>
                  </a:cubicBezTo>
                  <a:cubicBezTo>
                    <a:pt x="989" y="1955"/>
                    <a:pt x="963" y="1962"/>
                    <a:pt x="941" y="1977"/>
                  </a:cubicBezTo>
                  <a:lnTo>
                    <a:pt x="655" y="2143"/>
                  </a:lnTo>
                  <a:cubicBezTo>
                    <a:pt x="624" y="2161"/>
                    <a:pt x="591" y="2169"/>
                    <a:pt x="558" y="2169"/>
                  </a:cubicBezTo>
                  <a:cubicBezTo>
                    <a:pt x="479" y="2169"/>
                    <a:pt x="403" y="2120"/>
                    <a:pt x="370" y="2036"/>
                  </a:cubicBezTo>
                  <a:cubicBezTo>
                    <a:pt x="346" y="1965"/>
                    <a:pt x="381" y="1846"/>
                    <a:pt x="465" y="1798"/>
                  </a:cubicBezTo>
                  <a:cubicBezTo>
                    <a:pt x="643" y="1691"/>
                    <a:pt x="667" y="1441"/>
                    <a:pt x="489" y="1310"/>
                  </a:cubicBezTo>
                  <a:cubicBezTo>
                    <a:pt x="381" y="1215"/>
                    <a:pt x="405" y="1048"/>
                    <a:pt x="512" y="976"/>
                  </a:cubicBezTo>
                  <a:cubicBezTo>
                    <a:pt x="1691" y="322"/>
                    <a:pt x="1632" y="322"/>
                    <a:pt x="1727" y="322"/>
                  </a:cubicBezTo>
                  <a:cubicBezTo>
                    <a:pt x="1822" y="322"/>
                    <a:pt x="1917" y="417"/>
                    <a:pt x="1917" y="512"/>
                  </a:cubicBezTo>
                  <a:cubicBezTo>
                    <a:pt x="1917" y="679"/>
                    <a:pt x="1751" y="715"/>
                    <a:pt x="1691" y="750"/>
                  </a:cubicBezTo>
                  <a:cubicBezTo>
                    <a:pt x="1536" y="846"/>
                    <a:pt x="1548" y="1084"/>
                    <a:pt x="1727" y="1155"/>
                  </a:cubicBezTo>
                  <a:cubicBezTo>
                    <a:pt x="1882" y="1215"/>
                    <a:pt x="1882" y="1429"/>
                    <a:pt x="1739" y="1512"/>
                  </a:cubicBezTo>
                  <a:lnTo>
                    <a:pt x="1501" y="1643"/>
                  </a:lnTo>
                  <a:cubicBezTo>
                    <a:pt x="1429" y="1691"/>
                    <a:pt x="1393" y="1798"/>
                    <a:pt x="1441" y="1869"/>
                  </a:cubicBezTo>
                  <a:cubicBezTo>
                    <a:pt x="1474" y="1918"/>
                    <a:pt x="1529" y="1951"/>
                    <a:pt x="1587" y="1951"/>
                  </a:cubicBezTo>
                  <a:cubicBezTo>
                    <a:pt x="1614" y="1951"/>
                    <a:pt x="1641" y="1944"/>
                    <a:pt x="1667" y="1929"/>
                  </a:cubicBezTo>
                  <a:lnTo>
                    <a:pt x="1905" y="1798"/>
                  </a:lnTo>
                  <a:cubicBezTo>
                    <a:pt x="2215" y="1619"/>
                    <a:pt x="2275" y="1203"/>
                    <a:pt x="2001" y="953"/>
                  </a:cubicBezTo>
                  <a:cubicBezTo>
                    <a:pt x="2465" y="679"/>
                    <a:pt x="2275" y="0"/>
                    <a:pt x="175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1"/>
            <p:cNvSpPr/>
            <p:nvPr/>
          </p:nvSpPr>
          <p:spPr>
            <a:xfrm>
              <a:off x="891067" y="3070697"/>
              <a:ext cx="74615" cy="77477"/>
            </a:xfrm>
            <a:custGeom>
              <a:rect b="b" l="l" r="r" t="t"/>
              <a:pathLst>
                <a:path extrusionOk="0" h="2436" w="2346">
                  <a:moveTo>
                    <a:pt x="534" y="1"/>
                  </a:moveTo>
                  <a:cubicBezTo>
                    <a:pt x="499" y="1"/>
                    <a:pt x="464" y="4"/>
                    <a:pt x="429" y="11"/>
                  </a:cubicBezTo>
                  <a:cubicBezTo>
                    <a:pt x="191" y="71"/>
                    <a:pt x="0" y="273"/>
                    <a:pt x="0" y="523"/>
                  </a:cubicBezTo>
                  <a:cubicBezTo>
                    <a:pt x="0" y="690"/>
                    <a:pt x="72" y="749"/>
                    <a:pt x="203" y="1107"/>
                  </a:cubicBezTo>
                  <a:cubicBezTo>
                    <a:pt x="220" y="1178"/>
                    <a:pt x="284" y="1215"/>
                    <a:pt x="345" y="1215"/>
                  </a:cubicBezTo>
                  <a:cubicBezTo>
                    <a:pt x="366" y="1215"/>
                    <a:pt x="387" y="1211"/>
                    <a:pt x="405" y="1202"/>
                  </a:cubicBezTo>
                  <a:cubicBezTo>
                    <a:pt x="500" y="1166"/>
                    <a:pt x="548" y="1059"/>
                    <a:pt x="500" y="988"/>
                  </a:cubicBezTo>
                  <a:cubicBezTo>
                    <a:pt x="345" y="583"/>
                    <a:pt x="334" y="583"/>
                    <a:pt x="334" y="523"/>
                  </a:cubicBezTo>
                  <a:cubicBezTo>
                    <a:pt x="334" y="416"/>
                    <a:pt x="429" y="333"/>
                    <a:pt x="512" y="333"/>
                  </a:cubicBezTo>
                  <a:cubicBezTo>
                    <a:pt x="584" y="333"/>
                    <a:pt x="679" y="392"/>
                    <a:pt x="703" y="464"/>
                  </a:cubicBezTo>
                  <a:cubicBezTo>
                    <a:pt x="738" y="511"/>
                    <a:pt x="750" y="738"/>
                    <a:pt x="965" y="738"/>
                  </a:cubicBezTo>
                  <a:cubicBezTo>
                    <a:pt x="1036" y="738"/>
                    <a:pt x="1107" y="690"/>
                    <a:pt x="1155" y="618"/>
                  </a:cubicBezTo>
                  <a:cubicBezTo>
                    <a:pt x="1188" y="557"/>
                    <a:pt x="1253" y="527"/>
                    <a:pt x="1318" y="527"/>
                  </a:cubicBezTo>
                  <a:cubicBezTo>
                    <a:pt x="1393" y="527"/>
                    <a:pt x="1469" y="566"/>
                    <a:pt x="1500" y="642"/>
                  </a:cubicBezTo>
                  <a:cubicBezTo>
                    <a:pt x="1977" y="1881"/>
                    <a:pt x="1977" y="1833"/>
                    <a:pt x="1977" y="1892"/>
                  </a:cubicBezTo>
                  <a:cubicBezTo>
                    <a:pt x="1977" y="2018"/>
                    <a:pt x="1874" y="2091"/>
                    <a:pt x="1773" y="2091"/>
                  </a:cubicBezTo>
                  <a:cubicBezTo>
                    <a:pt x="1701" y="2091"/>
                    <a:pt x="1630" y="2055"/>
                    <a:pt x="1596" y="1976"/>
                  </a:cubicBezTo>
                  <a:lnTo>
                    <a:pt x="1536" y="1833"/>
                  </a:lnTo>
                  <a:cubicBezTo>
                    <a:pt x="1498" y="1739"/>
                    <a:pt x="1415" y="1691"/>
                    <a:pt x="1332" y="1691"/>
                  </a:cubicBezTo>
                  <a:cubicBezTo>
                    <a:pt x="1257" y="1691"/>
                    <a:pt x="1183" y="1730"/>
                    <a:pt x="1143" y="1809"/>
                  </a:cubicBezTo>
                  <a:cubicBezTo>
                    <a:pt x="1105" y="1875"/>
                    <a:pt x="1041" y="1908"/>
                    <a:pt x="976" y="1908"/>
                  </a:cubicBezTo>
                  <a:cubicBezTo>
                    <a:pt x="901" y="1908"/>
                    <a:pt x="824" y="1863"/>
                    <a:pt x="786" y="1773"/>
                  </a:cubicBezTo>
                  <a:lnTo>
                    <a:pt x="726" y="1607"/>
                  </a:lnTo>
                  <a:cubicBezTo>
                    <a:pt x="700" y="1546"/>
                    <a:pt x="637" y="1504"/>
                    <a:pt x="577" y="1504"/>
                  </a:cubicBezTo>
                  <a:cubicBezTo>
                    <a:pt x="554" y="1504"/>
                    <a:pt x="532" y="1510"/>
                    <a:pt x="512" y="1523"/>
                  </a:cubicBezTo>
                  <a:cubicBezTo>
                    <a:pt x="429" y="1559"/>
                    <a:pt x="381" y="1654"/>
                    <a:pt x="429" y="1726"/>
                  </a:cubicBezTo>
                  <a:lnTo>
                    <a:pt x="488" y="1892"/>
                  </a:lnTo>
                  <a:cubicBezTo>
                    <a:pt x="574" y="2112"/>
                    <a:pt x="779" y="2244"/>
                    <a:pt x="987" y="2244"/>
                  </a:cubicBezTo>
                  <a:cubicBezTo>
                    <a:pt x="1095" y="2244"/>
                    <a:pt x="1204" y="2208"/>
                    <a:pt x="1298" y="2131"/>
                  </a:cubicBezTo>
                  <a:cubicBezTo>
                    <a:pt x="1390" y="2315"/>
                    <a:pt x="1583" y="2436"/>
                    <a:pt x="1793" y="2436"/>
                  </a:cubicBezTo>
                  <a:cubicBezTo>
                    <a:pt x="1853" y="2436"/>
                    <a:pt x="1915" y="2426"/>
                    <a:pt x="1977" y="2404"/>
                  </a:cubicBezTo>
                  <a:cubicBezTo>
                    <a:pt x="2179" y="2321"/>
                    <a:pt x="2310" y="2119"/>
                    <a:pt x="2310" y="1904"/>
                  </a:cubicBezTo>
                  <a:cubicBezTo>
                    <a:pt x="2346" y="1738"/>
                    <a:pt x="2298" y="1738"/>
                    <a:pt x="1834" y="523"/>
                  </a:cubicBezTo>
                  <a:cubicBezTo>
                    <a:pt x="1757" y="315"/>
                    <a:pt x="1555" y="192"/>
                    <a:pt x="1349" y="192"/>
                  </a:cubicBezTo>
                  <a:cubicBezTo>
                    <a:pt x="1236" y="192"/>
                    <a:pt x="1121" y="229"/>
                    <a:pt x="1024" y="309"/>
                  </a:cubicBezTo>
                  <a:cubicBezTo>
                    <a:pt x="933" y="116"/>
                    <a:pt x="737" y="1"/>
                    <a:pt x="53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1"/>
            <p:cNvSpPr/>
            <p:nvPr/>
          </p:nvSpPr>
          <p:spPr>
            <a:xfrm>
              <a:off x="999745" y="2894720"/>
              <a:ext cx="218310" cy="353290"/>
            </a:xfrm>
            <a:custGeom>
              <a:rect b="b" l="l" r="r" t="t"/>
              <a:pathLst>
                <a:path extrusionOk="0" h="11108" w="6864">
                  <a:moveTo>
                    <a:pt x="6633" y="1"/>
                  </a:moveTo>
                  <a:cubicBezTo>
                    <a:pt x="6605" y="1"/>
                    <a:pt x="6577" y="7"/>
                    <a:pt x="6549" y="20"/>
                  </a:cubicBezTo>
                  <a:cubicBezTo>
                    <a:pt x="5918" y="282"/>
                    <a:pt x="5299" y="698"/>
                    <a:pt x="4703" y="1246"/>
                  </a:cubicBezTo>
                  <a:cubicBezTo>
                    <a:pt x="4644" y="1306"/>
                    <a:pt x="4620" y="1413"/>
                    <a:pt x="4703" y="1484"/>
                  </a:cubicBezTo>
                  <a:cubicBezTo>
                    <a:pt x="4735" y="1516"/>
                    <a:pt x="4778" y="1538"/>
                    <a:pt x="4824" y="1538"/>
                  </a:cubicBezTo>
                  <a:cubicBezTo>
                    <a:pt x="4862" y="1538"/>
                    <a:pt x="4903" y="1523"/>
                    <a:pt x="4941" y="1484"/>
                  </a:cubicBezTo>
                  <a:cubicBezTo>
                    <a:pt x="5430" y="1032"/>
                    <a:pt x="5918" y="675"/>
                    <a:pt x="6442" y="413"/>
                  </a:cubicBezTo>
                  <a:lnTo>
                    <a:pt x="6442" y="413"/>
                  </a:lnTo>
                  <a:cubicBezTo>
                    <a:pt x="6084" y="1579"/>
                    <a:pt x="5299" y="2603"/>
                    <a:pt x="4429" y="3449"/>
                  </a:cubicBezTo>
                  <a:cubicBezTo>
                    <a:pt x="4413" y="3444"/>
                    <a:pt x="4397" y="3442"/>
                    <a:pt x="4382" y="3442"/>
                  </a:cubicBezTo>
                  <a:cubicBezTo>
                    <a:pt x="4269" y="3442"/>
                    <a:pt x="4172" y="3548"/>
                    <a:pt x="4203" y="3663"/>
                  </a:cubicBezTo>
                  <a:cubicBezTo>
                    <a:pt x="4108" y="3746"/>
                    <a:pt x="4013" y="3842"/>
                    <a:pt x="3929" y="3913"/>
                  </a:cubicBezTo>
                  <a:cubicBezTo>
                    <a:pt x="3786" y="3711"/>
                    <a:pt x="3572" y="3508"/>
                    <a:pt x="3358" y="3425"/>
                  </a:cubicBezTo>
                  <a:cubicBezTo>
                    <a:pt x="3417" y="3330"/>
                    <a:pt x="3489" y="3234"/>
                    <a:pt x="3548" y="3115"/>
                  </a:cubicBezTo>
                  <a:cubicBezTo>
                    <a:pt x="3727" y="3258"/>
                    <a:pt x="3763" y="3318"/>
                    <a:pt x="3870" y="3318"/>
                  </a:cubicBezTo>
                  <a:cubicBezTo>
                    <a:pt x="4013" y="3318"/>
                    <a:pt x="4084" y="3127"/>
                    <a:pt x="3965" y="3020"/>
                  </a:cubicBezTo>
                  <a:lnTo>
                    <a:pt x="3751" y="2830"/>
                  </a:lnTo>
                  <a:cubicBezTo>
                    <a:pt x="3786" y="2758"/>
                    <a:pt x="3775" y="2782"/>
                    <a:pt x="3810" y="2734"/>
                  </a:cubicBezTo>
                  <a:cubicBezTo>
                    <a:pt x="3810" y="2734"/>
                    <a:pt x="3941" y="2544"/>
                    <a:pt x="3953" y="2544"/>
                  </a:cubicBezTo>
                  <a:lnTo>
                    <a:pt x="4358" y="2889"/>
                  </a:lnTo>
                  <a:cubicBezTo>
                    <a:pt x="4390" y="2916"/>
                    <a:pt x="4430" y="2928"/>
                    <a:pt x="4469" y="2928"/>
                  </a:cubicBezTo>
                  <a:cubicBezTo>
                    <a:pt x="4516" y="2928"/>
                    <a:pt x="4563" y="2910"/>
                    <a:pt x="4596" y="2877"/>
                  </a:cubicBezTo>
                  <a:cubicBezTo>
                    <a:pt x="4656" y="2794"/>
                    <a:pt x="4644" y="2699"/>
                    <a:pt x="4584" y="2639"/>
                  </a:cubicBezTo>
                  <a:lnTo>
                    <a:pt x="4167" y="2282"/>
                  </a:lnTo>
                  <a:cubicBezTo>
                    <a:pt x="4263" y="2139"/>
                    <a:pt x="4370" y="2020"/>
                    <a:pt x="4489" y="1901"/>
                  </a:cubicBezTo>
                  <a:cubicBezTo>
                    <a:pt x="4548" y="1830"/>
                    <a:pt x="4548" y="1722"/>
                    <a:pt x="4477" y="1663"/>
                  </a:cubicBezTo>
                  <a:cubicBezTo>
                    <a:pt x="4444" y="1636"/>
                    <a:pt x="4404" y="1621"/>
                    <a:pt x="4364" y="1621"/>
                  </a:cubicBezTo>
                  <a:cubicBezTo>
                    <a:pt x="4317" y="1621"/>
                    <a:pt x="4271" y="1641"/>
                    <a:pt x="4239" y="1687"/>
                  </a:cubicBezTo>
                  <a:cubicBezTo>
                    <a:pt x="4001" y="1937"/>
                    <a:pt x="3775" y="2222"/>
                    <a:pt x="3536" y="2532"/>
                  </a:cubicBezTo>
                  <a:cubicBezTo>
                    <a:pt x="3536" y="2532"/>
                    <a:pt x="3310" y="2830"/>
                    <a:pt x="3013" y="3306"/>
                  </a:cubicBezTo>
                  <a:cubicBezTo>
                    <a:pt x="2985" y="3304"/>
                    <a:pt x="2957" y="3303"/>
                    <a:pt x="2929" y="3303"/>
                  </a:cubicBezTo>
                  <a:cubicBezTo>
                    <a:pt x="2484" y="3303"/>
                    <a:pt x="2071" y="3569"/>
                    <a:pt x="1858" y="3973"/>
                  </a:cubicBezTo>
                  <a:cubicBezTo>
                    <a:pt x="1762" y="4151"/>
                    <a:pt x="1750" y="4330"/>
                    <a:pt x="1679" y="4449"/>
                  </a:cubicBezTo>
                  <a:cubicBezTo>
                    <a:pt x="1608" y="4568"/>
                    <a:pt x="1500" y="4687"/>
                    <a:pt x="1346" y="4770"/>
                  </a:cubicBezTo>
                  <a:cubicBezTo>
                    <a:pt x="1191" y="4866"/>
                    <a:pt x="1024" y="4913"/>
                    <a:pt x="846" y="4961"/>
                  </a:cubicBezTo>
                  <a:cubicBezTo>
                    <a:pt x="786" y="4973"/>
                    <a:pt x="679" y="5008"/>
                    <a:pt x="572" y="5020"/>
                  </a:cubicBezTo>
                  <a:cubicBezTo>
                    <a:pt x="369" y="5056"/>
                    <a:pt x="274" y="5330"/>
                    <a:pt x="441" y="5485"/>
                  </a:cubicBezTo>
                  <a:cubicBezTo>
                    <a:pt x="560" y="5580"/>
                    <a:pt x="679" y="5687"/>
                    <a:pt x="810" y="5759"/>
                  </a:cubicBezTo>
                  <a:cubicBezTo>
                    <a:pt x="838" y="5775"/>
                    <a:pt x="868" y="5783"/>
                    <a:pt x="897" y="5783"/>
                  </a:cubicBezTo>
                  <a:cubicBezTo>
                    <a:pt x="953" y="5783"/>
                    <a:pt x="1005" y="5754"/>
                    <a:pt x="1036" y="5699"/>
                  </a:cubicBezTo>
                  <a:cubicBezTo>
                    <a:pt x="1084" y="5628"/>
                    <a:pt x="1048" y="5520"/>
                    <a:pt x="977" y="5485"/>
                  </a:cubicBezTo>
                  <a:cubicBezTo>
                    <a:pt x="905" y="5437"/>
                    <a:pt x="834" y="5378"/>
                    <a:pt x="750" y="5318"/>
                  </a:cubicBezTo>
                  <a:cubicBezTo>
                    <a:pt x="1250" y="5199"/>
                    <a:pt x="1679" y="5044"/>
                    <a:pt x="1941" y="4616"/>
                  </a:cubicBezTo>
                  <a:cubicBezTo>
                    <a:pt x="2048" y="4437"/>
                    <a:pt x="2084" y="4246"/>
                    <a:pt x="2143" y="4116"/>
                  </a:cubicBezTo>
                  <a:cubicBezTo>
                    <a:pt x="2278" y="3831"/>
                    <a:pt x="2583" y="3626"/>
                    <a:pt x="2911" y="3626"/>
                  </a:cubicBezTo>
                  <a:cubicBezTo>
                    <a:pt x="3105" y="3626"/>
                    <a:pt x="3308" y="3698"/>
                    <a:pt x="3489" y="3865"/>
                  </a:cubicBezTo>
                  <a:cubicBezTo>
                    <a:pt x="3929" y="4270"/>
                    <a:pt x="3786" y="4985"/>
                    <a:pt x="3239" y="5330"/>
                  </a:cubicBezTo>
                  <a:cubicBezTo>
                    <a:pt x="2867" y="5559"/>
                    <a:pt x="2374" y="5719"/>
                    <a:pt x="1899" y="5719"/>
                  </a:cubicBezTo>
                  <a:cubicBezTo>
                    <a:pt x="1780" y="5719"/>
                    <a:pt x="1662" y="5709"/>
                    <a:pt x="1548" y="5687"/>
                  </a:cubicBezTo>
                  <a:cubicBezTo>
                    <a:pt x="1540" y="5686"/>
                    <a:pt x="1532" y="5686"/>
                    <a:pt x="1524" y="5686"/>
                  </a:cubicBezTo>
                  <a:cubicBezTo>
                    <a:pt x="1439" y="5686"/>
                    <a:pt x="1367" y="5742"/>
                    <a:pt x="1346" y="5818"/>
                  </a:cubicBezTo>
                  <a:cubicBezTo>
                    <a:pt x="1334" y="5913"/>
                    <a:pt x="1393" y="5997"/>
                    <a:pt x="1489" y="6009"/>
                  </a:cubicBezTo>
                  <a:cubicBezTo>
                    <a:pt x="1628" y="6035"/>
                    <a:pt x="1767" y="6048"/>
                    <a:pt x="1907" y="6048"/>
                  </a:cubicBezTo>
                  <a:cubicBezTo>
                    <a:pt x="2077" y="6048"/>
                    <a:pt x="2247" y="6029"/>
                    <a:pt x="2417" y="5997"/>
                  </a:cubicBezTo>
                  <a:cubicBezTo>
                    <a:pt x="2465" y="6937"/>
                    <a:pt x="3096" y="7675"/>
                    <a:pt x="3906" y="8033"/>
                  </a:cubicBezTo>
                  <a:cubicBezTo>
                    <a:pt x="4298" y="8199"/>
                    <a:pt x="4548" y="8592"/>
                    <a:pt x="4548" y="9009"/>
                  </a:cubicBezTo>
                  <a:cubicBezTo>
                    <a:pt x="4548" y="9342"/>
                    <a:pt x="4370" y="9580"/>
                    <a:pt x="4370" y="9580"/>
                  </a:cubicBezTo>
                  <a:cubicBezTo>
                    <a:pt x="3673" y="10434"/>
                    <a:pt x="2786" y="10777"/>
                    <a:pt x="1813" y="10777"/>
                  </a:cubicBezTo>
                  <a:cubicBezTo>
                    <a:pt x="1307" y="10777"/>
                    <a:pt x="777" y="10684"/>
                    <a:pt x="238" y="10521"/>
                  </a:cubicBezTo>
                  <a:cubicBezTo>
                    <a:pt x="224" y="10517"/>
                    <a:pt x="210" y="10516"/>
                    <a:pt x="196" y="10516"/>
                  </a:cubicBezTo>
                  <a:cubicBezTo>
                    <a:pt x="119" y="10516"/>
                    <a:pt x="54" y="10568"/>
                    <a:pt x="24" y="10628"/>
                  </a:cubicBezTo>
                  <a:cubicBezTo>
                    <a:pt x="0" y="10712"/>
                    <a:pt x="60" y="10807"/>
                    <a:pt x="131" y="10831"/>
                  </a:cubicBezTo>
                  <a:cubicBezTo>
                    <a:pt x="707" y="11009"/>
                    <a:pt x="1272" y="11107"/>
                    <a:pt x="1811" y="11107"/>
                  </a:cubicBezTo>
                  <a:cubicBezTo>
                    <a:pt x="2890" y="11107"/>
                    <a:pt x="3866" y="10716"/>
                    <a:pt x="4620" y="9795"/>
                  </a:cubicBezTo>
                  <a:cubicBezTo>
                    <a:pt x="4620" y="9783"/>
                    <a:pt x="4644" y="9783"/>
                    <a:pt x="4644" y="9759"/>
                  </a:cubicBezTo>
                  <a:cubicBezTo>
                    <a:pt x="5120" y="9045"/>
                    <a:pt x="4834" y="8068"/>
                    <a:pt x="4048" y="7723"/>
                  </a:cubicBezTo>
                  <a:cubicBezTo>
                    <a:pt x="3310" y="7414"/>
                    <a:pt x="2763" y="6747"/>
                    <a:pt x="2751" y="5913"/>
                  </a:cubicBezTo>
                  <a:cubicBezTo>
                    <a:pt x="3132" y="5794"/>
                    <a:pt x="3405" y="5628"/>
                    <a:pt x="3417" y="5616"/>
                  </a:cubicBezTo>
                  <a:cubicBezTo>
                    <a:pt x="3953" y="5282"/>
                    <a:pt x="4179" y="4687"/>
                    <a:pt x="4060" y="4187"/>
                  </a:cubicBezTo>
                  <a:cubicBezTo>
                    <a:pt x="5251" y="3234"/>
                    <a:pt x="6430" y="1818"/>
                    <a:pt x="6834" y="258"/>
                  </a:cubicBezTo>
                  <a:cubicBezTo>
                    <a:pt x="6864" y="121"/>
                    <a:pt x="6757" y="1"/>
                    <a:pt x="663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6" name="Google Shape;3316;p51"/>
          <p:cNvSpPr/>
          <p:nvPr/>
        </p:nvSpPr>
        <p:spPr>
          <a:xfrm>
            <a:off x="3000800"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1"/>
          <p:cNvSpPr txBox="1"/>
          <p:nvPr>
            <p:ph idx="3" type="subTitle"/>
          </p:nvPr>
        </p:nvSpPr>
        <p:spPr>
          <a:xfrm flipH="1">
            <a:off x="2541500" y="3511774"/>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Typography</a:t>
            </a:r>
            <a:endParaRPr sz="2000"/>
          </a:p>
        </p:txBody>
      </p:sp>
      <p:grpSp>
        <p:nvGrpSpPr>
          <p:cNvPr id="3318" name="Google Shape;3318;p51"/>
          <p:cNvGrpSpPr/>
          <p:nvPr/>
        </p:nvGrpSpPr>
        <p:grpSpPr>
          <a:xfrm>
            <a:off x="3089441" y="3063418"/>
            <a:ext cx="330613" cy="359015"/>
            <a:chOff x="2219466" y="1500293"/>
            <a:chExt cx="330613" cy="359015"/>
          </a:xfrm>
        </p:grpSpPr>
        <p:sp>
          <p:nvSpPr>
            <p:cNvPr id="3319" name="Google Shape;3319;p51"/>
            <p:cNvSpPr/>
            <p:nvPr/>
          </p:nvSpPr>
          <p:spPr>
            <a:xfrm>
              <a:off x="2353906" y="1635560"/>
              <a:ext cx="65518" cy="82121"/>
            </a:xfrm>
            <a:custGeom>
              <a:rect b="b" l="l" r="r" t="t"/>
              <a:pathLst>
                <a:path extrusionOk="0" h="2582" w="2060">
                  <a:moveTo>
                    <a:pt x="994" y="319"/>
                  </a:moveTo>
                  <a:cubicBezTo>
                    <a:pt x="1051" y="319"/>
                    <a:pt x="1107" y="355"/>
                    <a:pt x="1131" y="426"/>
                  </a:cubicBezTo>
                  <a:lnTo>
                    <a:pt x="1631" y="2093"/>
                  </a:lnTo>
                  <a:cubicBezTo>
                    <a:pt x="1667" y="2165"/>
                    <a:pt x="1607" y="2236"/>
                    <a:pt x="1536" y="2236"/>
                  </a:cubicBezTo>
                  <a:lnTo>
                    <a:pt x="476" y="2236"/>
                  </a:lnTo>
                  <a:cubicBezTo>
                    <a:pt x="405" y="2236"/>
                    <a:pt x="345" y="2165"/>
                    <a:pt x="357" y="2093"/>
                  </a:cubicBezTo>
                  <a:lnTo>
                    <a:pt x="857" y="426"/>
                  </a:lnTo>
                  <a:cubicBezTo>
                    <a:pt x="881" y="355"/>
                    <a:pt x="938" y="319"/>
                    <a:pt x="994" y="319"/>
                  </a:cubicBezTo>
                  <a:close/>
                  <a:moveTo>
                    <a:pt x="1006" y="1"/>
                  </a:moveTo>
                  <a:cubicBezTo>
                    <a:pt x="813" y="1"/>
                    <a:pt x="619" y="111"/>
                    <a:pt x="548" y="331"/>
                  </a:cubicBezTo>
                  <a:lnTo>
                    <a:pt x="48" y="1998"/>
                  </a:lnTo>
                  <a:cubicBezTo>
                    <a:pt x="0" y="2129"/>
                    <a:pt x="36" y="2284"/>
                    <a:pt x="119" y="2403"/>
                  </a:cubicBezTo>
                  <a:cubicBezTo>
                    <a:pt x="214" y="2522"/>
                    <a:pt x="345" y="2581"/>
                    <a:pt x="476" y="2581"/>
                  </a:cubicBezTo>
                  <a:lnTo>
                    <a:pt x="1536" y="2581"/>
                  </a:lnTo>
                  <a:cubicBezTo>
                    <a:pt x="1845" y="2581"/>
                    <a:pt x="2060" y="2284"/>
                    <a:pt x="1965" y="1998"/>
                  </a:cubicBezTo>
                  <a:lnTo>
                    <a:pt x="1464" y="331"/>
                  </a:lnTo>
                  <a:cubicBezTo>
                    <a:pt x="1393" y="111"/>
                    <a:pt x="1200" y="1"/>
                    <a:pt x="100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1"/>
            <p:cNvSpPr/>
            <p:nvPr/>
          </p:nvSpPr>
          <p:spPr>
            <a:xfrm>
              <a:off x="2219466" y="1500293"/>
              <a:ext cx="330613" cy="359015"/>
            </a:xfrm>
            <a:custGeom>
              <a:rect b="b" l="l" r="r" t="t"/>
              <a:pathLst>
                <a:path extrusionOk="0" h="11288" w="10395">
                  <a:moveTo>
                    <a:pt x="1048" y="322"/>
                  </a:moveTo>
                  <a:lnTo>
                    <a:pt x="1048" y="1048"/>
                  </a:lnTo>
                  <a:lnTo>
                    <a:pt x="334" y="1048"/>
                  </a:lnTo>
                  <a:lnTo>
                    <a:pt x="334" y="322"/>
                  </a:lnTo>
                  <a:close/>
                  <a:moveTo>
                    <a:pt x="5549" y="334"/>
                  </a:moveTo>
                  <a:lnTo>
                    <a:pt x="5549" y="1048"/>
                  </a:lnTo>
                  <a:lnTo>
                    <a:pt x="4834" y="1048"/>
                  </a:lnTo>
                  <a:lnTo>
                    <a:pt x="4834" y="334"/>
                  </a:lnTo>
                  <a:close/>
                  <a:moveTo>
                    <a:pt x="10049" y="322"/>
                  </a:moveTo>
                  <a:lnTo>
                    <a:pt x="10049" y="1048"/>
                  </a:lnTo>
                  <a:lnTo>
                    <a:pt x="9335" y="1048"/>
                  </a:lnTo>
                  <a:lnTo>
                    <a:pt x="9335" y="322"/>
                  </a:lnTo>
                  <a:close/>
                  <a:moveTo>
                    <a:pt x="10061" y="5287"/>
                  </a:moveTo>
                  <a:lnTo>
                    <a:pt x="10061" y="6001"/>
                  </a:lnTo>
                  <a:lnTo>
                    <a:pt x="9347" y="6001"/>
                  </a:lnTo>
                  <a:lnTo>
                    <a:pt x="9347" y="5287"/>
                  </a:lnTo>
                  <a:close/>
                  <a:moveTo>
                    <a:pt x="1048" y="5299"/>
                  </a:moveTo>
                  <a:lnTo>
                    <a:pt x="1048" y="6013"/>
                  </a:lnTo>
                  <a:lnTo>
                    <a:pt x="334" y="6013"/>
                  </a:lnTo>
                  <a:lnTo>
                    <a:pt x="334" y="5299"/>
                  </a:lnTo>
                  <a:close/>
                  <a:moveTo>
                    <a:pt x="1381" y="10287"/>
                  </a:moveTo>
                  <a:lnTo>
                    <a:pt x="1524" y="10418"/>
                  </a:lnTo>
                  <a:lnTo>
                    <a:pt x="1381" y="10418"/>
                  </a:lnTo>
                  <a:lnTo>
                    <a:pt x="1381" y="10287"/>
                  </a:lnTo>
                  <a:close/>
                  <a:moveTo>
                    <a:pt x="9001" y="10287"/>
                  </a:moveTo>
                  <a:lnTo>
                    <a:pt x="9001" y="10418"/>
                  </a:lnTo>
                  <a:lnTo>
                    <a:pt x="8870" y="10418"/>
                  </a:lnTo>
                  <a:lnTo>
                    <a:pt x="9001" y="10287"/>
                  </a:lnTo>
                  <a:close/>
                  <a:moveTo>
                    <a:pt x="9025" y="857"/>
                  </a:moveTo>
                  <a:lnTo>
                    <a:pt x="9025" y="1215"/>
                  </a:lnTo>
                  <a:cubicBezTo>
                    <a:pt x="9025" y="1310"/>
                    <a:pt x="9097" y="1381"/>
                    <a:pt x="9180" y="1381"/>
                  </a:cubicBezTo>
                  <a:lnTo>
                    <a:pt x="9537" y="1381"/>
                  </a:lnTo>
                  <a:lnTo>
                    <a:pt x="9537" y="4953"/>
                  </a:lnTo>
                  <a:lnTo>
                    <a:pt x="9180" y="4953"/>
                  </a:lnTo>
                  <a:cubicBezTo>
                    <a:pt x="9097" y="4953"/>
                    <a:pt x="9025" y="5025"/>
                    <a:pt x="9025" y="5120"/>
                  </a:cubicBezTo>
                  <a:lnTo>
                    <a:pt x="9025" y="6180"/>
                  </a:lnTo>
                  <a:cubicBezTo>
                    <a:pt x="9025" y="6263"/>
                    <a:pt x="9097" y="6346"/>
                    <a:pt x="9180" y="6346"/>
                  </a:cubicBezTo>
                  <a:lnTo>
                    <a:pt x="9537" y="6346"/>
                  </a:lnTo>
                  <a:lnTo>
                    <a:pt x="9537" y="9894"/>
                  </a:lnTo>
                  <a:lnTo>
                    <a:pt x="9275" y="9894"/>
                  </a:lnTo>
                  <a:cubicBezTo>
                    <a:pt x="9406" y="9573"/>
                    <a:pt x="9442" y="9216"/>
                    <a:pt x="9323" y="8870"/>
                  </a:cubicBezTo>
                  <a:lnTo>
                    <a:pt x="7311" y="2632"/>
                  </a:lnTo>
                  <a:cubicBezTo>
                    <a:pt x="7283" y="2567"/>
                    <a:pt x="7227" y="2524"/>
                    <a:pt x="7160" y="2524"/>
                  </a:cubicBezTo>
                  <a:cubicBezTo>
                    <a:pt x="7139" y="2524"/>
                    <a:pt x="7118" y="2528"/>
                    <a:pt x="7096" y="2536"/>
                  </a:cubicBezTo>
                  <a:cubicBezTo>
                    <a:pt x="7013" y="2560"/>
                    <a:pt x="6965" y="2655"/>
                    <a:pt x="7001" y="2739"/>
                  </a:cubicBezTo>
                  <a:lnTo>
                    <a:pt x="9001" y="8978"/>
                  </a:lnTo>
                  <a:cubicBezTo>
                    <a:pt x="9263" y="9780"/>
                    <a:pt x="8624" y="10429"/>
                    <a:pt x="7936" y="10429"/>
                  </a:cubicBezTo>
                  <a:cubicBezTo>
                    <a:pt x="7685" y="10429"/>
                    <a:pt x="7427" y="10342"/>
                    <a:pt x="7204" y="10144"/>
                  </a:cubicBezTo>
                  <a:cubicBezTo>
                    <a:pt x="7171" y="10123"/>
                    <a:pt x="7132" y="10111"/>
                    <a:pt x="7093" y="10111"/>
                  </a:cubicBezTo>
                  <a:cubicBezTo>
                    <a:pt x="7045" y="10111"/>
                    <a:pt x="6998" y="10129"/>
                    <a:pt x="6965" y="10168"/>
                  </a:cubicBezTo>
                  <a:cubicBezTo>
                    <a:pt x="6906" y="10240"/>
                    <a:pt x="6906" y="10347"/>
                    <a:pt x="6977" y="10406"/>
                  </a:cubicBezTo>
                  <a:cubicBezTo>
                    <a:pt x="7001" y="10418"/>
                    <a:pt x="7013" y="10430"/>
                    <a:pt x="7025" y="10430"/>
                  </a:cubicBezTo>
                  <a:lnTo>
                    <a:pt x="5906" y="10430"/>
                  </a:lnTo>
                  <a:lnTo>
                    <a:pt x="5906" y="10073"/>
                  </a:lnTo>
                  <a:cubicBezTo>
                    <a:pt x="5906" y="9990"/>
                    <a:pt x="5834" y="9918"/>
                    <a:pt x="5751" y="9918"/>
                  </a:cubicBezTo>
                  <a:lnTo>
                    <a:pt x="4691" y="9918"/>
                  </a:lnTo>
                  <a:cubicBezTo>
                    <a:pt x="4596" y="9918"/>
                    <a:pt x="4525" y="9990"/>
                    <a:pt x="4525" y="10073"/>
                  </a:cubicBezTo>
                  <a:lnTo>
                    <a:pt x="4525" y="10430"/>
                  </a:lnTo>
                  <a:lnTo>
                    <a:pt x="3382" y="10430"/>
                  </a:lnTo>
                  <a:cubicBezTo>
                    <a:pt x="3834" y="10049"/>
                    <a:pt x="3858" y="9585"/>
                    <a:pt x="4037" y="9144"/>
                  </a:cubicBezTo>
                  <a:cubicBezTo>
                    <a:pt x="4167" y="8728"/>
                    <a:pt x="4548" y="8442"/>
                    <a:pt x="5001" y="8442"/>
                  </a:cubicBezTo>
                  <a:lnTo>
                    <a:pt x="5418" y="8442"/>
                  </a:lnTo>
                  <a:cubicBezTo>
                    <a:pt x="5846" y="8442"/>
                    <a:pt x="6239" y="8728"/>
                    <a:pt x="6382" y="9144"/>
                  </a:cubicBezTo>
                  <a:lnTo>
                    <a:pt x="6596" y="9775"/>
                  </a:lnTo>
                  <a:cubicBezTo>
                    <a:pt x="6615" y="9849"/>
                    <a:pt x="6676" y="9894"/>
                    <a:pt x="6742" y="9894"/>
                  </a:cubicBezTo>
                  <a:cubicBezTo>
                    <a:pt x="6761" y="9894"/>
                    <a:pt x="6780" y="9890"/>
                    <a:pt x="6799" y="9882"/>
                  </a:cubicBezTo>
                  <a:cubicBezTo>
                    <a:pt x="6894" y="9859"/>
                    <a:pt x="6930" y="9763"/>
                    <a:pt x="6906" y="9680"/>
                  </a:cubicBezTo>
                  <a:lnTo>
                    <a:pt x="6692" y="9037"/>
                  </a:lnTo>
                  <a:cubicBezTo>
                    <a:pt x="6513" y="8489"/>
                    <a:pt x="6001" y="8108"/>
                    <a:pt x="5418" y="8108"/>
                  </a:cubicBezTo>
                  <a:lnTo>
                    <a:pt x="5001" y="8108"/>
                  </a:lnTo>
                  <a:cubicBezTo>
                    <a:pt x="4418" y="8108"/>
                    <a:pt x="3894" y="8489"/>
                    <a:pt x="3715" y="9037"/>
                  </a:cubicBezTo>
                  <a:lnTo>
                    <a:pt x="3513" y="9680"/>
                  </a:lnTo>
                  <a:cubicBezTo>
                    <a:pt x="3358" y="10132"/>
                    <a:pt x="2929" y="10430"/>
                    <a:pt x="2453" y="10430"/>
                  </a:cubicBezTo>
                  <a:cubicBezTo>
                    <a:pt x="1846" y="10430"/>
                    <a:pt x="1334" y="9942"/>
                    <a:pt x="1334" y="9323"/>
                  </a:cubicBezTo>
                  <a:cubicBezTo>
                    <a:pt x="1334" y="9025"/>
                    <a:pt x="1429" y="8906"/>
                    <a:pt x="1751" y="7846"/>
                  </a:cubicBezTo>
                  <a:cubicBezTo>
                    <a:pt x="1786" y="7751"/>
                    <a:pt x="1739" y="7668"/>
                    <a:pt x="1655" y="7632"/>
                  </a:cubicBezTo>
                  <a:cubicBezTo>
                    <a:pt x="1639" y="7628"/>
                    <a:pt x="1622" y="7626"/>
                    <a:pt x="1607" y="7626"/>
                  </a:cubicBezTo>
                  <a:cubicBezTo>
                    <a:pt x="1532" y="7626"/>
                    <a:pt x="1470" y="7670"/>
                    <a:pt x="1441" y="7739"/>
                  </a:cubicBezTo>
                  <a:lnTo>
                    <a:pt x="1084" y="8870"/>
                  </a:lnTo>
                  <a:cubicBezTo>
                    <a:pt x="977" y="9216"/>
                    <a:pt x="1000" y="9573"/>
                    <a:pt x="1143" y="9894"/>
                  </a:cubicBezTo>
                  <a:lnTo>
                    <a:pt x="881" y="9894"/>
                  </a:lnTo>
                  <a:lnTo>
                    <a:pt x="881" y="6346"/>
                  </a:lnTo>
                  <a:lnTo>
                    <a:pt x="1239" y="6346"/>
                  </a:lnTo>
                  <a:cubicBezTo>
                    <a:pt x="1322" y="6346"/>
                    <a:pt x="1393" y="6263"/>
                    <a:pt x="1393" y="6180"/>
                  </a:cubicBezTo>
                  <a:lnTo>
                    <a:pt x="1393" y="5120"/>
                  </a:lnTo>
                  <a:cubicBezTo>
                    <a:pt x="1393" y="5037"/>
                    <a:pt x="1322" y="4953"/>
                    <a:pt x="1239" y="4953"/>
                  </a:cubicBezTo>
                  <a:lnTo>
                    <a:pt x="881" y="4953"/>
                  </a:lnTo>
                  <a:lnTo>
                    <a:pt x="881" y="1381"/>
                  </a:lnTo>
                  <a:lnTo>
                    <a:pt x="1239" y="1381"/>
                  </a:lnTo>
                  <a:cubicBezTo>
                    <a:pt x="1322" y="1381"/>
                    <a:pt x="1393" y="1310"/>
                    <a:pt x="1393" y="1227"/>
                  </a:cubicBezTo>
                  <a:lnTo>
                    <a:pt x="1393" y="869"/>
                  </a:lnTo>
                  <a:lnTo>
                    <a:pt x="3953" y="869"/>
                  </a:lnTo>
                  <a:cubicBezTo>
                    <a:pt x="3703" y="1060"/>
                    <a:pt x="3513" y="1322"/>
                    <a:pt x="3417" y="1643"/>
                  </a:cubicBezTo>
                  <a:lnTo>
                    <a:pt x="1643" y="7096"/>
                  </a:lnTo>
                  <a:cubicBezTo>
                    <a:pt x="1608" y="7204"/>
                    <a:pt x="1679" y="7323"/>
                    <a:pt x="1798" y="7323"/>
                  </a:cubicBezTo>
                  <a:cubicBezTo>
                    <a:pt x="1881" y="7323"/>
                    <a:pt x="1941" y="7275"/>
                    <a:pt x="1965" y="7204"/>
                  </a:cubicBezTo>
                  <a:lnTo>
                    <a:pt x="3739" y="1727"/>
                  </a:lnTo>
                  <a:cubicBezTo>
                    <a:pt x="3858" y="1334"/>
                    <a:pt x="4156" y="1036"/>
                    <a:pt x="4525" y="917"/>
                  </a:cubicBezTo>
                  <a:lnTo>
                    <a:pt x="4525" y="1215"/>
                  </a:lnTo>
                  <a:cubicBezTo>
                    <a:pt x="4525" y="1310"/>
                    <a:pt x="4596" y="1381"/>
                    <a:pt x="4691" y="1381"/>
                  </a:cubicBezTo>
                  <a:lnTo>
                    <a:pt x="5751" y="1381"/>
                  </a:lnTo>
                  <a:cubicBezTo>
                    <a:pt x="5834" y="1381"/>
                    <a:pt x="5906" y="1310"/>
                    <a:pt x="5906" y="1215"/>
                  </a:cubicBezTo>
                  <a:lnTo>
                    <a:pt x="5906" y="941"/>
                  </a:lnTo>
                  <a:cubicBezTo>
                    <a:pt x="6263" y="1072"/>
                    <a:pt x="6549" y="1358"/>
                    <a:pt x="6680" y="1739"/>
                  </a:cubicBezTo>
                  <a:lnTo>
                    <a:pt x="6799" y="2096"/>
                  </a:lnTo>
                  <a:cubicBezTo>
                    <a:pt x="6827" y="2172"/>
                    <a:pt x="6886" y="2210"/>
                    <a:pt x="6958" y="2210"/>
                  </a:cubicBezTo>
                  <a:cubicBezTo>
                    <a:pt x="6975" y="2210"/>
                    <a:pt x="6994" y="2208"/>
                    <a:pt x="7013" y="2203"/>
                  </a:cubicBezTo>
                  <a:cubicBezTo>
                    <a:pt x="7096" y="2167"/>
                    <a:pt x="7144" y="2084"/>
                    <a:pt x="7120" y="1989"/>
                  </a:cubicBezTo>
                  <a:cubicBezTo>
                    <a:pt x="7025" y="1786"/>
                    <a:pt x="6977" y="1262"/>
                    <a:pt x="6465" y="857"/>
                  </a:cubicBezTo>
                  <a:close/>
                  <a:moveTo>
                    <a:pt x="1048" y="10228"/>
                  </a:moveTo>
                  <a:lnTo>
                    <a:pt x="1048" y="10942"/>
                  </a:lnTo>
                  <a:lnTo>
                    <a:pt x="334" y="10942"/>
                  </a:lnTo>
                  <a:lnTo>
                    <a:pt x="334" y="10228"/>
                  </a:lnTo>
                  <a:close/>
                  <a:moveTo>
                    <a:pt x="5572" y="10228"/>
                  </a:moveTo>
                  <a:lnTo>
                    <a:pt x="5572" y="10942"/>
                  </a:lnTo>
                  <a:lnTo>
                    <a:pt x="4858" y="10942"/>
                  </a:lnTo>
                  <a:lnTo>
                    <a:pt x="4858" y="10228"/>
                  </a:lnTo>
                  <a:close/>
                  <a:moveTo>
                    <a:pt x="10061" y="10228"/>
                  </a:moveTo>
                  <a:lnTo>
                    <a:pt x="10061" y="10942"/>
                  </a:lnTo>
                  <a:lnTo>
                    <a:pt x="9347" y="10942"/>
                  </a:lnTo>
                  <a:lnTo>
                    <a:pt x="9347" y="10228"/>
                  </a:lnTo>
                  <a:close/>
                  <a:moveTo>
                    <a:pt x="167" y="0"/>
                  </a:moveTo>
                  <a:cubicBezTo>
                    <a:pt x="72" y="0"/>
                    <a:pt x="0" y="72"/>
                    <a:pt x="0" y="167"/>
                  </a:cubicBezTo>
                  <a:lnTo>
                    <a:pt x="0" y="1227"/>
                  </a:lnTo>
                  <a:cubicBezTo>
                    <a:pt x="0" y="1310"/>
                    <a:pt x="72" y="1381"/>
                    <a:pt x="167" y="1381"/>
                  </a:cubicBezTo>
                  <a:lnTo>
                    <a:pt x="524" y="1381"/>
                  </a:lnTo>
                  <a:lnTo>
                    <a:pt x="524" y="4953"/>
                  </a:lnTo>
                  <a:lnTo>
                    <a:pt x="167" y="4953"/>
                  </a:lnTo>
                  <a:cubicBezTo>
                    <a:pt x="72" y="4953"/>
                    <a:pt x="0" y="5037"/>
                    <a:pt x="0" y="5120"/>
                  </a:cubicBezTo>
                  <a:lnTo>
                    <a:pt x="0" y="6180"/>
                  </a:lnTo>
                  <a:cubicBezTo>
                    <a:pt x="0" y="6263"/>
                    <a:pt x="72" y="6346"/>
                    <a:pt x="167" y="6346"/>
                  </a:cubicBezTo>
                  <a:lnTo>
                    <a:pt x="524" y="6346"/>
                  </a:lnTo>
                  <a:lnTo>
                    <a:pt x="524" y="9894"/>
                  </a:lnTo>
                  <a:lnTo>
                    <a:pt x="167" y="9894"/>
                  </a:lnTo>
                  <a:cubicBezTo>
                    <a:pt x="72" y="9894"/>
                    <a:pt x="0" y="9978"/>
                    <a:pt x="0" y="10061"/>
                  </a:cubicBezTo>
                  <a:lnTo>
                    <a:pt x="0" y="11121"/>
                  </a:lnTo>
                  <a:cubicBezTo>
                    <a:pt x="0" y="11204"/>
                    <a:pt x="72" y="11287"/>
                    <a:pt x="167" y="11287"/>
                  </a:cubicBezTo>
                  <a:lnTo>
                    <a:pt x="1215" y="11287"/>
                  </a:lnTo>
                  <a:cubicBezTo>
                    <a:pt x="1310" y="11287"/>
                    <a:pt x="1381" y="11204"/>
                    <a:pt x="1381" y="11121"/>
                  </a:cubicBezTo>
                  <a:lnTo>
                    <a:pt x="1381" y="10763"/>
                  </a:lnTo>
                  <a:lnTo>
                    <a:pt x="4513" y="10763"/>
                  </a:lnTo>
                  <a:lnTo>
                    <a:pt x="4513" y="11121"/>
                  </a:lnTo>
                  <a:cubicBezTo>
                    <a:pt x="4513" y="11204"/>
                    <a:pt x="4584" y="11287"/>
                    <a:pt x="4679" y="11287"/>
                  </a:cubicBezTo>
                  <a:lnTo>
                    <a:pt x="5727" y="11287"/>
                  </a:lnTo>
                  <a:cubicBezTo>
                    <a:pt x="5822" y="11287"/>
                    <a:pt x="5894" y="11204"/>
                    <a:pt x="5894" y="11121"/>
                  </a:cubicBezTo>
                  <a:lnTo>
                    <a:pt x="5894" y="10763"/>
                  </a:lnTo>
                  <a:lnTo>
                    <a:pt x="9001" y="10763"/>
                  </a:lnTo>
                  <a:lnTo>
                    <a:pt x="9001" y="11121"/>
                  </a:lnTo>
                  <a:cubicBezTo>
                    <a:pt x="9001" y="11204"/>
                    <a:pt x="9085" y="11287"/>
                    <a:pt x="9168" y="11287"/>
                  </a:cubicBezTo>
                  <a:lnTo>
                    <a:pt x="10228" y="11287"/>
                  </a:lnTo>
                  <a:cubicBezTo>
                    <a:pt x="10311" y="11287"/>
                    <a:pt x="10394" y="11204"/>
                    <a:pt x="10394" y="11121"/>
                  </a:cubicBezTo>
                  <a:lnTo>
                    <a:pt x="10394" y="10061"/>
                  </a:lnTo>
                  <a:cubicBezTo>
                    <a:pt x="10394" y="9978"/>
                    <a:pt x="10311" y="9894"/>
                    <a:pt x="10228" y="9894"/>
                  </a:cubicBezTo>
                  <a:lnTo>
                    <a:pt x="9871" y="9894"/>
                  </a:lnTo>
                  <a:lnTo>
                    <a:pt x="9871" y="6346"/>
                  </a:lnTo>
                  <a:lnTo>
                    <a:pt x="10228" y="6346"/>
                  </a:lnTo>
                  <a:cubicBezTo>
                    <a:pt x="10311" y="6346"/>
                    <a:pt x="10394" y="6263"/>
                    <a:pt x="10394" y="6180"/>
                  </a:cubicBezTo>
                  <a:lnTo>
                    <a:pt x="10394" y="5120"/>
                  </a:lnTo>
                  <a:cubicBezTo>
                    <a:pt x="10394" y="5037"/>
                    <a:pt x="10311" y="4953"/>
                    <a:pt x="10228" y="4953"/>
                  </a:cubicBezTo>
                  <a:lnTo>
                    <a:pt x="9871" y="4953"/>
                  </a:lnTo>
                  <a:lnTo>
                    <a:pt x="9871" y="1381"/>
                  </a:lnTo>
                  <a:lnTo>
                    <a:pt x="10228" y="1381"/>
                  </a:lnTo>
                  <a:cubicBezTo>
                    <a:pt x="10311" y="1381"/>
                    <a:pt x="10394" y="1310"/>
                    <a:pt x="10394" y="1227"/>
                  </a:cubicBezTo>
                  <a:lnTo>
                    <a:pt x="10394" y="167"/>
                  </a:lnTo>
                  <a:cubicBezTo>
                    <a:pt x="10394" y="72"/>
                    <a:pt x="10311" y="0"/>
                    <a:pt x="10228" y="0"/>
                  </a:cubicBezTo>
                  <a:lnTo>
                    <a:pt x="9168" y="0"/>
                  </a:lnTo>
                  <a:cubicBezTo>
                    <a:pt x="9085" y="0"/>
                    <a:pt x="9001" y="72"/>
                    <a:pt x="9001" y="167"/>
                  </a:cubicBezTo>
                  <a:lnTo>
                    <a:pt x="9001" y="524"/>
                  </a:lnTo>
                  <a:lnTo>
                    <a:pt x="5894" y="524"/>
                  </a:lnTo>
                  <a:lnTo>
                    <a:pt x="5894" y="167"/>
                  </a:lnTo>
                  <a:cubicBezTo>
                    <a:pt x="5894" y="72"/>
                    <a:pt x="5822" y="0"/>
                    <a:pt x="5727" y="0"/>
                  </a:cubicBezTo>
                  <a:lnTo>
                    <a:pt x="4679" y="0"/>
                  </a:lnTo>
                  <a:cubicBezTo>
                    <a:pt x="4584" y="0"/>
                    <a:pt x="4513" y="72"/>
                    <a:pt x="4513" y="167"/>
                  </a:cubicBezTo>
                  <a:lnTo>
                    <a:pt x="4513" y="524"/>
                  </a:lnTo>
                  <a:lnTo>
                    <a:pt x="1381" y="524"/>
                  </a:lnTo>
                  <a:lnTo>
                    <a:pt x="1381" y="167"/>
                  </a:lnTo>
                  <a:cubicBezTo>
                    <a:pt x="1381" y="72"/>
                    <a:pt x="1310" y="0"/>
                    <a:pt x="12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5" name="Shape 3325"/>
        <p:cNvGrpSpPr/>
        <p:nvPr/>
      </p:nvGrpSpPr>
      <p:grpSpPr>
        <a:xfrm>
          <a:off x="0" y="0"/>
          <a:ext cx="0" cy="0"/>
          <a:chOff x="0" y="0"/>
          <a:chExt cx="0" cy="0"/>
        </a:xfrm>
      </p:grpSpPr>
      <p:sp>
        <p:nvSpPr>
          <p:cNvPr id="3326" name="Google Shape;3326;p52"/>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327" name="Google Shape;3327;p52"/>
          <p:cNvSpPr/>
          <p:nvPr/>
        </p:nvSpPr>
        <p:spPr>
          <a:xfrm>
            <a:off x="4172156" y="1026175"/>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2"/>
          <p:cNvSpPr txBox="1"/>
          <p:nvPr>
            <p:ph idx="1" type="subTitle"/>
          </p:nvPr>
        </p:nvSpPr>
        <p:spPr>
          <a:xfrm flipH="1">
            <a:off x="3291150" y="1546550"/>
            <a:ext cx="22698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Position Stament</a:t>
            </a:r>
            <a:endParaRPr sz="2000"/>
          </a:p>
          <a:p>
            <a:pPr indent="0" lvl="0" marL="0" rtl="0" algn="ctr">
              <a:spcBef>
                <a:spcPts val="0"/>
              </a:spcBef>
              <a:spcAft>
                <a:spcPts val="0"/>
              </a:spcAft>
              <a:buNone/>
            </a:pPr>
            <a:r>
              <a:rPr lang="en" sz="2000"/>
              <a:t>and Voice</a:t>
            </a:r>
            <a:endParaRPr sz="2000"/>
          </a:p>
        </p:txBody>
      </p:sp>
      <p:grpSp>
        <p:nvGrpSpPr>
          <p:cNvPr id="3329" name="Google Shape;3329;p52"/>
          <p:cNvGrpSpPr/>
          <p:nvPr/>
        </p:nvGrpSpPr>
        <p:grpSpPr>
          <a:xfrm>
            <a:off x="4259670" y="1113956"/>
            <a:ext cx="332757" cy="332343"/>
            <a:chOff x="2656907" y="2439293"/>
            <a:chExt cx="332757" cy="332343"/>
          </a:xfrm>
        </p:grpSpPr>
        <p:sp>
          <p:nvSpPr>
            <p:cNvPr id="3330" name="Google Shape;3330;p52"/>
            <p:cNvSpPr/>
            <p:nvPr/>
          </p:nvSpPr>
          <p:spPr>
            <a:xfrm>
              <a:off x="2868751" y="2547666"/>
              <a:ext cx="53088" cy="53088"/>
            </a:xfrm>
            <a:custGeom>
              <a:rect b="b" l="l" r="r" t="t"/>
              <a:pathLst>
                <a:path extrusionOk="0" h="1668" w="1668">
                  <a:moveTo>
                    <a:pt x="834" y="334"/>
                  </a:moveTo>
                  <a:cubicBezTo>
                    <a:pt x="1120" y="334"/>
                    <a:pt x="1346" y="548"/>
                    <a:pt x="1346" y="834"/>
                  </a:cubicBezTo>
                  <a:cubicBezTo>
                    <a:pt x="1346" y="1120"/>
                    <a:pt x="1120" y="1334"/>
                    <a:pt x="834" y="1334"/>
                  </a:cubicBezTo>
                  <a:cubicBezTo>
                    <a:pt x="560" y="1334"/>
                    <a:pt x="334" y="1120"/>
                    <a:pt x="334" y="834"/>
                  </a:cubicBezTo>
                  <a:cubicBezTo>
                    <a:pt x="334" y="548"/>
                    <a:pt x="572" y="334"/>
                    <a:pt x="834" y="334"/>
                  </a:cubicBezTo>
                  <a:close/>
                  <a:moveTo>
                    <a:pt x="834" y="0"/>
                  </a:moveTo>
                  <a:cubicBezTo>
                    <a:pt x="381" y="0"/>
                    <a:pt x="0" y="370"/>
                    <a:pt x="0" y="834"/>
                  </a:cubicBezTo>
                  <a:cubicBezTo>
                    <a:pt x="0" y="1298"/>
                    <a:pt x="381"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2"/>
            <p:cNvSpPr/>
            <p:nvPr/>
          </p:nvSpPr>
          <p:spPr>
            <a:xfrm>
              <a:off x="2870661" y="2611703"/>
              <a:ext cx="68970" cy="49301"/>
            </a:xfrm>
            <a:custGeom>
              <a:rect b="b" l="l" r="r" t="t"/>
              <a:pathLst>
                <a:path extrusionOk="0" h="1549" w="2167">
                  <a:moveTo>
                    <a:pt x="774" y="1"/>
                  </a:moveTo>
                  <a:cubicBezTo>
                    <a:pt x="560" y="1"/>
                    <a:pt x="333" y="60"/>
                    <a:pt x="119" y="167"/>
                  </a:cubicBezTo>
                  <a:cubicBezTo>
                    <a:pt x="48" y="203"/>
                    <a:pt x="0" y="310"/>
                    <a:pt x="48" y="382"/>
                  </a:cubicBezTo>
                  <a:cubicBezTo>
                    <a:pt x="83" y="443"/>
                    <a:pt x="150" y="479"/>
                    <a:pt x="212" y="479"/>
                  </a:cubicBezTo>
                  <a:cubicBezTo>
                    <a:pt x="234" y="479"/>
                    <a:pt x="255" y="474"/>
                    <a:pt x="274" y="465"/>
                  </a:cubicBezTo>
                  <a:cubicBezTo>
                    <a:pt x="417" y="382"/>
                    <a:pt x="595" y="346"/>
                    <a:pt x="762" y="346"/>
                  </a:cubicBezTo>
                  <a:cubicBezTo>
                    <a:pt x="1286" y="346"/>
                    <a:pt x="1715" y="727"/>
                    <a:pt x="1786" y="1215"/>
                  </a:cubicBezTo>
                  <a:lnTo>
                    <a:pt x="762" y="1215"/>
                  </a:lnTo>
                  <a:cubicBezTo>
                    <a:pt x="679" y="1215"/>
                    <a:pt x="595" y="1298"/>
                    <a:pt x="595" y="1382"/>
                  </a:cubicBezTo>
                  <a:cubicBezTo>
                    <a:pt x="595" y="1477"/>
                    <a:pt x="679" y="1548"/>
                    <a:pt x="762" y="1548"/>
                  </a:cubicBezTo>
                  <a:lnTo>
                    <a:pt x="1988" y="1548"/>
                  </a:lnTo>
                  <a:cubicBezTo>
                    <a:pt x="2072" y="1548"/>
                    <a:pt x="2143" y="1477"/>
                    <a:pt x="2143" y="1382"/>
                  </a:cubicBezTo>
                  <a:cubicBezTo>
                    <a:pt x="2167" y="608"/>
                    <a:pt x="1536" y="1"/>
                    <a:pt x="77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2"/>
            <p:cNvSpPr/>
            <p:nvPr/>
          </p:nvSpPr>
          <p:spPr>
            <a:xfrm>
              <a:off x="2705794" y="2611321"/>
              <a:ext cx="68620" cy="49301"/>
            </a:xfrm>
            <a:custGeom>
              <a:rect b="b" l="l" r="r" t="t"/>
              <a:pathLst>
                <a:path extrusionOk="0" h="1549" w="2156">
                  <a:moveTo>
                    <a:pt x="1394" y="1"/>
                  </a:moveTo>
                  <a:cubicBezTo>
                    <a:pt x="632" y="1"/>
                    <a:pt x="1" y="620"/>
                    <a:pt x="1" y="1382"/>
                  </a:cubicBezTo>
                  <a:cubicBezTo>
                    <a:pt x="1" y="1465"/>
                    <a:pt x="84" y="1548"/>
                    <a:pt x="167" y="1548"/>
                  </a:cubicBezTo>
                  <a:lnTo>
                    <a:pt x="1406" y="1548"/>
                  </a:lnTo>
                  <a:cubicBezTo>
                    <a:pt x="1489" y="1548"/>
                    <a:pt x="1572" y="1465"/>
                    <a:pt x="1572" y="1382"/>
                  </a:cubicBezTo>
                  <a:cubicBezTo>
                    <a:pt x="1572" y="1287"/>
                    <a:pt x="1501" y="1215"/>
                    <a:pt x="1418" y="1215"/>
                  </a:cubicBezTo>
                  <a:lnTo>
                    <a:pt x="382" y="1215"/>
                  </a:lnTo>
                  <a:cubicBezTo>
                    <a:pt x="453" y="727"/>
                    <a:pt x="882" y="334"/>
                    <a:pt x="1406" y="334"/>
                  </a:cubicBezTo>
                  <a:cubicBezTo>
                    <a:pt x="1584" y="334"/>
                    <a:pt x="1751" y="382"/>
                    <a:pt x="1894" y="453"/>
                  </a:cubicBezTo>
                  <a:cubicBezTo>
                    <a:pt x="1918" y="469"/>
                    <a:pt x="1945" y="477"/>
                    <a:pt x="1974" y="477"/>
                  </a:cubicBezTo>
                  <a:cubicBezTo>
                    <a:pt x="2030" y="477"/>
                    <a:pt x="2088" y="445"/>
                    <a:pt x="2120" y="382"/>
                  </a:cubicBezTo>
                  <a:cubicBezTo>
                    <a:pt x="2156" y="310"/>
                    <a:pt x="2132" y="203"/>
                    <a:pt x="2049" y="155"/>
                  </a:cubicBezTo>
                  <a:cubicBezTo>
                    <a:pt x="1846" y="60"/>
                    <a:pt x="1632" y="1"/>
                    <a:pt x="139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2"/>
            <p:cNvSpPr/>
            <p:nvPr/>
          </p:nvSpPr>
          <p:spPr>
            <a:xfrm>
              <a:off x="2724000" y="2547666"/>
              <a:ext cx="53088" cy="53088"/>
            </a:xfrm>
            <a:custGeom>
              <a:rect b="b" l="l" r="r" t="t"/>
              <a:pathLst>
                <a:path extrusionOk="0" h="1668" w="1668">
                  <a:moveTo>
                    <a:pt x="834" y="334"/>
                  </a:moveTo>
                  <a:cubicBezTo>
                    <a:pt x="1119" y="334"/>
                    <a:pt x="1334" y="548"/>
                    <a:pt x="1334" y="834"/>
                  </a:cubicBezTo>
                  <a:cubicBezTo>
                    <a:pt x="1334" y="1120"/>
                    <a:pt x="1119" y="1334"/>
                    <a:pt x="834" y="1334"/>
                  </a:cubicBezTo>
                  <a:cubicBezTo>
                    <a:pt x="548" y="1334"/>
                    <a:pt x="322" y="1120"/>
                    <a:pt x="322" y="834"/>
                  </a:cubicBezTo>
                  <a:cubicBezTo>
                    <a:pt x="322" y="548"/>
                    <a:pt x="548" y="334"/>
                    <a:pt x="834" y="334"/>
                  </a:cubicBezTo>
                  <a:close/>
                  <a:moveTo>
                    <a:pt x="834" y="0"/>
                  </a:moveTo>
                  <a:cubicBezTo>
                    <a:pt x="369" y="0"/>
                    <a:pt x="0" y="370"/>
                    <a:pt x="0" y="834"/>
                  </a:cubicBezTo>
                  <a:cubicBezTo>
                    <a:pt x="0" y="1298"/>
                    <a:pt x="369"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2"/>
            <p:cNvSpPr/>
            <p:nvPr/>
          </p:nvSpPr>
          <p:spPr>
            <a:xfrm>
              <a:off x="2788800" y="2534394"/>
              <a:ext cx="68238" cy="68238"/>
            </a:xfrm>
            <a:custGeom>
              <a:rect b="b" l="l" r="r" t="t"/>
              <a:pathLst>
                <a:path extrusionOk="0" h="2144" w="2144">
                  <a:moveTo>
                    <a:pt x="1072" y="334"/>
                  </a:moveTo>
                  <a:cubicBezTo>
                    <a:pt x="1489" y="334"/>
                    <a:pt x="1822" y="656"/>
                    <a:pt x="1822" y="1072"/>
                  </a:cubicBezTo>
                  <a:cubicBezTo>
                    <a:pt x="1822" y="1489"/>
                    <a:pt x="1489" y="1822"/>
                    <a:pt x="1072" y="1822"/>
                  </a:cubicBezTo>
                  <a:cubicBezTo>
                    <a:pt x="655" y="1822"/>
                    <a:pt x="334" y="1489"/>
                    <a:pt x="334" y="1072"/>
                  </a:cubicBezTo>
                  <a:cubicBezTo>
                    <a:pt x="334" y="656"/>
                    <a:pt x="667" y="334"/>
                    <a:pt x="1072" y="334"/>
                  </a:cubicBezTo>
                  <a:close/>
                  <a:moveTo>
                    <a:pt x="1072" y="1"/>
                  </a:moveTo>
                  <a:cubicBezTo>
                    <a:pt x="477" y="1"/>
                    <a:pt x="0" y="477"/>
                    <a:pt x="0" y="1072"/>
                  </a:cubicBezTo>
                  <a:cubicBezTo>
                    <a:pt x="0" y="1668"/>
                    <a:pt x="477" y="2144"/>
                    <a:pt x="1072" y="2144"/>
                  </a:cubicBezTo>
                  <a:cubicBezTo>
                    <a:pt x="1667" y="2144"/>
                    <a:pt x="2143" y="1668"/>
                    <a:pt x="2143" y="1072"/>
                  </a:cubicBezTo>
                  <a:cubicBezTo>
                    <a:pt x="2143" y="477"/>
                    <a:pt x="1667" y="1"/>
                    <a:pt x="107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2"/>
            <p:cNvSpPr/>
            <p:nvPr/>
          </p:nvSpPr>
          <p:spPr>
            <a:xfrm>
              <a:off x="2764930" y="2613613"/>
              <a:ext cx="115979" cy="62923"/>
            </a:xfrm>
            <a:custGeom>
              <a:rect b="b" l="l" r="r" t="t"/>
              <a:pathLst>
                <a:path extrusionOk="0" h="1977" w="3644">
                  <a:moveTo>
                    <a:pt x="1822" y="345"/>
                  </a:moveTo>
                  <a:cubicBezTo>
                    <a:pt x="2584" y="345"/>
                    <a:pt x="3203" y="917"/>
                    <a:pt x="3298" y="1655"/>
                  </a:cubicBezTo>
                  <a:lnTo>
                    <a:pt x="345" y="1655"/>
                  </a:lnTo>
                  <a:cubicBezTo>
                    <a:pt x="441" y="905"/>
                    <a:pt x="1060" y="345"/>
                    <a:pt x="1822" y="345"/>
                  </a:cubicBezTo>
                  <a:close/>
                  <a:moveTo>
                    <a:pt x="1822" y="0"/>
                  </a:moveTo>
                  <a:cubicBezTo>
                    <a:pt x="822" y="0"/>
                    <a:pt x="0" y="822"/>
                    <a:pt x="0" y="1810"/>
                  </a:cubicBezTo>
                  <a:cubicBezTo>
                    <a:pt x="0" y="1905"/>
                    <a:pt x="84" y="1977"/>
                    <a:pt x="167" y="1977"/>
                  </a:cubicBezTo>
                  <a:lnTo>
                    <a:pt x="3477" y="1977"/>
                  </a:lnTo>
                  <a:cubicBezTo>
                    <a:pt x="3560" y="1977"/>
                    <a:pt x="3643" y="1905"/>
                    <a:pt x="3643" y="1810"/>
                  </a:cubicBezTo>
                  <a:cubicBezTo>
                    <a:pt x="3643" y="798"/>
                    <a:pt x="2822" y="0"/>
                    <a:pt x="182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2"/>
            <p:cNvSpPr/>
            <p:nvPr/>
          </p:nvSpPr>
          <p:spPr>
            <a:xfrm>
              <a:off x="2656907" y="2439293"/>
              <a:ext cx="332757" cy="332343"/>
            </a:xfrm>
            <a:custGeom>
              <a:rect b="b" l="l" r="r" t="t"/>
              <a:pathLst>
                <a:path extrusionOk="0" h="10442" w="10455">
                  <a:moveTo>
                    <a:pt x="5383" y="893"/>
                  </a:moveTo>
                  <a:cubicBezTo>
                    <a:pt x="7645" y="977"/>
                    <a:pt x="9454" y="2798"/>
                    <a:pt x="9550" y="5060"/>
                  </a:cubicBezTo>
                  <a:lnTo>
                    <a:pt x="9145" y="5060"/>
                  </a:lnTo>
                  <a:cubicBezTo>
                    <a:pt x="9050" y="5060"/>
                    <a:pt x="8978" y="5132"/>
                    <a:pt x="8978" y="5227"/>
                  </a:cubicBezTo>
                  <a:cubicBezTo>
                    <a:pt x="8978" y="5310"/>
                    <a:pt x="9050" y="5382"/>
                    <a:pt x="9145" y="5382"/>
                  </a:cubicBezTo>
                  <a:lnTo>
                    <a:pt x="9550" y="5382"/>
                  </a:lnTo>
                  <a:cubicBezTo>
                    <a:pt x="9454" y="7644"/>
                    <a:pt x="7645" y="9466"/>
                    <a:pt x="5383" y="9549"/>
                  </a:cubicBezTo>
                  <a:lnTo>
                    <a:pt x="5383" y="9156"/>
                  </a:lnTo>
                  <a:cubicBezTo>
                    <a:pt x="5383" y="9061"/>
                    <a:pt x="5311" y="8989"/>
                    <a:pt x="5216" y="8989"/>
                  </a:cubicBezTo>
                  <a:cubicBezTo>
                    <a:pt x="5121" y="8989"/>
                    <a:pt x="5049" y="9061"/>
                    <a:pt x="5049" y="9156"/>
                  </a:cubicBezTo>
                  <a:lnTo>
                    <a:pt x="5049" y="9549"/>
                  </a:lnTo>
                  <a:cubicBezTo>
                    <a:pt x="2787" y="9466"/>
                    <a:pt x="977" y="7644"/>
                    <a:pt x="882" y="5382"/>
                  </a:cubicBezTo>
                  <a:lnTo>
                    <a:pt x="1287" y="5382"/>
                  </a:lnTo>
                  <a:cubicBezTo>
                    <a:pt x="1382" y="5382"/>
                    <a:pt x="1453" y="5310"/>
                    <a:pt x="1453" y="5227"/>
                  </a:cubicBezTo>
                  <a:cubicBezTo>
                    <a:pt x="1453" y="5132"/>
                    <a:pt x="1382" y="5060"/>
                    <a:pt x="1287" y="5060"/>
                  </a:cubicBezTo>
                  <a:lnTo>
                    <a:pt x="882" y="5060"/>
                  </a:lnTo>
                  <a:cubicBezTo>
                    <a:pt x="977" y="2798"/>
                    <a:pt x="2787" y="977"/>
                    <a:pt x="5049" y="893"/>
                  </a:cubicBezTo>
                  <a:lnTo>
                    <a:pt x="5049" y="1286"/>
                  </a:lnTo>
                  <a:cubicBezTo>
                    <a:pt x="5049" y="1381"/>
                    <a:pt x="5121" y="1453"/>
                    <a:pt x="5216" y="1453"/>
                  </a:cubicBezTo>
                  <a:cubicBezTo>
                    <a:pt x="5311" y="1453"/>
                    <a:pt x="5383" y="1381"/>
                    <a:pt x="5383" y="1286"/>
                  </a:cubicBezTo>
                  <a:lnTo>
                    <a:pt x="5383" y="893"/>
                  </a:lnTo>
                  <a:close/>
                  <a:moveTo>
                    <a:pt x="5228" y="0"/>
                  </a:moveTo>
                  <a:cubicBezTo>
                    <a:pt x="5144" y="0"/>
                    <a:pt x="5061" y="72"/>
                    <a:pt x="5061" y="167"/>
                  </a:cubicBezTo>
                  <a:lnTo>
                    <a:pt x="5061" y="560"/>
                  </a:lnTo>
                  <a:cubicBezTo>
                    <a:pt x="2620" y="655"/>
                    <a:pt x="656" y="2620"/>
                    <a:pt x="572" y="5060"/>
                  </a:cubicBezTo>
                  <a:lnTo>
                    <a:pt x="168" y="5060"/>
                  </a:lnTo>
                  <a:cubicBezTo>
                    <a:pt x="84" y="5060"/>
                    <a:pt x="1" y="5132"/>
                    <a:pt x="1" y="5227"/>
                  </a:cubicBezTo>
                  <a:cubicBezTo>
                    <a:pt x="1" y="5310"/>
                    <a:pt x="84" y="5382"/>
                    <a:pt x="168" y="5382"/>
                  </a:cubicBezTo>
                  <a:lnTo>
                    <a:pt x="572" y="5382"/>
                  </a:lnTo>
                  <a:cubicBezTo>
                    <a:pt x="656" y="7823"/>
                    <a:pt x="2620" y="9787"/>
                    <a:pt x="5061" y="9882"/>
                  </a:cubicBezTo>
                  <a:lnTo>
                    <a:pt x="5061" y="10287"/>
                  </a:lnTo>
                  <a:cubicBezTo>
                    <a:pt x="5061" y="10371"/>
                    <a:pt x="5144" y="10442"/>
                    <a:pt x="5228" y="10442"/>
                  </a:cubicBezTo>
                  <a:cubicBezTo>
                    <a:pt x="5323" y="10442"/>
                    <a:pt x="5394" y="10371"/>
                    <a:pt x="5394" y="10287"/>
                  </a:cubicBezTo>
                  <a:lnTo>
                    <a:pt x="5394" y="9882"/>
                  </a:lnTo>
                  <a:cubicBezTo>
                    <a:pt x="7835" y="9787"/>
                    <a:pt x="9800" y="7823"/>
                    <a:pt x="9883" y="5382"/>
                  </a:cubicBezTo>
                  <a:lnTo>
                    <a:pt x="10288" y="5382"/>
                  </a:lnTo>
                  <a:cubicBezTo>
                    <a:pt x="10383" y="5382"/>
                    <a:pt x="10455" y="5310"/>
                    <a:pt x="10455" y="5227"/>
                  </a:cubicBezTo>
                  <a:cubicBezTo>
                    <a:pt x="10455" y="5132"/>
                    <a:pt x="10383" y="5060"/>
                    <a:pt x="10288" y="5060"/>
                  </a:cubicBezTo>
                  <a:lnTo>
                    <a:pt x="9883" y="5060"/>
                  </a:lnTo>
                  <a:cubicBezTo>
                    <a:pt x="9800" y="2620"/>
                    <a:pt x="7835" y="655"/>
                    <a:pt x="5394" y="560"/>
                  </a:cubicBezTo>
                  <a:lnTo>
                    <a:pt x="5394" y="167"/>
                  </a:lnTo>
                  <a:cubicBezTo>
                    <a:pt x="5394" y="72"/>
                    <a:pt x="5323" y="0"/>
                    <a:pt x="522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7" name="Google Shape;3337;p52"/>
          <p:cNvSpPr txBox="1"/>
          <p:nvPr>
            <p:ph idx="3" type="subTitle"/>
          </p:nvPr>
        </p:nvSpPr>
        <p:spPr>
          <a:xfrm flipH="1">
            <a:off x="5671900" y="1026175"/>
            <a:ext cx="2769300" cy="130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What’s the company about?</a:t>
            </a:r>
            <a:endParaRPr sz="1600"/>
          </a:p>
          <a:p>
            <a:pPr indent="-215900" lvl="0" marL="228600" rtl="0" algn="l">
              <a:lnSpc>
                <a:spcPct val="150000"/>
              </a:lnSpc>
              <a:spcBef>
                <a:spcPts val="0"/>
              </a:spcBef>
              <a:spcAft>
                <a:spcPts val="0"/>
              </a:spcAft>
              <a:buSzPts val="1600"/>
              <a:buChar char="●"/>
            </a:pPr>
            <a:r>
              <a:rPr lang="en" sz="1600"/>
              <a:t>Tone</a:t>
            </a:r>
            <a:endParaRPr sz="1600"/>
          </a:p>
        </p:txBody>
      </p:sp>
      <p:sp>
        <p:nvSpPr>
          <p:cNvPr id="3338" name="Google Shape;3338;p52"/>
          <p:cNvSpPr txBox="1"/>
          <p:nvPr>
            <p:ph idx="3" type="subTitle"/>
          </p:nvPr>
        </p:nvSpPr>
        <p:spPr>
          <a:xfrm flipH="1">
            <a:off x="4680050" y="3127350"/>
            <a:ext cx="2769300" cy="155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t>Serious</a:t>
            </a:r>
            <a:endParaRPr sz="1600"/>
          </a:p>
          <a:p>
            <a:pPr indent="0" lvl="0" marL="0" rtl="0" algn="l">
              <a:lnSpc>
                <a:spcPct val="100000"/>
              </a:lnSpc>
              <a:spcBef>
                <a:spcPts val="0"/>
              </a:spcBef>
              <a:spcAft>
                <a:spcPts val="0"/>
              </a:spcAft>
              <a:buNone/>
            </a:pPr>
            <a:r>
              <a:rPr lang="en" sz="1600"/>
              <a:t>Casual</a:t>
            </a:r>
            <a:endParaRPr sz="1600"/>
          </a:p>
          <a:p>
            <a:pPr indent="0" lvl="0" marL="0" rtl="0" algn="l">
              <a:lnSpc>
                <a:spcPct val="100000"/>
              </a:lnSpc>
              <a:spcBef>
                <a:spcPts val="0"/>
              </a:spcBef>
              <a:spcAft>
                <a:spcPts val="0"/>
              </a:spcAft>
              <a:buNone/>
            </a:pPr>
            <a:r>
              <a:rPr lang="en" sz="1600"/>
              <a:t>Irreverent</a:t>
            </a:r>
            <a:endParaRPr sz="1600"/>
          </a:p>
          <a:p>
            <a:pPr indent="0" lvl="0" marL="0" rtl="0" algn="l">
              <a:lnSpc>
                <a:spcPct val="100000"/>
              </a:lnSpc>
              <a:spcBef>
                <a:spcPts val="0"/>
              </a:spcBef>
              <a:spcAft>
                <a:spcPts val="0"/>
              </a:spcAft>
              <a:buNone/>
            </a:pPr>
            <a:r>
              <a:rPr lang="en" sz="1600"/>
              <a:t>Matter-of-fact</a:t>
            </a:r>
            <a:endParaRPr sz="1600"/>
          </a:p>
        </p:txBody>
      </p:sp>
      <p:sp>
        <p:nvSpPr>
          <p:cNvPr id="3339" name="Google Shape;3339;p52"/>
          <p:cNvSpPr txBox="1"/>
          <p:nvPr>
            <p:ph idx="3" type="subTitle"/>
          </p:nvPr>
        </p:nvSpPr>
        <p:spPr>
          <a:xfrm flipH="1">
            <a:off x="1402850" y="3127350"/>
            <a:ext cx="2769300" cy="1556400"/>
          </a:xfrm>
          <a:prstGeom prst="rect">
            <a:avLst/>
          </a:prstGeom>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sz="1600"/>
              <a:t>Funny</a:t>
            </a:r>
            <a:endParaRPr sz="1600"/>
          </a:p>
          <a:p>
            <a:pPr indent="0" lvl="0" marL="0" rtl="0" algn="r">
              <a:lnSpc>
                <a:spcPct val="100000"/>
              </a:lnSpc>
              <a:spcBef>
                <a:spcPts val="0"/>
              </a:spcBef>
              <a:spcAft>
                <a:spcPts val="0"/>
              </a:spcAft>
              <a:buNone/>
            </a:pPr>
            <a:r>
              <a:rPr lang="en" sz="1600"/>
              <a:t>Formal</a:t>
            </a:r>
            <a:endParaRPr sz="1600"/>
          </a:p>
          <a:p>
            <a:pPr indent="0" lvl="0" marL="0" rtl="0" algn="r">
              <a:lnSpc>
                <a:spcPct val="100000"/>
              </a:lnSpc>
              <a:spcBef>
                <a:spcPts val="0"/>
              </a:spcBef>
              <a:spcAft>
                <a:spcPts val="0"/>
              </a:spcAft>
              <a:buNone/>
            </a:pPr>
            <a:r>
              <a:rPr lang="en" sz="1600"/>
              <a:t>Respectful</a:t>
            </a:r>
            <a:endParaRPr sz="1600"/>
          </a:p>
          <a:p>
            <a:pPr indent="0" lvl="0" marL="0" rtl="0" algn="r">
              <a:lnSpc>
                <a:spcPct val="100000"/>
              </a:lnSpc>
              <a:spcBef>
                <a:spcPts val="0"/>
              </a:spcBef>
              <a:spcAft>
                <a:spcPts val="0"/>
              </a:spcAft>
              <a:buNone/>
            </a:pPr>
            <a:r>
              <a:rPr lang="en" sz="1600"/>
              <a:t>Enthusiastic</a:t>
            </a:r>
            <a:endParaRPr sz="1600"/>
          </a:p>
        </p:txBody>
      </p:sp>
      <p:cxnSp>
        <p:nvCxnSpPr>
          <p:cNvPr id="3340" name="Google Shape;3340;p52"/>
          <p:cNvCxnSpPr/>
          <p:nvPr/>
        </p:nvCxnSpPr>
        <p:spPr>
          <a:xfrm>
            <a:off x="4443100" y="3100700"/>
            <a:ext cx="0" cy="1619700"/>
          </a:xfrm>
          <a:prstGeom prst="straightConnector1">
            <a:avLst/>
          </a:prstGeom>
          <a:noFill/>
          <a:ln cap="flat" cmpd="sng" w="9525">
            <a:solidFill>
              <a:srgbClr val="21204D"/>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7"/>
                                        </p:tgtEl>
                                        <p:attrNameLst>
                                          <p:attrName>style.visibility</p:attrName>
                                        </p:attrNameLst>
                                      </p:cBhvr>
                                      <p:to>
                                        <p:strVal val="visible"/>
                                      </p:to>
                                    </p:set>
                                    <p:animEffect filter="fade" transition="in">
                                      <p:cBhvr>
                                        <p:cTn dur="300"/>
                                        <p:tgtEl>
                                          <p:spTgt spid="3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8"/>
                                        </p:tgtEl>
                                        <p:attrNameLst>
                                          <p:attrName>style.visibility</p:attrName>
                                        </p:attrNameLst>
                                      </p:cBhvr>
                                      <p:to>
                                        <p:strVal val="visible"/>
                                      </p:to>
                                    </p:set>
                                    <p:animEffect filter="fade" transition="in">
                                      <p:cBhvr>
                                        <p:cTn dur="300"/>
                                        <p:tgtEl>
                                          <p:spTgt spid="3338"/>
                                        </p:tgtEl>
                                      </p:cBhvr>
                                    </p:animEffect>
                                  </p:childTnLst>
                                </p:cTn>
                              </p:par>
                              <p:par>
                                <p:cTn fill="hold" nodeType="withEffect" presetClass="entr" presetID="10" presetSubtype="0">
                                  <p:stCondLst>
                                    <p:cond delay="0"/>
                                  </p:stCondLst>
                                  <p:childTnLst>
                                    <p:set>
                                      <p:cBhvr>
                                        <p:cTn dur="1" fill="hold">
                                          <p:stCondLst>
                                            <p:cond delay="0"/>
                                          </p:stCondLst>
                                        </p:cTn>
                                        <p:tgtEl>
                                          <p:spTgt spid="3339"/>
                                        </p:tgtEl>
                                        <p:attrNameLst>
                                          <p:attrName>style.visibility</p:attrName>
                                        </p:attrNameLst>
                                      </p:cBhvr>
                                      <p:to>
                                        <p:strVal val="visible"/>
                                      </p:to>
                                    </p:set>
                                    <p:animEffect filter="fade" transition="in">
                                      <p:cBhvr>
                                        <p:cTn dur="300"/>
                                        <p:tgtEl>
                                          <p:spTgt spid="3339"/>
                                        </p:tgtEl>
                                      </p:cBhvr>
                                    </p:animEffect>
                                  </p:childTnLst>
                                </p:cTn>
                              </p:par>
                              <p:par>
                                <p:cTn fill="hold" nodeType="withEffect" presetClass="entr" presetID="10" presetSubtype="0">
                                  <p:stCondLst>
                                    <p:cond delay="0"/>
                                  </p:stCondLst>
                                  <p:childTnLst>
                                    <p:set>
                                      <p:cBhvr>
                                        <p:cTn dur="1" fill="hold">
                                          <p:stCondLst>
                                            <p:cond delay="0"/>
                                          </p:stCondLst>
                                        </p:cTn>
                                        <p:tgtEl>
                                          <p:spTgt spid="3340"/>
                                        </p:tgtEl>
                                        <p:attrNameLst>
                                          <p:attrName>style.visibility</p:attrName>
                                        </p:attrNameLst>
                                      </p:cBhvr>
                                      <p:to>
                                        <p:strVal val="visible"/>
                                      </p:to>
                                    </p:set>
                                    <p:animEffect filter="fade" transition="in">
                                      <p:cBhvr>
                                        <p:cTn dur="300"/>
                                        <p:tgtEl>
                                          <p:spTgt spid="3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5" name="Shape 3345"/>
        <p:cNvGrpSpPr/>
        <p:nvPr/>
      </p:nvGrpSpPr>
      <p:grpSpPr>
        <a:xfrm>
          <a:off x="0" y="0"/>
          <a:ext cx="0" cy="0"/>
          <a:chOff x="0" y="0"/>
          <a:chExt cx="0" cy="0"/>
        </a:xfrm>
      </p:grpSpPr>
      <p:sp>
        <p:nvSpPr>
          <p:cNvPr id="3346" name="Google Shape;3346;p53"/>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347" name="Google Shape;3347;p53"/>
          <p:cNvSpPr/>
          <p:nvPr/>
        </p:nvSpPr>
        <p:spPr>
          <a:xfrm>
            <a:off x="4172156" y="1026175"/>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3"/>
          <p:cNvSpPr txBox="1"/>
          <p:nvPr>
            <p:ph idx="1" type="subTitle"/>
          </p:nvPr>
        </p:nvSpPr>
        <p:spPr>
          <a:xfrm flipH="1">
            <a:off x="3291150" y="1546550"/>
            <a:ext cx="22698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Position Stament</a:t>
            </a:r>
            <a:endParaRPr sz="2000"/>
          </a:p>
          <a:p>
            <a:pPr indent="0" lvl="0" marL="0" rtl="0" algn="ctr">
              <a:spcBef>
                <a:spcPts val="0"/>
              </a:spcBef>
              <a:spcAft>
                <a:spcPts val="0"/>
              </a:spcAft>
              <a:buNone/>
            </a:pPr>
            <a:r>
              <a:rPr lang="en" sz="2000"/>
              <a:t>and Voice</a:t>
            </a:r>
            <a:endParaRPr sz="2000"/>
          </a:p>
        </p:txBody>
      </p:sp>
      <p:grpSp>
        <p:nvGrpSpPr>
          <p:cNvPr id="3349" name="Google Shape;3349;p53"/>
          <p:cNvGrpSpPr/>
          <p:nvPr/>
        </p:nvGrpSpPr>
        <p:grpSpPr>
          <a:xfrm>
            <a:off x="4259670" y="1113956"/>
            <a:ext cx="332757" cy="332343"/>
            <a:chOff x="2656907" y="2439293"/>
            <a:chExt cx="332757" cy="332343"/>
          </a:xfrm>
        </p:grpSpPr>
        <p:sp>
          <p:nvSpPr>
            <p:cNvPr id="3350" name="Google Shape;3350;p53"/>
            <p:cNvSpPr/>
            <p:nvPr/>
          </p:nvSpPr>
          <p:spPr>
            <a:xfrm>
              <a:off x="2868751" y="2547666"/>
              <a:ext cx="53088" cy="53088"/>
            </a:xfrm>
            <a:custGeom>
              <a:rect b="b" l="l" r="r" t="t"/>
              <a:pathLst>
                <a:path extrusionOk="0" h="1668" w="1668">
                  <a:moveTo>
                    <a:pt x="834" y="334"/>
                  </a:moveTo>
                  <a:cubicBezTo>
                    <a:pt x="1120" y="334"/>
                    <a:pt x="1346" y="548"/>
                    <a:pt x="1346" y="834"/>
                  </a:cubicBezTo>
                  <a:cubicBezTo>
                    <a:pt x="1346" y="1120"/>
                    <a:pt x="1120" y="1334"/>
                    <a:pt x="834" y="1334"/>
                  </a:cubicBezTo>
                  <a:cubicBezTo>
                    <a:pt x="560" y="1334"/>
                    <a:pt x="334" y="1120"/>
                    <a:pt x="334" y="834"/>
                  </a:cubicBezTo>
                  <a:cubicBezTo>
                    <a:pt x="334" y="548"/>
                    <a:pt x="572" y="334"/>
                    <a:pt x="834" y="334"/>
                  </a:cubicBezTo>
                  <a:close/>
                  <a:moveTo>
                    <a:pt x="834" y="0"/>
                  </a:moveTo>
                  <a:cubicBezTo>
                    <a:pt x="381" y="0"/>
                    <a:pt x="0" y="370"/>
                    <a:pt x="0" y="834"/>
                  </a:cubicBezTo>
                  <a:cubicBezTo>
                    <a:pt x="0" y="1298"/>
                    <a:pt x="381"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3"/>
            <p:cNvSpPr/>
            <p:nvPr/>
          </p:nvSpPr>
          <p:spPr>
            <a:xfrm>
              <a:off x="2870661" y="2611703"/>
              <a:ext cx="68970" cy="49301"/>
            </a:xfrm>
            <a:custGeom>
              <a:rect b="b" l="l" r="r" t="t"/>
              <a:pathLst>
                <a:path extrusionOk="0" h="1549" w="2167">
                  <a:moveTo>
                    <a:pt x="774" y="1"/>
                  </a:moveTo>
                  <a:cubicBezTo>
                    <a:pt x="560" y="1"/>
                    <a:pt x="333" y="60"/>
                    <a:pt x="119" y="167"/>
                  </a:cubicBezTo>
                  <a:cubicBezTo>
                    <a:pt x="48" y="203"/>
                    <a:pt x="0" y="310"/>
                    <a:pt x="48" y="382"/>
                  </a:cubicBezTo>
                  <a:cubicBezTo>
                    <a:pt x="83" y="443"/>
                    <a:pt x="150" y="479"/>
                    <a:pt x="212" y="479"/>
                  </a:cubicBezTo>
                  <a:cubicBezTo>
                    <a:pt x="234" y="479"/>
                    <a:pt x="255" y="474"/>
                    <a:pt x="274" y="465"/>
                  </a:cubicBezTo>
                  <a:cubicBezTo>
                    <a:pt x="417" y="382"/>
                    <a:pt x="595" y="346"/>
                    <a:pt x="762" y="346"/>
                  </a:cubicBezTo>
                  <a:cubicBezTo>
                    <a:pt x="1286" y="346"/>
                    <a:pt x="1715" y="727"/>
                    <a:pt x="1786" y="1215"/>
                  </a:cubicBezTo>
                  <a:lnTo>
                    <a:pt x="762" y="1215"/>
                  </a:lnTo>
                  <a:cubicBezTo>
                    <a:pt x="679" y="1215"/>
                    <a:pt x="595" y="1298"/>
                    <a:pt x="595" y="1382"/>
                  </a:cubicBezTo>
                  <a:cubicBezTo>
                    <a:pt x="595" y="1477"/>
                    <a:pt x="679" y="1548"/>
                    <a:pt x="762" y="1548"/>
                  </a:cubicBezTo>
                  <a:lnTo>
                    <a:pt x="1988" y="1548"/>
                  </a:lnTo>
                  <a:cubicBezTo>
                    <a:pt x="2072" y="1548"/>
                    <a:pt x="2143" y="1477"/>
                    <a:pt x="2143" y="1382"/>
                  </a:cubicBezTo>
                  <a:cubicBezTo>
                    <a:pt x="2167" y="608"/>
                    <a:pt x="1536" y="1"/>
                    <a:pt x="77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3"/>
            <p:cNvSpPr/>
            <p:nvPr/>
          </p:nvSpPr>
          <p:spPr>
            <a:xfrm>
              <a:off x="2705794" y="2611321"/>
              <a:ext cx="68620" cy="49301"/>
            </a:xfrm>
            <a:custGeom>
              <a:rect b="b" l="l" r="r" t="t"/>
              <a:pathLst>
                <a:path extrusionOk="0" h="1549" w="2156">
                  <a:moveTo>
                    <a:pt x="1394" y="1"/>
                  </a:moveTo>
                  <a:cubicBezTo>
                    <a:pt x="632" y="1"/>
                    <a:pt x="1" y="620"/>
                    <a:pt x="1" y="1382"/>
                  </a:cubicBezTo>
                  <a:cubicBezTo>
                    <a:pt x="1" y="1465"/>
                    <a:pt x="84" y="1548"/>
                    <a:pt x="167" y="1548"/>
                  </a:cubicBezTo>
                  <a:lnTo>
                    <a:pt x="1406" y="1548"/>
                  </a:lnTo>
                  <a:cubicBezTo>
                    <a:pt x="1489" y="1548"/>
                    <a:pt x="1572" y="1465"/>
                    <a:pt x="1572" y="1382"/>
                  </a:cubicBezTo>
                  <a:cubicBezTo>
                    <a:pt x="1572" y="1287"/>
                    <a:pt x="1501" y="1215"/>
                    <a:pt x="1418" y="1215"/>
                  </a:cubicBezTo>
                  <a:lnTo>
                    <a:pt x="382" y="1215"/>
                  </a:lnTo>
                  <a:cubicBezTo>
                    <a:pt x="453" y="727"/>
                    <a:pt x="882" y="334"/>
                    <a:pt x="1406" y="334"/>
                  </a:cubicBezTo>
                  <a:cubicBezTo>
                    <a:pt x="1584" y="334"/>
                    <a:pt x="1751" y="382"/>
                    <a:pt x="1894" y="453"/>
                  </a:cubicBezTo>
                  <a:cubicBezTo>
                    <a:pt x="1918" y="469"/>
                    <a:pt x="1945" y="477"/>
                    <a:pt x="1974" y="477"/>
                  </a:cubicBezTo>
                  <a:cubicBezTo>
                    <a:pt x="2030" y="477"/>
                    <a:pt x="2088" y="445"/>
                    <a:pt x="2120" y="382"/>
                  </a:cubicBezTo>
                  <a:cubicBezTo>
                    <a:pt x="2156" y="310"/>
                    <a:pt x="2132" y="203"/>
                    <a:pt x="2049" y="155"/>
                  </a:cubicBezTo>
                  <a:cubicBezTo>
                    <a:pt x="1846" y="60"/>
                    <a:pt x="1632" y="1"/>
                    <a:pt x="139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3"/>
            <p:cNvSpPr/>
            <p:nvPr/>
          </p:nvSpPr>
          <p:spPr>
            <a:xfrm>
              <a:off x="2724000" y="2547666"/>
              <a:ext cx="53088" cy="53088"/>
            </a:xfrm>
            <a:custGeom>
              <a:rect b="b" l="l" r="r" t="t"/>
              <a:pathLst>
                <a:path extrusionOk="0" h="1668" w="1668">
                  <a:moveTo>
                    <a:pt x="834" y="334"/>
                  </a:moveTo>
                  <a:cubicBezTo>
                    <a:pt x="1119" y="334"/>
                    <a:pt x="1334" y="548"/>
                    <a:pt x="1334" y="834"/>
                  </a:cubicBezTo>
                  <a:cubicBezTo>
                    <a:pt x="1334" y="1120"/>
                    <a:pt x="1119" y="1334"/>
                    <a:pt x="834" y="1334"/>
                  </a:cubicBezTo>
                  <a:cubicBezTo>
                    <a:pt x="548" y="1334"/>
                    <a:pt x="322" y="1120"/>
                    <a:pt x="322" y="834"/>
                  </a:cubicBezTo>
                  <a:cubicBezTo>
                    <a:pt x="322" y="548"/>
                    <a:pt x="548" y="334"/>
                    <a:pt x="834" y="334"/>
                  </a:cubicBezTo>
                  <a:close/>
                  <a:moveTo>
                    <a:pt x="834" y="0"/>
                  </a:moveTo>
                  <a:cubicBezTo>
                    <a:pt x="369" y="0"/>
                    <a:pt x="0" y="370"/>
                    <a:pt x="0" y="834"/>
                  </a:cubicBezTo>
                  <a:cubicBezTo>
                    <a:pt x="0" y="1298"/>
                    <a:pt x="369" y="1667"/>
                    <a:pt x="834" y="1667"/>
                  </a:cubicBezTo>
                  <a:cubicBezTo>
                    <a:pt x="1298" y="1667"/>
                    <a:pt x="1667" y="1298"/>
                    <a:pt x="1667" y="834"/>
                  </a:cubicBezTo>
                  <a:cubicBezTo>
                    <a:pt x="1667" y="370"/>
                    <a:pt x="1298" y="0"/>
                    <a:pt x="83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3"/>
            <p:cNvSpPr/>
            <p:nvPr/>
          </p:nvSpPr>
          <p:spPr>
            <a:xfrm>
              <a:off x="2788800" y="2534394"/>
              <a:ext cx="68238" cy="68238"/>
            </a:xfrm>
            <a:custGeom>
              <a:rect b="b" l="l" r="r" t="t"/>
              <a:pathLst>
                <a:path extrusionOk="0" h="2144" w="2144">
                  <a:moveTo>
                    <a:pt x="1072" y="334"/>
                  </a:moveTo>
                  <a:cubicBezTo>
                    <a:pt x="1489" y="334"/>
                    <a:pt x="1822" y="656"/>
                    <a:pt x="1822" y="1072"/>
                  </a:cubicBezTo>
                  <a:cubicBezTo>
                    <a:pt x="1822" y="1489"/>
                    <a:pt x="1489" y="1822"/>
                    <a:pt x="1072" y="1822"/>
                  </a:cubicBezTo>
                  <a:cubicBezTo>
                    <a:pt x="655" y="1822"/>
                    <a:pt x="334" y="1489"/>
                    <a:pt x="334" y="1072"/>
                  </a:cubicBezTo>
                  <a:cubicBezTo>
                    <a:pt x="334" y="656"/>
                    <a:pt x="667" y="334"/>
                    <a:pt x="1072" y="334"/>
                  </a:cubicBezTo>
                  <a:close/>
                  <a:moveTo>
                    <a:pt x="1072" y="1"/>
                  </a:moveTo>
                  <a:cubicBezTo>
                    <a:pt x="477" y="1"/>
                    <a:pt x="0" y="477"/>
                    <a:pt x="0" y="1072"/>
                  </a:cubicBezTo>
                  <a:cubicBezTo>
                    <a:pt x="0" y="1668"/>
                    <a:pt x="477" y="2144"/>
                    <a:pt x="1072" y="2144"/>
                  </a:cubicBezTo>
                  <a:cubicBezTo>
                    <a:pt x="1667" y="2144"/>
                    <a:pt x="2143" y="1668"/>
                    <a:pt x="2143" y="1072"/>
                  </a:cubicBezTo>
                  <a:cubicBezTo>
                    <a:pt x="2143" y="477"/>
                    <a:pt x="1667" y="1"/>
                    <a:pt x="107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3"/>
            <p:cNvSpPr/>
            <p:nvPr/>
          </p:nvSpPr>
          <p:spPr>
            <a:xfrm>
              <a:off x="2764930" y="2613613"/>
              <a:ext cx="115979" cy="62923"/>
            </a:xfrm>
            <a:custGeom>
              <a:rect b="b" l="l" r="r" t="t"/>
              <a:pathLst>
                <a:path extrusionOk="0" h="1977" w="3644">
                  <a:moveTo>
                    <a:pt x="1822" y="345"/>
                  </a:moveTo>
                  <a:cubicBezTo>
                    <a:pt x="2584" y="345"/>
                    <a:pt x="3203" y="917"/>
                    <a:pt x="3298" y="1655"/>
                  </a:cubicBezTo>
                  <a:lnTo>
                    <a:pt x="345" y="1655"/>
                  </a:lnTo>
                  <a:cubicBezTo>
                    <a:pt x="441" y="905"/>
                    <a:pt x="1060" y="345"/>
                    <a:pt x="1822" y="345"/>
                  </a:cubicBezTo>
                  <a:close/>
                  <a:moveTo>
                    <a:pt x="1822" y="0"/>
                  </a:moveTo>
                  <a:cubicBezTo>
                    <a:pt x="822" y="0"/>
                    <a:pt x="0" y="822"/>
                    <a:pt x="0" y="1810"/>
                  </a:cubicBezTo>
                  <a:cubicBezTo>
                    <a:pt x="0" y="1905"/>
                    <a:pt x="84" y="1977"/>
                    <a:pt x="167" y="1977"/>
                  </a:cubicBezTo>
                  <a:lnTo>
                    <a:pt x="3477" y="1977"/>
                  </a:lnTo>
                  <a:cubicBezTo>
                    <a:pt x="3560" y="1977"/>
                    <a:pt x="3643" y="1905"/>
                    <a:pt x="3643" y="1810"/>
                  </a:cubicBezTo>
                  <a:cubicBezTo>
                    <a:pt x="3643" y="798"/>
                    <a:pt x="2822" y="0"/>
                    <a:pt x="182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3"/>
            <p:cNvSpPr/>
            <p:nvPr/>
          </p:nvSpPr>
          <p:spPr>
            <a:xfrm>
              <a:off x="2656907" y="2439293"/>
              <a:ext cx="332757" cy="332343"/>
            </a:xfrm>
            <a:custGeom>
              <a:rect b="b" l="l" r="r" t="t"/>
              <a:pathLst>
                <a:path extrusionOk="0" h="10442" w="10455">
                  <a:moveTo>
                    <a:pt x="5383" y="893"/>
                  </a:moveTo>
                  <a:cubicBezTo>
                    <a:pt x="7645" y="977"/>
                    <a:pt x="9454" y="2798"/>
                    <a:pt x="9550" y="5060"/>
                  </a:cubicBezTo>
                  <a:lnTo>
                    <a:pt x="9145" y="5060"/>
                  </a:lnTo>
                  <a:cubicBezTo>
                    <a:pt x="9050" y="5060"/>
                    <a:pt x="8978" y="5132"/>
                    <a:pt x="8978" y="5227"/>
                  </a:cubicBezTo>
                  <a:cubicBezTo>
                    <a:pt x="8978" y="5310"/>
                    <a:pt x="9050" y="5382"/>
                    <a:pt x="9145" y="5382"/>
                  </a:cubicBezTo>
                  <a:lnTo>
                    <a:pt x="9550" y="5382"/>
                  </a:lnTo>
                  <a:cubicBezTo>
                    <a:pt x="9454" y="7644"/>
                    <a:pt x="7645" y="9466"/>
                    <a:pt x="5383" y="9549"/>
                  </a:cubicBezTo>
                  <a:lnTo>
                    <a:pt x="5383" y="9156"/>
                  </a:lnTo>
                  <a:cubicBezTo>
                    <a:pt x="5383" y="9061"/>
                    <a:pt x="5311" y="8989"/>
                    <a:pt x="5216" y="8989"/>
                  </a:cubicBezTo>
                  <a:cubicBezTo>
                    <a:pt x="5121" y="8989"/>
                    <a:pt x="5049" y="9061"/>
                    <a:pt x="5049" y="9156"/>
                  </a:cubicBezTo>
                  <a:lnTo>
                    <a:pt x="5049" y="9549"/>
                  </a:lnTo>
                  <a:cubicBezTo>
                    <a:pt x="2787" y="9466"/>
                    <a:pt x="977" y="7644"/>
                    <a:pt x="882" y="5382"/>
                  </a:cubicBezTo>
                  <a:lnTo>
                    <a:pt x="1287" y="5382"/>
                  </a:lnTo>
                  <a:cubicBezTo>
                    <a:pt x="1382" y="5382"/>
                    <a:pt x="1453" y="5310"/>
                    <a:pt x="1453" y="5227"/>
                  </a:cubicBezTo>
                  <a:cubicBezTo>
                    <a:pt x="1453" y="5132"/>
                    <a:pt x="1382" y="5060"/>
                    <a:pt x="1287" y="5060"/>
                  </a:cubicBezTo>
                  <a:lnTo>
                    <a:pt x="882" y="5060"/>
                  </a:lnTo>
                  <a:cubicBezTo>
                    <a:pt x="977" y="2798"/>
                    <a:pt x="2787" y="977"/>
                    <a:pt x="5049" y="893"/>
                  </a:cubicBezTo>
                  <a:lnTo>
                    <a:pt x="5049" y="1286"/>
                  </a:lnTo>
                  <a:cubicBezTo>
                    <a:pt x="5049" y="1381"/>
                    <a:pt x="5121" y="1453"/>
                    <a:pt x="5216" y="1453"/>
                  </a:cubicBezTo>
                  <a:cubicBezTo>
                    <a:pt x="5311" y="1453"/>
                    <a:pt x="5383" y="1381"/>
                    <a:pt x="5383" y="1286"/>
                  </a:cubicBezTo>
                  <a:lnTo>
                    <a:pt x="5383" y="893"/>
                  </a:lnTo>
                  <a:close/>
                  <a:moveTo>
                    <a:pt x="5228" y="0"/>
                  </a:moveTo>
                  <a:cubicBezTo>
                    <a:pt x="5144" y="0"/>
                    <a:pt x="5061" y="72"/>
                    <a:pt x="5061" y="167"/>
                  </a:cubicBezTo>
                  <a:lnTo>
                    <a:pt x="5061" y="560"/>
                  </a:lnTo>
                  <a:cubicBezTo>
                    <a:pt x="2620" y="655"/>
                    <a:pt x="656" y="2620"/>
                    <a:pt x="572" y="5060"/>
                  </a:cubicBezTo>
                  <a:lnTo>
                    <a:pt x="168" y="5060"/>
                  </a:lnTo>
                  <a:cubicBezTo>
                    <a:pt x="84" y="5060"/>
                    <a:pt x="1" y="5132"/>
                    <a:pt x="1" y="5227"/>
                  </a:cubicBezTo>
                  <a:cubicBezTo>
                    <a:pt x="1" y="5310"/>
                    <a:pt x="84" y="5382"/>
                    <a:pt x="168" y="5382"/>
                  </a:cubicBezTo>
                  <a:lnTo>
                    <a:pt x="572" y="5382"/>
                  </a:lnTo>
                  <a:cubicBezTo>
                    <a:pt x="656" y="7823"/>
                    <a:pt x="2620" y="9787"/>
                    <a:pt x="5061" y="9882"/>
                  </a:cubicBezTo>
                  <a:lnTo>
                    <a:pt x="5061" y="10287"/>
                  </a:lnTo>
                  <a:cubicBezTo>
                    <a:pt x="5061" y="10371"/>
                    <a:pt x="5144" y="10442"/>
                    <a:pt x="5228" y="10442"/>
                  </a:cubicBezTo>
                  <a:cubicBezTo>
                    <a:pt x="5323" y="10442"/>
                    <a:pt x="5394" y="10371"/>
                    <a:pt x="5394" y="10287"/>
                  </a:cubicBezTo>
                  <a:lnTo>
                    <a:pt x="5394" y="9882"/>
                  </a:lnTo>
                  <a:cubicBezTo>
                    <a:pt x="7835" y="9787"/>
                    <a:pt x="9800" y="7823"/>
                    <a:pt x="9883" y="5382"/>
                  </a:cubicBezTo>
                  <a:lnTo>
                    <a:pt x="10288" y="5382"/>
                  </a:lnTo>
                  <a:cubicBezTo>
                    <a:pt x="10383" y="5382"/>
                    <a:pt x="10455" y="5310"/>
                    <a:pt x="10455" y="5227"/>
                  </a:cubicBezTo>
                  <a:cubicBezTo>
                    <a:pt x="10455" y="5132"/>
                    <a:pt x="10383" y="5060"/>
                    <a:pt x="10288" y="5060"/>
                  </a:cubicBezTo>
                  <a:lnTo>
                    <a:pt x="9883" y="5060"/>
                  </a:lnTo>
                  <a:cubicBezTo>
                    <a:pt x="9800" y="2620"/>
                    <a:pt x="7835" y="655"/>
                    <a:pt x="5394" y="560"/>
                  </a:cubicBezTo>
                  <a:lnTo>
                    <a:pt x="5394" y="167"/>
                  </a:lnTo>
                  <a:cubicBezTo>
                    <a:pt x="5394" y="72"/>
                    <a:pt x="5323" y="0"/>
                    <a:pt x="522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7" name="Google Shape;3357;p53"/>
          <p:cNvSpPr txBox="1"/>
          <p:nvPr>
            <p:ph idx="3" type="subTitle"/>
          </p:nvPr>
        </p:nvSpPr>
        <p:spPr>
          <a:xfrm flipH="1">
            <a:off x="5671900" y="1026175"/>
            <a:ext cx="2769300" cy="130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What’s the company about?</a:t>
            </a:r>
            <a:endParaRPr sz="1600"/>
          </a:p>
          <a:p>
            <a:pPr indent="-215900" lvl="0" marL="228600" rtl="0" algn="l">
              <a:lnSpc>
                <a:spcPct val="150000"/>
              </a:lnSpc>
              <a:spcBef>
                <a:spcPts val="0"/>
              </a:spcBef>
              <a:spcAft>
                <a:spcPts val="0"/>
              </a:spcAft>
              <a:buSzPts val="1600"/>
              <a:buChar char="●"/>
            </a:pPr>
            <a:r>
              <a:rPr lang="en" sz="1600"/>
              <a:t>Tone</a:t>
            </a:r>
            <a:endParaRPr sz="1600"/>
          </a:p>
          <a:p>
            <a:pPr indent="-215900" lvl="0" marL="228600" rtl="0" algn="l">
              <a:lnSpc>
                <a:spcPct val="150000"/>
              </a:lnSpc>
              <a:spcBef>
                <a:spcPts val="0"/>
              </a:spcBef>
              <a:spcAft>
                <a:spcPts val="0"/>
              </a:spcAft>
              <a:buSzPts val="1600"/>
              <a:buChar char="●"/>
            </a:pPr>
            <a:r>
              <a:rPr lang="en" sz="1600"/>
              <a:t>Style manual</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2" name="Shape 3362"/>
        <p:cNvGrpSpPr/>
        <p:nvPr/>
      </p:nvGrpSpPr>
      <p:grpSpPr>
        <a:xfrm>
          <a:off x="0" y="0"/>
          <a:ext cx="0" cy="0"/>
          <a:chOff x="0" y="0"/>
          <a:chExt cx="0" cy="0"/>
        </a:xfrm>
      </p:grpSpPr>
      <p:sp>
        <p:nvSpPr>
          <p:cNvPr id="3363" name="Google Shape;3363;p54"/>
          <p:cNvSpPr/>
          <p:nvPr/>
        </p:nvSpPr>
        <p:spPr>
          <a:xfrm>
            <a:off x="6093119" y="1026175"/>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4"/>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365" name="Google Shape;3365;p54"/>
          <p:cNvSpPr txBox="1"/>
          <p:nvPr>
            <p:ph idx="2" type="subTitle"/>
          </p:nvPr>
        </p:nvSpPr>
        <p:spPr>
          <a:xfrm flipH="1">
            <a:off x="5633819" y="1546562"/>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Logos</a:t>
            </a:r>
            <a:endParaRPr sz="2000"/>
          </a:p>
        </p:txBody>
      </p:sp>
      <p:grpSp>
        <p:nvGrpSpPr>
          <p:cNvPr id="3366" name="Google Shape;3366;p54"/>
          <p:cNvGrpSpPr/>
          <p:nvPr/>
        </p:nvGrpSpPr>
        <p:grpSpPr>
          <a:xfrm>
            <a:off x="6171999" y="1105406"/>
            <a:ext cx="350166" cy="349434"/>
            <a:chOff x="3541011" y="1508594"/>
            <a:chExt cx="350166" cy="349434"/>
          </a:xfrm>
        </p:grpSpPr>
        <p:sp>
          <p:nvSpPr>
            <p:cNvPr id="3367" name="Google Shape;3367;p54"/>
            <p:cNvSpPr/>
            <p:nvPr/>
          </p:nvSpPr>
          <p:spPr>
            <a:xfrm>
              <a:off x="3600879" y="1568270"/>
              <a:ext cx="230049" cy="289758"/>
            </a:xfrm>
            <a:custGeom>
              <a:rect b="b" l="l" r="r" t="t"/>
              <a:pathLst>
                <a:path extrusionOk="0" h="9104" w="7228">
                  <a:moveTo>
                    <a:pt x="3810" y="3781"/>
                  </a:moveTo>
                  <a:cubicBezTo>
                    <a:pt x="4001" y="3781"/>
                    <a:pt x="4156" y="3936"/>
                    <a:pt x="4156" y="4138"/>
                  </a:cubicBezTo>
                  <a:lnTo>
                    <a:pt x="4156" y="4472"/>
                  </a:lnTo>
                  <a:cubicBezTo>
                    <a:pt x="4144" y="4757"/>
                    <a:pt x="3906" y="4995"/>
                    <a:pt x="3632" y="4995"/>
                  </a:cubicBezTo>
                  <a:cubicBezTo>
                    <a:pt x="3334" y="4995"/>
                    <a:pt x="3108" y="4757"/>
                    <a:pt x="3108" y="4472"/>
                  </a:cubicBezTo>
                  <a:lnTo>
                    <a:pt x="3108" y="4138"/>
                  </a:lnTo>
                  <a:cubicBezTo>
                    <a:pt x="3108" y="3936"/>
                    <a:pt x="3275" y="3781"/>
                    <a:pt x="3465" y="3781"/>
                  </a:cubicBezTo>
                  <a:close/>
                  <a:moveTo>
                    <a:pt x="3787" y="5329"/>
                  </a:moveTo>
                  <a:lnTo>
                    <a:pt x="3787" y="5400"/>
                  </a:lnTo>
                  <a:cubicBezTo>
                    <a:pt x="3810" y="5460"/>
                    <a:pt x="3822" y="5519"/>
                    <a:pt x="3846" y="5567"/>
                  </a:cubicBezTo>
                  <a:lnTo>
                    <a:pt x="3632" y="5781"/>
                  </a:lnTo>
                  <a:lnTo>
                    <a:pt x="3596" y="5781"/>
                  </a:lnTo>
                  <a:lnTo>
                    <a:pt x="3370" y="5567"/>
                  </a:lnTo>
                  <a:cubicBezTo>
                    <a:pt x="3406" y="5519"/>
                    <a:pt x="3417" y="5460"/>
                    <a:pt x="3417" y="5400"/>
                  </a:cubicBezTo>
                  <a:lnTo>
                    <a:pt x="3417" y="5329"/>
                  </a:lnTo>
                  <a:close/>
                  <a:moveTo>
                    <a:pt x="3617" y="361"/>
                  </a:moveTo>
                  <a:cubicBezTo>
                    <a:pt x="4471" y="361"/>
                    <a:pt x="5286" y="670"/>
                    <a:pt x="5918" y="1257"/>
                  </a:cubicBezTo>
                  <a:cubicBezTo>
                    <a:pt x="6573" y="1888"/>
                    <a:pt x="6942" y="2733"/>
                    <a:pt x="6942" y="3638"/>
                  </a:cubicBezTo>
                  <a:cubicBezTo>
                    <a:pt x="6906" y="4281"/>
                    <a:pt x="6692" y="4936"/>
                    <a:pt x="6323" y="5484"/>
                  </a:cubicBezTo>
                  <a:cubicBezTo>
                    <a:pt x="5953" y="6019"/>
                    <a:pt x="5430" y="6436"/>
                    <a:pt x="4822" y="6674"/>
                  </a:cubicBezTo>
                  <a:cubicBezTo>
                    <a:pt x="4620" y="6758"/>
                    <a:pt x="4501" y="6948"/>
                    <a:pt x="4501" y="7139"/>
                  </a:cubicBezTo>
                  <a:lnTo>
                    <a:pt x="4501" y="7591"/>
                  </a:lnTo>
                  <a:cubicBezTo>
                    <a:pt x="4501" y="7662"/>
                    <a:pt x="4489" y="7722"/>
                    <a:pt x="4441" y="7781"/>
                  </a:cubicBezTo>
                  <a:lnTo>
                    <a:pt x="4287" y="8032"/>
                  </a:lnTo>
                  <a:cubicBezTo>
                    <a:pt x="4263" y="8043"/>
                    <a:pt x="4251" y="8079"/>
                    <a:pt x="4251" y="8091"/>
                  </a:cubicBezTo>
                  <a:lnTo>
                    <a:pt x="3025" y="8091"/>
                  </a:lnTo>
                  <a:cubicBezTo>
                    <a:pt x="3013" y="8079"/>
                    <a:pt x="3013" y="8043"/>
                    <a:pt x="3001" y="8032"/>
                  </a:cubicBezTo>
                  <a:lnTo>
                    <a:pt x="2834" y="7781"/>
                  </a:lnTo>
                  <a:cubicBezTo>
                    <a:pt x="2786" y="7722"/>
                    <a:pt x="2775" y="7651"/>
                    <a:pt x="2775" y="7591"/>
                  </a:cubicBezTo>
                  <a:lnTo>
                    <a:pt x="2775" y="6067"/>
                  </a:lnTo>
                  <a:cubicBezTo>
                    <a:pt x="2775" y="5996"/>
                    <a:pt x="2822" y="5936"/>
                    <a:pt x="2882" y="5900"/>
                  </a:cubicBezTo>
                  <a:lnTo>
                    <a:pt x="3167" y="5769"/>
                  </a:lnTo>
                  <a:lnTo>
                    <a:pt x="3417" y="6019"/>
                  </a:lnTo>
                  <a:cubicBezTo>
                    <a:pt x="3477" y="6079"/>
                    <a:pt x="3560" y="6127"/>
                    <a:pt x="3656" y="6127"/>
                  </a:cubicBezTo>
                  <a:cubicBezTo>
                    <a:pt x="3751" y="6127"/>
                    <a:pt x="3834" y="6103"/>
                    <a:pt x="3894" y="6019"/>
                  </a:cubicBezTo>
                  <a:lnTo>
                    <a:pt x="4144" y="5769"/>
                  </a:lnTo>
                  <a:lnTo>
                    <a:pt x="4429" y="5900"/>
                  </a:lnTo>
                  <a:cubicBezTo>
                    <a:pt x="4489" y="5936"/>
                    <a:pt x="4537" y="5996"/>
                    <a:pt x="4537" y="6067"/>
                  </a:cubicBezTo>
                  <a:lnTo>
                    <a:pt x="4537" y="6198"/>
                  </a:lnTo>
                  <a:cubicBezTo>
                    <a:pt x="4537" y="6293"/>
                    <a:pt x="4608" y="6365"/>
                    <a:pt x="4703" y="6365"/>
                  </a:cubicBezTo>
                  <a:cubicBezTo>
                    <a:pt x="4787" y="6365"/>
                    <a:pt x="4858" y="6293"/>
                    <a:pt x="4858" y="6198"/>
                  </a:cubicBezTo>
                  <a:lnTo>
                    <a:pt x="4858" y="6067"/>
                  </a:lnTo>
                  <a:cubicBezTo>
                    <a:pt x="4858" y="5877"/>
                    <a:pt x="4763" y="5698"/>
                    <a:pt x="4584" y="5626"/>
                  </a:cubicBezTo>
                  <a:lnTo>
                    <a:pt x="4179" y="5412"/>
                  </a:lnTo>
                  <a:lnTo>
                    <a:pt x="4179" y="5400"/>
                  </a:lnTo>
                  <a:lnTo>
                    <a:pt x="4179" y="5162"/>
                  </a:lnTo>
                  <a:cubicBezTo>
                    <a:pt x="4382" y="5007"/>
                    <a:pt x="4525" y="4757"/>
                    <a:pt x="4525" y="4472"/>
                  </a:cubicBezTo>
                  <a:lnTo>
                    <a:pt x="4525" y="4138"/>
                  </a:lnTo>
                  <a:cubicBezTo>
                    <a:pt x="4525" y="3757"/>
                    <a:pt x="4227" y="3448"/>
                    <a:pt x="3834" y="3448"/>
                  </a:cubicBezTo>
                  <a:lnTo>
                    <a:pt x="3489" y="3448"/>
                  </a:lnTo>
                  <a:cubicBezTo>
                    <a:pt x="3120" y="3448"/>
                    <a:pt x="2810" y="3745"/>
                    <a:pt x="2810" y="4138"/>
                  </a:cubicBezTo>
                  <a:lnTo>
                    <a:pt x="2810" y="4472"/>
                  </a:lnTo>
                  <a:cubicBezTo>
                    <a:pt x="2810" y="4757"/>
                    <a:pt x="2941" y="4995"/>
                    <a:pt x="3156" y="5162"/>
                  </a:cubicBezTo>
                  <a:lnTo>
                    <a:pt x="3156" y="5400"/>
                  </a:lnTo>
                  <a:lnTo>
                    <a:pt x="3156" y="5412"/>
                  </a:lnTo>
                  <a:lnTo>
                    <a:pt x="2751" y="5626"/>
                  </a:lnTo>
                  <a:cubicBezTo>
                    <a:pt x="2572" y="5710"/>
                    <a:pt x="2465" y="5877"/>
                    <a:pt x="2465" y="6067"/>
                  </a:cubicBezTo>
                  <a:lnTo>
                    <a:pt x="2465" y="6674"/>
                  </a:lnTo>
                  <a:cubicBezTo>
                    <a:pt x="1882" y="6460"/>
                    <a:pt x="1381" y="6055"/>
                    <a:pt x="1012" y="5567"/>
                  </a:cubicBezTo>
                  <a:cubicBezTo>
                    <a:pt x="572" y="4984"/>
                    <a:pt x="369" y="4281"/>
                    <a:pt x="381" y="3567"/>
                  </a:cubicBezTo>
                  <a:cubicBezTo>
                    <a:pt x="393" y="2745"/>
                    <a:pt x="727" y="1959"/>
                    <a:pt x="1310" y="1364"/>
                  </a:cubicBezTo>
                  <a:cubicBezTo>
                    <a:pt x="1882" y="769"/>
                    <a:pt x="2655" y="412"/>
                    <a:pt x="3477" y="364"/>
                  </a:cubicBezTo>
                  <a:cubicBezTo>
                    <a:pt x="3524" y="362"/>
                    <a:pt x="3571" y="361"/>
                    <a:pt x="3617" y="361"/>
                  </a:cubicBezTo>
                  <a:close/>
                  <a:moveTo>
                    <a:pt x="4144" y="8424"/>
                  </a:moveTo>
                  <a:lnTo>
                    <a:pt x="4144" y="8782"/>
                  </a:lnTo>
                  <a:lnTo>
                    <a:pt x="3108" y="8794"/>
                  </a:lnTo>
                  <a:cubicBezTo>
                    <a:pt x="3108" y="8794"/>
                    <a:pt x="3096" y="8794"/>
                    <a:pt x="3096" y="8782"/>
                  </a:cubicBezTo>
                  <a:lnTo>
                    <a:pt x="3096" y="8424"/>
                  </a:lnTo>
                  <a:close/>
                  <a:moveTo>
                    <a:pt x="3635" y="0"/>
                  </a:moveTo>
                  <a:cubicBezTo>
                    <a:pt x="3563" y="0"/>
                    <a:pt x="3490" y="2"/>
                    <a:pt x="3417" y="7"/>
                  </a:cubicBezTo>
                  <a:cubicBezTo>
                    <a:pt x="2513" y="54"/>
                    <a:pt x="1667" y="435"/>
                    <a:pt x="1024" y="1114"/>
                  </a:cubicBezTo>
                  <a:cubicBezTo>
                    <a:pt x="381" y="1769"/>
                    <a:pt x="24" y="2626"/>
                    <a:pt x="12" y="3531"/>
                  </a:cubicBezTo>
                  <a:cubicBezTo>
                    <a:pt x="0" y="4341"/>
                    <a:pt x="238" y="5103"/>
                    <a:pt x="691" y="5734"/>
                  </a:cubicBezTo>
                  <a:cubicBezTo>
                    <a:pt x="1131" y="6317"/>
                    <a:pt x="1739" y="6781"/>
                    <a:pt x="2405" y="7019"/>
                  </a:cubicBezTo>
                  <a:lnTo>
                    <a:pt x="2405" y="7603"/>
                  </a:lnTo>
                  <a:cubicBezTo>
                    <a:pt x="2405" y="7734"/>
                    <a:pt x="2453" y="7865"/>
                    <a:pt x="2524" y="7972"/>
                  </a:cubicBezTo>
                  <a:lnTo>
                    <a:pt x="2691" y="8222"/>
                  </a:lnTo>
                  <a:cubicBezTo>
                    <a:pt x="2739" y="8282"/>
                    <a:pt x="2751" y="8353"/>
                    <a:pt x="2751" y="8413"/>
                  </a:cubicBezTo>
                  <a:lnTo>
                    <a:pt x="2751" y="8770"/>
                  </a:lnTo>
                  <a:cubicBezTo>
                    <a:pt x="2751" y="8948"/>
                    <a:pt x="2894" y="9103"/>
                    <a:pt x="3072" y="9103"/>
                  </a:cubicBezTo>
                  <a:lnTo>
                    <a:pt x="4108" y="9103"/>
                  </a:lnTo>
                  <a:cubicBezTo>
                    <a:pt x="4287" y="9103"/>
                    <a:pt x="4429" y="8948"/>
                    <a:pt x="4429" y="8770"/>
                  </a:cubicBezTo>
                  <a:lnTo>
                    <a:pt x="4429" y="8413"/>
                  </a:lnTo>
                  <a:cubicBezTo>
                    <a:pt x="4429" y="8341"/>
                    <a:pt x="4441" y="8282"/>
                    <a:pt x="4489" y="8222"/>
                  </a:cubicBezTo>
                  <a:lnTo>
                    <a:pt x="4656" y="7972"/>
                  </a:lnTo>
                  <a:cubicBezTo>
                    <a:pt x="4727" y="7865"/>
                    <a:pt x="4775" y="7734"/>
                    <a:pt x="4775" y="7603"/>
                  </a:cubicBezTo>
                  <a:lnTo>
                    <a:pt x="4775" y="7150"/>
                  </a:lnTo>
                  <a:cubicBezTo>
                    <a:pt x="4775" y="7079"/>
                    <a:pt x="4822" y="7008"/>
                    <a:pt x="4894" y="6984"/>
                  </a:cubicBezTo>
                  <a:cubicBezTo>
                    <a:pt x="5561" y="6734"/>
                    <a:pt x="6132" y="6269"/>
                    <a:pt x="6549" y="5698"/>
                  </a:cubicBezTo>
                  <a:cubicBezTo>
                    <a:pt x="6966" y="5079"/>
                    <a:pt x="7180" y="4388"/>
                    <a:pt x="7180" y="3638"/>
                  </a:cubicBezTo>
                  <a:cubicBezTo>
                    <a:pt x="7227" y="2614"/>
                    <a:pt x="6823" y="1674"/>
                    <a:pt x="6096" y="995"/>
                  </a:cubicBezTo>
                  <a:cubicBezTo>
                    <a:pt x="5422" y="354"/>
                    <a:pt x="4564" y="0"/>
                    <a:pt x="363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54"/>
            <p:cNvSpPr/>
            <p:nvPr/>
          </p:nvSpPr>
          <p:spPr>
            <a:xfrm>
              <a:off x="3541011" y="1677980"/>
              <a:ext cx="48919" cy="10630"/>
            </a:xfrm>
            <a:custGeom>
              <a:rect b="b" l="l" r="r" t="t"/>
              <a:pathLst>
                <a:path extrusionOk="0" h="334" w="1537">
                  <a:moveTo>
                    <a:pt x="167" y="1"/>
                  </a:moveTo>
                  <a:cubicBezTo>
                    <a:pt x="72" y="1"/>
                    <a:pt x="0" y="72"/>
                    <a:pt x="0" y="167"/>
                  </a:cubicBezTo>
                  <a:cubicBezTo>
                    <a:pt x="0" y="251"/>
                    <a:pt x="72" y="334"/>
                    <a:pt x="167" y="334"/>
                  </a:cubicBezTo>
                  <a:lnTo>
                    <a:pt x="1369" y="334"/>
                  </a:lnTo>
                  <a:cubicBezTo>
                    <a:pt x="1465" y="334"/>
                    <a:pt x="1536" y="251"/>
                    <a:pt x="1536" y="167"/>
                  </a:cubicBezTo>
                  <a:cubicBezTo>
                    <a:pt x="1536" y="72"/>
                    <a:pt x="1465" y="1"/>
                    <a:pt x="136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54"/>
            <p:cNvSpPr/>
            <p:nvPr/>
          </p:nvSpPr>
          <p:spPr>
            <a:xfrm>
              <a:off x="3842259" y="1677980"/>
              <a:ext cx="48919" cy="10630"/>
            </a:xfrm>
            <a:custGeom>
              <a:rect b="b" l="l" r="r" t="t"/>
              <a:pathLst>
                <a:path extrusionOk="0" h="334" w="1537">
                  <a:moveTo>
                    <a:pt x="167" y="1"/>
                  </a:moveTo>
                  <a:cubicBezTo>
                    <a:pt x="72" y="1"/>
                    <a:pt x="1" y="72"/>
                    <a:pt x="1" y="167"/>
                  </a:cubicBezTo>
                  <a:cubicBezTo>
                    <a:pt x="1" y="251"/>
                    <a:pt x="72" y="334"/>
                    <a:pt x="167" y="334"/>
                  </a:cubicBezTo>
                  <a:lnTo>
                    <a:pt x="1370" y="334"/>
                  </a:lnTo>
                  <a:cubicBezTo>
                    <a:pt x="1465" y="334"/>
                    <a:pt x="1537" y="251"/>
                    <a:pt x="1537" y="167"/>
                  </a:cubicBezTo>
                  <a:cubicBezTo>
                    <a:pt x="1537" y="72"/>
                    <a:pt x="1465" y="1"/>
                    <a:pt x="137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4"/>
            <p:cNvSpPr/>
            <p:nvPr/>
          </p:nvSpPr>
          <p:spPr>
            <a:xfrm>
              <a:off x="3711161" y="1508594"/>
              <a:ext cx="10248" cy="48537"/>
            </a:xfrm>
            <a:custGeom>
              <a:rect b="b" l="l" r="r" t="t"/>
              <a:pathLst>
                <a:path extrusionOk="0" h="1525" w="322">
                  <a:moveTo>
                    <a:pt x="167" y="1"/>
                  </a:moveTo>
                  <a:cubicBezTo>
                    <a:pt x="72" y="1"/>
                    <a:pt x="0" y="72"/>
                    <a:pt x="0" y="155"/>
                  </a:cubicBezTo>
                  <a:lnTo>
                    <a:pt x="0" y="1370"/>
                  </a:lnTo>
                  <a:cubicBezTo>
                    <a:pt x="0" y="1453"/>
                    <a:pt x="72" y="1525"/>
                    <a:pt x="167" y="1525"/>
                  </a:cubicBezTo>
                  <a:cubicBezTo>
                    <a:pt x="250" y="1525"/>
                    <a:pt x="322" y="1453"/>
                    <a:pt x="322" y="1370"/>
                  </a:cubicBezTo>
                  <a:lnTo>
                    <a:pt x="322" y="155"/>
                  </a:lnTo>
                  <a:cubicBezTo>
                    <a:pt x="310" y="60"/>
                    <a:pt x="250" y="1"/>
                    <a:pt x="1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54"/>
            <p:cNvSpPr/>
            <p:nvPr/>
          </p:nvSpPr>
          <p:spPr>
            <a:xfrm>
              <a:off x="3633470" y="1792018"/>
              <a:ext cx="22757" cy="29249"/>
            </a:xfrm>
            <a:custGeom>
              <a:rect b="b" l="l" r="r" t="t"/>
              <a:pathLst>
                <a:path extrusionOk="0" h="919" w="715">
                  <a:moveTo>
                    <a:pt x="525" y="1"/>
                  </a:moveTo>
                  <a:cubicBezTo>
                    <a:pt x="470" y="1"/>
                    <a:pt x="413" y="30"/>
                    <a:pt x="381" y="85"/>
                  </a:cubicBezTo>
                  <a:lnTo>
                    <a:pt x="48" y="680"/>
                  </a:lnTo>
                  <a:cubicBezTo>
                    <a:pt x="0" y="751"/>
                    <a:pt x="24" y="859"/>
                    <a:pt x="107" y="894"/>
                  </a:cubicBezTo>
                  <a:cubicBezTo>
                    <a:pt x="131" y="918"/>
                    <a:pt x="167" y="918"/>
                    <a:pt x="179" y="918"/>
                  </a:cubicBezTo>
                  <a:cubicBezTo>
                    <a:pt x="238" y="918"/>
                    <a:pt x="286" y="882"/>
                    <a:pt x="310" y="835"/>
                  </a:cubicBezTo>
                  <a:lnTo>
                    <a:pt x="655" y="240"/>
                  </a:lnTo>
                  <a:cubicBezTo>
                    <a:pt x="715" y="156"/>
                    <a:pt x="679" y="61"/>
                    <a:pt x="608" y="25"/>
                  </a:cubicBezTo>
                  <a:cubicBezTo>
                    <a:pt x="583" y="9"/>
                    <a:pt x="554" y="1"/>
                    <a:pt x="5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54"/>
            <p:cNvSpPr/>
            <p:nvPr/>
          </p:nvSpPr>
          <p:spPr>
            <a:xfrm>
              <a:off x="3775962" y="1545195"/>
              <a:ext cx="22757" cy="28995"/>
            </a:xfrm>
            <a:custGeom>
              <a:rect b="b" l="l" r="r" t="t"/>
              <a:pathLst>
                <a:path extrusionOk="0" h="911" w="715">
                  <a:moveTo>
                    <a:pt x="534" y="1"/>
                  </a:moveTo>
                  <a:cubicBezTo>
                    <a:pt x="476" y="1"/>
                    <a:pt x="418" y="28"/>
                    <a:pt x="393" y="77"/>
                  </a:cubicBezTo>
                  <a:lnTo>
                    <a:pt x="48" y="672"/>
                  </a:lnTo>
                  <a:cubicBezTo>
                    <a:pt x="0" y="744"/>
                    <a:pt x="36" y="851"/>
                    <a:pt x="107" y="898"/>
                  </a:cubicBezTo>
                  <a:cubicBezTo>
                    <a:pt x="131" y="910"/>
                    <a:pt x="167" y="910"/>
                    <a:pt x="179" y="910"/>
                  </a:cubicBezTo>
                  <a:cubicBezTo>
                    <a:pt x="238" y="910"/>
                    <a:pt x="286" y="887"/>
                    <a:pt x="310" y="839"/>
                  </a:cubicBezTo>
                  <a:lnTo>
                    <a:pt x="655" y="244"/>
                  </a:lnTo>
                  <a:cubicBezTo>
                    <a:pt x="714" y="172"/>
                    <a:pt x="691" y="65"/>
                    <a:pt x="607" y="17"/>
                  </a:cubicBezTo>
                  <a:cubicBezTo>
                    <a:pt x="585" y="6"/>
                    <a:pt x="560" y="1"/>
                    <a:pt x="53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54"/>
            <p:cNvSpPr/>
            <p:nvPr/>
          </p:nvSpPr>
          <p:spPr>
            <a:xfrm>
              <a:off x="3577390" y="1601498"/>
              <a:ext cx="31095" cy="21197"/>
            </a:xfrm>
            <a:custGeom>
              <a:rect b="b" l="l" r="r" t="t"/>
              <a:pathLst>
                <a:path extrusionOk="0" h="666" w="977">
                  <a:moveTo>
                    <a:pt x="199" y="1"/>
                  </a:moveTo>
                  <a:cubicBezTo>
                    <a:pt x="141" y="1"/>
                    <a:pt x="80" y="33"/>
                    <a:pt x="48" y="82"/>
                  </a:cubicBezTo>
                  <a:cubicBezTo>
                    <a:pt x="0" y="153"/>
                    <a:pt x="36" y="261"/>
                    <a:pt x="107" y="308"/>
                  </a:cubicBezTo>
                  <a:lnTo>
                    <a:pt x="703" y="642"/>
                  </a:lnTo>
                  <a:cubicBezTo>
                    <a:pt x="738" y="665"/>
                    <a:pt x="762" y="665"/>
                    <a:pt x="774" y="665"/>
                  </a:cubicBezTo>
                  <a:cubicBezTo>
                    <a:pt x="834" y="665"/>
                    <a:pt x="881" y="630"/>
                    <a:pt x="917" y="594"/>
                  </a:cubicBezTo>
                  <a:cubicBezTo>
                    <a:pt x="976" y="499"/>
                    <a:pt x="941" y="415"/>
                    <a:pt x="869" y="368"/>
                  </a:cubicBezTo>
                  <a:lnTo>
                    <a:pt x="274" y="22"/>
                  </a:lnTo>
                  <a:cubicBezTo>
                    <a:pt x="252" y="7"/>
                    <a:pt x="226" y="1"/>
                    <a:pt x="19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4"/>
            <p:cNvSpPr/>
            <p:nvPr/>
          </p:nvSpPr>
          <p:spPr>
            <a:xfrm>
              <a:off x="3823703" y="1743608"/>
              <a:ext cx="31095" cy="21197"/>
            </a:xfrm>
            <a:custGeom>
              <a:rect b="b" l="l" r="r" t="t"/>
              <a:pathLst>
                <a:path extrusionOk="0" h="666" w="977">
                  <a:moveTo>
                    <a:pt x="199" y="1"/>
                  </a:moveTo>
                  <a:cubicBezTo>
                    <a:pt x="141" y="1"/>
                    <a:pt x="81" y="33"/>
                    <a:pt x="48" y="82"/>
                  </a:cubicBezTo>
                  <a:cubicBezTo>
                    <a:pt x="0" y="153"/>
                    <a:pt x="36" y="260"/>
                    <a:pt x="107" y="308"/>
                  </a:cubicBezTo>
                  <a:lnTo>
                    <a:pt x="703" y="641"/>
                  </a:lnTo>
                  <a:cubicBezTo>
                    <a:pt x="738" y="665"/>
                    <a:pt x="762" y="665"/>
                    <a:pt x="774" y="665"/>
                  </a:cubicBezTo>
                  <a:cubicBezTo>
                    <a:pt x="834" y="665"/>
                    <a:pt x="881" y="629"/>
                    <a:pt x="917" y="594"/>
                  </a:cubicBezTo>
                  <a:cubicBezTo>
                    <a:pt x="977" y="510"/>
                    <a:pt x="953" y="415"/>
                    <a:pt x="869" y="368"/>
                  </a:cubicBezTo>
                  <a:lnTo>
                    <a:pt x="274" y="22"/>
                  </a:lnTo>
                  <a:cubicBezTo>
                    <a:pt x="252" y="7"/>
                    <a:pt x="226" y="1"/>
                    <a:pt x="19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54"/>
            <p:cNvSpPr/>
            <p:nvPr/>
          </p:nvSpPr>
          <p:spPr>
            <a:xfrm>
              <a:off x="3775962" y="1792018"/>
              <a:ext cx="22757" cy="29249"/>
            </a:xfrm>
            <a:custGeom>
              <a:rect b="b" l="l" r="r" t="t"/>
              <a:pathLst>
                <a:path extrusionOk="0" h="919" w="715">
                  <a:moveTo>
                    <a:pt x="190" y="1"/>
                  </a:moveTo>
                  <a:cubicBezTo>
                    <a:pt x="160" y="1"/>
                    <a:pt x="132" y="9"/>
                    <a:pt x="107" y="25"/>
                  </a:cubicBezTo>
                  <a:cubicBezTo>
                    <a:pt x="36" y="61"/>
                    <a:pt x="0" y="168"/>
                    <a:pt x="48" y="240"/>
                  </a:cubicBezTo>
                  <a:lnTo>
                    <a:pt x="393" y="835"/>
                  </a:lnTo>
                  <a:cubicBezTo>
                    <a:pt x="417" y="882"/>
                    <a:pt x="476" y="918"/>
                    <a:pt x="524" y="918"/>
                  </a:cubicBezTo>
                  <a:cubicBezTo>
                    <a:pt x="548" y="918"/>
                    <a:pt x="583" y="918"/>
                    <a:pt x="595" y="894"/>
                  </a:cubicBezTo>
                  <a:cubicBezTo>
                    <a:pt x="691" y="859"/>
                    <a:pt x="714" y="751"/>
                    <a:pt x="667" y="680"/>
                  </a:cubicBezTo>
                  <a:lnTo>
                    <a:pt x="333" y="85"/>
                  </a:lnTo>
                  <a:cubicBezTo>
                    <a:pt x="302" y="30"/>
                    <a:pt x="245" y="1"/>
                    <a:pt x="19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4"/>
            <p:cNvSpPr/>
            <p:nvPr/>
          </p:nvSpPr>
          <p:spPr>
            <a:xfrm>
              <a:off x="3633470" y="1545195"/>
              <a:ext cx="22757" cy="28995"/>
            </a:xfrm>
            <a:custGeom>
              <a:rect b="b" l="l" r="r" t="t"/>
              <a:pathLst>
                <a:path extrusionOk="0" h="911" w="715">
                  <a:moveTo>
                    <a:pt x="181" y="1"/>
                  </a:moveTo>
                  <a:cubicBezTo>
                    <a:pt x="155" y="1"/>
                    <a:pt x="130" y="6"/>
                    <a:pt x="107" y="17"/>
                  </a:cubicBezTo>
                  <a:cubicBezTo>
                    <a:pt x="24" y="65"/>
                    <a:pt x="0" y="172"/>
                    <a:pt x="48" y="244"/>
                  </a:cubicBezTo>
                  <a:lnTo>
                    <a:pt x="381" y="839"/>
                  </a:lnTo>
                  <a:cubicBezTo>
                    <a:pt x="417" y="887"/>
                    <a:pt x="477" y="910"/>
                    <a:pt x="524" y="910"/>
                  </a:cubicBezTo>
                  <a:cubicBezTo>
                    <a:pt x="548" y="910"/>
                    <a:pt x="584" y="910"/>
                    <a:pt x="596" y="898"/>
                  </a:cubicBezTo>
                  <a:cubicBezTo>
                    <a:pt x="679" y="851"/>
                    <a:pt x="715" y="744"/>
                    <a:pt x="667" y="672"/>
                  </a:cubicBezTo>
                  <a:lnTo>
                    <a:pt x="322" y="77"/>
                  </a:lnTo>
                  <a:cubicBezTo>
                    <a:pt x="297" y="28"/>
                    <a:pt x="238" y="1"/>
                    <a:pt x="18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4"/>
            <p:cNvSpPr/>
            <p:nvPr/>
          </p:nvSpPr>
          <p:spPr>
            <a:xfrm>
              <a:off x="3823703" y="1601498"/>
              <a:ext cx="31095" cy="21197"/>
            </a:xfrm>
            <a:custGeom>
              <a:rect b="b" l="l" r="r" t="t"/>
              <a:pathLst>
                <a:path extrusionOk="0" h="666" w="977">
                  <a:moveTo>
                    <a:pt x="778" y="1"/>
                  </a:moveTo>
                  <a:cubicBezTo>
                    <a:pt x="751" y="1"/>
                    <a:pt x="725" y="7"/>
                    <a:pt x="703" y="22"/>
                  </a:cubicBezTo>
                  <a:lnTo>
                    <a:pt x="107" y="368"/>
                  </a:lnTo>
                  <a:cubicBezTo>
                    <a:pt x="36" y="415"/>
                    <a:pt x="0" y="511"/>
                    <a:pt x="48" y="594"/>
                  </a:cubicBezTo>
                  <a:cubicBezTo>
                    <a:pt x="84" y="630"/>
                    <a:pt x="143" y="665"/>
                    <a:pt x="179" y="665"/>
                  </a:cubicBezTo>
                  <a:cubicBezTo>
                    <a:pt x="215" y="665"/>
                    <a:pt x="238" y="665"/>
                    <a:pt x="262" y="653"/>
                  </a:cubicBezTo>
                  <a:lnTo>
                    <a:pt x="857" y="308"/>
                  </a:lnTo>
                  <a:cubicBezTo>
                    <a:pt x="953" y="249"/>
                    <a:pt x="977" y="153"/>
                    <a:pt x="929" y="82"/>
                  </a:cubicBezTo>
                  <a:cubicBezTo>
                    <a:pt x="896" y="33"/>
                    <a:pt x="836" y="1"/>
                    <a:pt x="77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4"/>
            <p:cNvSpPr/>
            <p:nvPr/>
          </p:nvSpPr>
          <p:spPr>
            <a:xfrm>
              <a:off x="3577390" y="1743608"/>
              <a:ext cx="31095" cy="21197"/>
            </a:xfrm>
            <a:custGeom>
              <a:rect b="b" l="l" r="r" t="t"/>
              <a:pathLst>
                <a:path extrusionOk="0" h="666" w="977">
                  <a:moveTo>
                    <a:pt x="778" y="1"/>
                  </a:moveTo>
                  <a:cubicBezTo>
                    <a:pt x="751" y="1"/>
                    <a:pt x="725" y="7"/>
                    <a:pt x="703" y="22"/>
                  </a:cubicBezTo>
                  <a:lnTo>
                    <a:pt x="107" y="368"/>
                  </a:lnTo>
                  <a:cubicBezTo>
                    <a:pt x="36" y="415"/>
                    <a:pt x="0" y="510"/>
                    <a:pt x="48" y="594"/>
                  </a:cubicBezTo>
                  <a:cubicBezTo>
                    <a:pt x="84" y="629"/>
                    <a:pt x="143" y="665"/>
                    <a:pt x="179" y="665"/>
                  </a:cubicBezTo>
                  <a:cubicBezTo>
                    <a:pt x="214" y="665"/>
                    <a:pt x="238" y="665"/>
                    <a:pt x="262" y="653"/>
                  </a:cubicBezTo>
                  <a:lnTo>
                    <a:pt x="857" y="308"/>
                  </a:lnTo>
                  <a:cubicBezTo>
                    <a:pt x="941" y="260"/>
                    <a:pt x="976" y="153"/>
                    <a:pt x="929" y="82"/>
                  </a:cubicBezTo>
                  <a:cubicBezTo>
                    <a:pt x="896" y="33"/>
                    <a:pt x="835" y="1"/>
                    <a:pt x="77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4"/>
            <p:cNvSpPr/>
            <p:nvPr/>
          </p:nvSpPr>
          <p:spPr>
            <a:xfrm>
              <a:off x="3732358" y="1593032"/>
              <a:ext cx="71294" cy="62255"/>
            </a:xfrm>
            <a:custGeom>
              <a:rect b="b" l="l" r="r" t="t"/>
              <a:pathLst>
                <a:path extrusionOk="0" h="1956" w="2240">
                  <a:moveTo>
                    <a:pt x="186" y="1"/>
                  </a:moveTo>
                  <a:cubicBezTo>
                    <a:pt x="103" y="1"/>
                    <a:pt x="34" y="47"/>
                    <a:pt x="13" y="122"/>
                  </a:cubicBezTo>
                  <a:cubicBezTo>
                    <a:pt x="1" y="217"/>
                    <a:pt x="48" y="300"/>
                    <a:pt x="132" y="324"/>
                  </a:cubicBezTo>
                  <a:cubicBezTo>
                    <a:pt x="930" y="527"/>
                    <a:pt x="1584" y="1098"/>
                    <a:pt x="1894" y="1848"/>
                  </a:cubicBezTo>
                  <a:cubicBezTo>
                    <a:pt x="1918" y="1908"/>
                    <a:pt x="1977" y="1955"/>
                    <a:pt x="2037" y="1955"/>
                  </a:cubicBezTo>
                  <a:cubicBezTo>
                    <a:pt x="2061" y="1955"/>
                    <a:pt x="2084" y="1955"/>
                    <a:pt x="2096" y="1943"/>
                  </a:cubicBezTo>
                  <a:cubicBezTo>
                    <a:pt x="2192" y="1908"/>
                    <a:pt x="2239" y="1824"/>
                    <a:pt x="2192" y="1729"/>
                  </a:cubicBezTo>
                  <a:cubicBezTo>
                    <a:pt x="1846" y="884"/>
                    <a:pt x="1108" y="229"/>
                    <a:pt x="215" y="3"/>
                  </a:cubicBezTo>
                  <a:cubicBezTo>
                    <a:pt x="205" y="1"/>
                    <a:pt x="196" y="1"/>
                    <a:pt x="18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0" name="Google Shape;3380;p54"/>
          <p:cNvSpPr txBox="1"/>
          <p:nvPr>
            <p:ph idx="3" type="subTitle"/>
          </p:nvPr>
        </p:nvSpPr>
        <p:spPr>
          <a:xfrm flipH="1">
            <a:off x="1396541" y="2468950"/>
            <a:ext cx="4045800" cy="196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History, meaning, and components</a:t>
            </a:r>
            <a:endParaRPr sz="1600"/>
          </a:p>
          <a:p>
            <a:pPr indent="-215900" lvl="0" marL="228600" rtl="0" algn="l">
              <a:lnSpc>
                <a:spcPct val="150000"/>
              </a:lnSpc>
              <a:spcBef>
                <a:spcPts val="0"/>
              </a:spcBef>
              <a:spcAft>
                <a:spcPts val="0"/>
              </a:spcAft>
              <a:buSzPts val="1600"/>
              <a:buChar char="●"/>
            </a:pPr>
            <a:r>
              <a:rPr lang="en" sz="1600"/>
              <a:t>Tagline usage</a:t>
            </a:r>
            <a:endParaRPr sz="1600"/>
          </a:p>
          <a:p>
            <a:pPr indent="-215900" lvl="0" marL="228600" rtl="0" algn="l">
              <a:lnSpc>
                <a:spcPct val="150000"/>
              </a:lnSpc>
              <a:spcBef>
                <a:spcPts val="0"/>
              </a:spcBef>
              <a:spcAft>
                <a:spcPts val="0"/>
              </a:spcAft>
              <a:buSzPts val="1600"/>
              <a:buChar char="●"/>
            </a:pPr>
            <a:r>
              <a:rPr lang="en" sz="1600"/>
              <a:t>Alternate versions</a:t>
            </a:r>
            <a:endParaRPr sz="1600"/>
          </a:p>
        </p:txBody>
      </p:sp>
      <p:sp>
        <p:nvSpPr>
          <p:cNvPr id="3381" name="Google Shape;3381;p54"/>
          <p:cNvSpPr txBox="1"/>
          <p:nvPr>
            <p:ph idx="3" type="subTitle"/>
          </p:nvPr>
        </p:nvSpPr>
        <p:spPr>
          <a:xfrm flipH="1">
            <a:off x="5239750" y="2468950"/>
            <a:ext cx="3602700" cy="196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Sizing, positioning and clear space</a:t>
            </a:r>
            <a:endParaRPr sz="1600"/>
          </a:p>
          <a:p>
            <a:pPr indent="-215900" lvl="0" marL="228600" rtl="0" algn="l">
              <a:lnSpc>
                <a:spcPct val="150000"/>
              </a:lnSpc>
              <a:spcBef>
                <a:spcPts val="0"/>
              </a:spcBef>
              <a:spcAft>
                <a:spcPts val="0"/>
              </a:spcAft>
              <a:buSzPts val="1600"/>
              <a:buChar char="●"/>
            </a:pPr>
            <a:r>
              <a:rPr lang="en" sz="1600"/>
              <a:t>Sub-brands</a:t>
            </a:r>
            <a:endParaRPr sz="1600"/>
          </a:p>
          <a:p>
            <a:pPr indent="-215900" lvl="0" marL="228600" rtl="0" algn="l">
              <a:lnSpc>
                <a:spcPct val="150000"/>
              </a:lnSpc>
              <a:spcBef>
                <a:spcPts val="0"/>
              </a:spcBef>
              <a:spcAft>
                <a:spcPts val="0"/>
              </a:spcAft>
              <a:buSzPts val="1600"/>
              <a:buChar char="●"/>
            </a:pPr>
            <a:r>
              <a:rPr lang="en" sz="1600"/>
              <a:t>File formats</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6" name="Shape 3386"/>
        <p:cNvGrpSpPr/>
        <p:nvPr/>
      </p:nvGrpSpPr>
      <p:grpSpPr>
        <a:xfrm>
          <a:off x="0" y="0"/>
          <a:ext cx="0" cy="0"/>
          <a:chOff x="0" y="0"/>
          <a:chExt cx="0" cy="0"/>
        </a:xfrm>
      </p:grpSpPr>
      <p:sp>
        <p:nvSpPr>
          <p:cNvPr id="3387" name="Google Shape;3387;p55"/>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388" name="Google Shape;3388;p55"/>
          <p:cNvSpPr/>
          <p:nvPr/>
        </p:nvSpPr>
        <p:spPr>
          <a:xfrm>
            <a:off x="3000800"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55"/>
          <p:cNvSpPr txBox="1"/>
          <p:nvPr>
            <p:ph idx="3" type="subTitle"/>
          </p:nvPr>
        </p:nvSpPr>
        <p:spPr>
          <a:xfrm flipH="1">
            <a:off x="2541500" y="3511774"/>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Typography</a:t>
            </a:r>
            <a:endParaRPr sz="2000"/>
          </a:p>
        </p:txBody>
      </p:sp>
      <p:grpSp>
        <p:nvGrpSpPr>
          <p:cNvPr id="3390" name="Google Shape;3390;p55"/>
          <p:cNvGrpSpPr/>
          <p:nvPr/>
        </p:nvGrpSpPr>
        <p:grpSpPr>
          <a:xfrm>
            <a:off x="3089441" y="3063418"/>
            <a:ext cx="330613" cy="359015"/>
            <a:chOff x="2219466" y="1500293"/>
            <a:chExt cx="330613" cy="359015"/>
          </a:xfrm>
        </p:grpSpPr>
        <p:sp>
          <p:nvSpPr>
            <p:cNvPr id="3391" name="Google Shape;3391;p55"/>
            <p:cNvSpPr/>
            <p:nvPr/>
          </p:nvSpPr>
          <p:spPr>
            <a:xfrm>
              <a:off x="2353906" y="1635560"/>
              <a:ext cx="65518" cy="82121"/>
            </a:xfrm>
            <a:custGeom>
              <a:rect b="b" l="l" r="r" t="t"/>
              <a:pathLst>
                <a:path extrusionOk="0" h="2582" w="2060">
                  <a:moveTo>
                    <a:pt x="994" y="319"/>
                  </a:moveTo>
                  <a:cubicBezTo>
                    <a:pt x="1051" y="319"/>
                    <a:pt x="1107" y="355"/>
                    <a:pt x="1131" y="426"/>
                  </a:cubicBezTo>
                  <a:lnTo>
                    <a:pt x="1631" y="2093"/>
                  </a:lnTo>
                  <a:cubicBezTo>
                    <a:pt x="1667" y="2165"/>
                    <a:pt x="1607" y="2236"/>
                    <a:pt x="1536" y="2236"/>
                  </a:cubicBezTo>
                  <a:lnTo>
                    <a:pt x="476" y="2236"/>
                  </a:lnTo>
                  <a:cubicBezTo>
                    <a:pt x="405" y="2236"/>
                    <a:pt x="345" y="2165"/>
                    <a:pt x="357" y="2093"/>
                  </a:cubicBezTo>
                  <a:lnTo>
                    <a:pt x="857" y="426"/>
                  </a:lnTo>
                  <a:cubicBezTo>
                    <a:pt x="881" y="355"/>
                    <a:pt x="938" y="319"/>
                    <a:pt x="994" y="319"/>
                  </a:cubicBezTo>
                  <a:close/>
                  <a:moveTo>
                    <a:pt x="1006" y="1"/>
                  </a:moveTo>
                  <a:cubicBezTo>
                    <a:pt x="813" y="1"/>
                    <a:pt x="619" y="111"/>
                    <a:pt x="548" y="331"/>
                  </a:cubicBezTo>
                  <a:lnTo>
                    <a:pt x="48" y="1998"/>
                  </a:lnTo>
                  <a:cubicBezTo>
                    <a:pt x="0" y="2129"/>
                    <a:pt x="36" y="2284"/>
                    <a:pt x="119" y="2403"/>
                  </a:cubicBezTo>
                  <a:cubicBezTo>
                    <a:pt x="214" y="2522"/>
                    <a:pt x="345" y="2581"/>
                    <a:pt x="476" y="2581"/>
                  </a:cubicBezTo>
                  <a:lnTo>
                    <a:pt x="1536" y="2581"/>
                  </a:lnTo>
                  <a:cubicBezTo>
                    <a:pt x="1845" y="2581"/>
                    <a:pt x="2060" y="2284"/>
                    <a:pt x="1965" y="1998"/>
                  </a:cubicBezTo>
                  <a:lnTo>
                    <a:pt x="1464" y="331"/>
                  </a:lnTo>
                  <a:cubicBezTo>
                    <a:pt x="1393" y="111"/>
                    <a:pt x="1200" y="1"/>
                    <a:pt x="100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5"/>
            <p:cNvSpPr/>
            <p:nvPr/>
          </p:nvSpPr>
          <p:spPr>
            <a:xfrm>
              <a:off x="2219466" y="1500293"/>
              <a:ext cx="330613" cy="359015"/>
            </a:xfrm>
            <a:custGeom>
              <a:rect b="b" l="l" r="r" t="t"/>
              <a:pathLst>
                <a:path extrusionOk="0" h="11288" w="10395">
                  <a:moveTo>
                    <a:pt x="1048" y="322"/>
                  </a:moveTo>
                  <a:lnTo>
                    <a:pt x="1048" y="1048"/>
                  </a:lnTo>
                  <a:lnTo>
                    <a:pt x="334" y="1048"/>
                  </a:lnTo>
                  <a:lnTo>
                    <a:pt x="334" y="322"/>
                  </a:lnTo>
                  <a:close/>
                  <a:moveTo>
                    <a:pt x="5549" y="334"/>
                  </a:moveTo>
                  <a:lnTo>
                    <a:pt x="5549" y="1048"/>
                  </a:lnTo>
                  <a:lnTo>
                    <a:pt x="4834" y="1048"/>
                  </a:lnTo>
                  <a:lnTo>
                    <a:pt x="4834" y="334"/>
                  </a:lnTo>
                  <a:close/>
                  <a:moveTo>
                    <a:pt x="10049" y="322"/>
                  </a:moveTo>
                  <a:lnTo>
                    <a:pt x="10049" y="1048"/>
                  </a:lnTo>
                  <a:lnTo>
                    <a:pt x="9335" y="1048"/>
                  </a:lnTo>
                  <a:lnTo>
                    <a:pt x="9335" y="322"/>
                  </a:lnTo>
                  <a:close/>
                  <a:moveTo>
                    <a:pt x="10061" y="5287"/>
                  </a:moveTo>
                  <a:lnTo>
                    <a:pt x="10061" y="6001"/>
                  </a:lnTo>
                  <a:lnTo>
                    <a:pt x="9347" y="6001"/>
                  </a:lnTo>
                  <a:lnTo>
                    <a:pt x="9347" y="5287"/>
                  </a:lnTo>
                  <a:close/>
                  <a:moveTo>
                    <a:pt x="1048" y="5299"/>
                  </a:moveTo>
                  <a:lnTo>
                    <a:pt x="1048" y="6013"/>
                  </a:lnTo>
                  <a:lnTo>
                    <a:pt x="334" y="6013"/>
                  </a:lnTo>
                  <a:lnTo>
                    <a:pt x="334" y="5299"/>
                  </a:lnTo>
                  <a:close/>
                  <a:moveTo>
                    <a:pt x="1381" y="10287"/>
                  </a:moveTo>
                  <a:lnTo>
                    <a:pt x="1524" y="10418"/>
                  </a:lnTo>
                  <a:lnTo>
                    <a:pt x="1381" y="10418"/>
                  </a:lnTo>
                  <a:lnTo>
                    <a:pt x="1381" y="10287"/>
                  </a:lnTo>
                  <a:close/>
                  <a:moveTo>
                    <a:pt x="9001" y="10287"/>
                  </a:moveTo>
                  <a:lnTo>
                    <a:pt x="9001" y="10418"/>
                  </a:lnTo>
                  <a:lnTo>
                    <a:pt x="8870" y="10418"/>
                  </a:lnTo>
                  <a:lnTo>
                    <a:pt x="9001" y="10287"/>
                  </a:lnTo>
                  <a:close/>
                  <a:moveTo>
                    <a:pt x="9025" y="857"/>
                  </a:moveTo>
                  <a:lnTo>
                    <a:pt x="9025" y="1215"/>
                  </a:lnTo>
                  <a:cubicBezTo>
                    <a:pt x="9025" y="1310"/>
                    <a:pt x="9097" y="1381"/>
                    <a:pt x="9180" y="1381"/>
                  </a:cubicBezTo>
                  <a:lnTo>
                    <a:pt x="9537" y="1381"/>
                  </a:lnTo>
                  <a:lnTo>
                    <a:pt x="9537" y="4953"/>
                  </a:lnTo>
                  <a:lnTo>
                    <a:pt x="9180" y="4953"/>
                  </a:lnTo>
                  <a:cubicBezTo>
                    <a:pt x="9097" y="4953"/>
                    <a:pt x="9025" y="5025"/>
                    <a:pt x="9025" y="5120"/>
                  </a:cubicBezTo>
                  <a:lnTo>
                    <a:pt x="9025" y="6180"/>
                  </a:lnTo>
                  <a:cubicBezTo>
                    <a:pt x="9025" y="6263"/>
                    <a:pt x="9097" y="6346"/>
                    <a:pt x="9180" y="6346"/>
                  </a:cubicBezTo>
                  <a:lnTo>
                    <a:pt x="9537" y="6346"/>
                  </a:lnTo>
                  <a:lnTo>
                    <a:pt x="9537" y="9894"/>
                  </a:lnTo>
                  <a:lnTo>
                    <a:pt x="9275" y="9894"/>
                  </a:lnTo>
                  <a:cubicBezTo>
                    <a:pt x="9406" y="9573"/>
                    <a:pt x="9442" y="9216"/>
                    <a:pt x="9323" y="8870"/>
                  </a:cubicBezTo>
                  <a:lnTo>
                    <a:pt x="7311" y="2632"/>
                  </a:lnTo>
                  <a:cubicBezTo>
                    <a:pt x="7283" y="2567"/>
                    <a:pt x="7227" y="2524"/>
                    <a:pt x="7160" y="2524"/>
                  </a:cubicBezTo>
                  <a:cubicBezTo>
                    <a:pt x="7139" y="2524"/>
                    <a:pt x="7118" y="2528"/>
                    <a:pt x="7096" y="2536"/>
                  </a:cubicBezTo>
                  <a:cubicBezTo>
                    <a:pt x="7013" y="2560"/>
                    <a:pt x="6965" y="2655"/>
                    <a:pt x="7001" y="2739"/>
                  </a:cubicBezTo>
                  <a:lnTo>
                    <a:pt x="9001" y="8978"/>
                  </a:lnTo>
                  <a:cubicBezTo>
                    <a:pt x="9263" y="9780"/>
                    <a:pt x="8624" y="10429"/>
                    <a:pt x="7936" y="10429"/>
                  </a:cubicBezTo>
                  <a:cubicBezTo>
                    <a:pt x="7685" y="10429"/>
                    <a:pt x="7427" y="10342"/>
                    <a:pt x="7204" y="10144"/>
                  </a:cubicBezTo>
                  <a:cubicBezTo>
                    <a:pt x="7171" y="10123"/>
                    <a:pt x="7132" y="10111"/>
                    <a:pt x="7093" y="10111"/>
                  </a:cubicBezTo>
                  <a:cubicBezTo>
                    <a:pt x="7045" y="10111"/>
                    <a:pt x="6998" y="10129"/>
                    <a:pt x="6965" y="10168"/>
                  </a:cubicBezTo>
                  <a:cubicBezTo>
                    <a:pt x="6906" y="10240"/>
                    <a:pt x="6906" y="10347"/>
                    <a:pt x="6977" y="10406"/>
                  </a:cubicBezTo>
                  <a:cubicBezTo>
                    <a:pt x="7001" y="10418"/>
                    <a:pt x="7013" y="10430"/>
                    <a:pt x="7025" y="10430"/>
                  </a:cubicBezTo>
                  <a:lnTo>
                    <a:pt x="5906" y="10430"/>
                  </a:lnTo>
                  <a:lnTo>
                    <a:pt x="5906" y="10073"/>
                  </a:lnTo>
                  <a:cubicBezTo>
                    <a:pt x="5906" y="9990"/>
                    <a:pt x="5834" y="9918"/>
                    <a:pt x="5751" y="9918"/>
                  </a:cubicBezTo>
                  <a:lnTo>
                    <a:pt x="4691" y="9918"/>
                  </a:lnTo>
                  <a:cubicBezTo>
                    <a:pt x="4596" y="9918"/>
                    <a:pt x="4525" y="9990"/>
                    <a:pt x="4525" y="10073"/>
                  </a:cubicBezTo>
                  <a:lnTo>
                    <a:pt x="4525" y="10430"/>
                  </a:lnTo>
                  <a:lnTo>
                    <a:pt x="3382" y="10430"/>
                  </a:lnTo>
                  <a:cubicBezTo>
                    <a:pt x="3834" y="10049"/>
                    <a:pt x="3858" y="9585"/>
                    <a:pt x="4037" y="9144"/>
                  </a:cubicBezTo>
                  <a:cubicBezTo>
                    <a:pt x="4167" y="8728"/>
                    <a:pt x="4548" y="8442"/>
                    <a:pt x="5001" y="8442"/>
                  </a:cubicBezTo>
                  <a:lnTo>
                    <a:pt x="5418" y="8442"/>
                  </a:lnTo>
                  <a:cubicBezTo>
                    <a:pt x="5846" y="8442"/>
                    <a:pt x="6239" y="8728"/>
                    <a:pt x="6382" y="9144"/>
                  </a:cubicBezTo>
                  <a:lnTo>
                    <a:pt x="6596" y="9775"/>
                  </a:lnTo>
                  <a:cubicBezTo>
                    <a:pt x="6615" y="9849"/>
                    <a:pt x="6676" y="9894"/>
                    <a:pt x="6742" y="9894"/>
                  </a:cubicBezTo>
                  <a:cubicBezTo>
                    <a:pt x="6761" y="9894"/>
                    <a:pt x="6780" y="9890"/>
                    <a:pt x="6799" y="9882"/>
                  </a:cubicBezTo>
                  <a:cubicBezTo>
                    <a:pt x="6894" y="9859"/>
                    <a:pt x="6930" y="9763"/>
                    <a:pt x="6906" y="9680"/>
                  </a:cubicBezTo>
                  <a:lnTo>
                    <a:pt x="6692" y="9037"/>
                  </a:lnTo>
                  <a:cubicBezTo>
                    <a:pt x="6513" y="8489"/>
                    <a:pt x="6001" y="8108"/>
                    <a:pt x="5418" y="8108"/>
                  </a:cubicBezTo>
                  <a:lnTo>
                    <a:pt x="5001" y="8108"/>
                  </a:lnTo>
                  <a:cubicBezTo>
                    <a:pt x="4418" y="8108"/>
                    <a:pt x="3894" y="8489"/>
                    <a:pt x="3715" y="9037"/>
                  </a:cubicBezTo>
                  <a:lnTo>
                    <a:pt x="3513" y="9680"/>
                  </a:lnTo>
                  <a:cubicBezTo>
                    <a:pt x="3358" y="10132"/>
                    <a:pt x="2929" y="10430"/>
                    <a:pt x="2453" y="10430"/>
                  </a:cubicBezTo>
                  <a:cubicBezTo>
                    <a:pt x="1846" y="10430"/>
                    <a:pt x="1334" y="9942"/>
                    <a:pt x="1334" y="9323"/>
                  </a:cubicBezTo>
                  <a:cubicBezTo>
                    <a:pt x="1334" y="9025"/>
                    <a:pt x="1429" y="8906"/>
                    <a:pt x="1751" y="7846"/>
                  </a:cubicBezTo>
                  <a:cubicBezTo>
                    <a:pt x="1786" y="7751"/>
                    <a:pt x="1739" y="7668"/>
                    <a:pt x="1655" y="7632"/>
                  </a:cubicBezTo>
                  <a:cubicBezTo>
                    <a:pt x="1639" y="7628"/>
                    <a:pt x="1622" y="7626"/>
                    <a:pt x="1607" y="7626"/>
                  </a:cubicBezTo>
                  <a:cubicBezTo>
                    <a:pt x="1532" y="7626"/>
                    <a:pt x="1470" y="7670"/>
                    <a:pt x="1441" y="7739"/>
                  </a:cubicBezTo>
                  <a:lnTo>
                    <a:pt x="1084" y="8870"/>
                  </a:lnTo>
                  <a:cubicBezTo>
                    <a:pt x="977" y="9216"/>
                    <a:pt x="1000" y="9573"/>
                    <a:pt x="1143" y="9894"/>
                  </a:cubicBezTo>
                  <a:lnTo>
                    <a:pt x="881" y="9894"/>
                  </a:lnTo>
                  <a:lnTo>
                    <a:pt x="881" y="6346"/>
                  </a:lnTo>
                  <a:lnTo>
                    <a:pt x="1239" y="6346"/>
                  </a:lnTo>
                  <a:cubicBezTo>
                    <a:pt x="1322" y="6346"/>
                    <a:pt x="1393" y="6263"/>
                    <a:pt x="1393" y="6180"/>
                  </a:cubicBezTo>
                  <a:lnTo>
                    <a:pt x="1393" y="5120"/>
                  </a:lnTo>
                  <a:cubicBezTo>
                    <a:pt x="1393" y="5037"/>
                    <a:pt x="1322" y="4953"/>
                    <a:pt x="1239" y="4953"/>
                  </a:cubicBezTo>
                  <a:lnTo>
                    <a:pt x="881" y="4953"/>
                  </a:lnTo>
                  <a:lnTo>
                    <a:pt x="881" y="1381"/>
                  </a:lnTo>
                  <a:lnTo>
                    <a:pt x="1239" y="1381"/>
                  </a:lnTo>
                  <a:cubicBezTo>
                    <a:pt x="1322" y="1381"/>
                    <a:pt x="1393" y="1310"/>
                    <a:pt x="1393" y="1227"/>
                  </a:cubicBezTo>
                  <a:lnTo>
                    <a:pt x="1393" y="869"/>
                  </a:lnTo>
                  <a:lnTo>
                    <a:pt x="3953" y="869"/>
                  </a:lnTo>
                  <a:cubicBezTo>
                    <a:pt x="3703" y="1060"/>
                    <a:pt x="3513" y="1322"/>
                    <a:pt x="3417" y="1643"/>
                  </a:cubicBezTo>
                  <a:lnTo>
                    <a:pt x="1643" y="7096"/>
                  </a:lnTo>
                  <a:cubicBezTo>
                    <a:pt x="1608" y="7204"/>
                    <a:pt x="1679" y="7323"/>
                    <a:pt x="1798" y="7323"/>
                  </a:cubicBezTo>
                  <a:cubicBezTo>
                    <a:pt x="1881" y="7323"/>
                    <a:pt x="1941" y="7275"/>
                    <a:pt x="1965" y="7204"/>
                  </a:cubicBezTo>
                  <a:lnTo>
                    <a:pt x="3739" y="1727"/>
                  </a:lnTo>
                  <a:cubicBezTo>
                    <a:pt x="3858" y="1334"/>
                    <a:pt x="4156" y="1036"/>
                    <a:pt x="4525" y="917"/>
                  </a:cubicBezTo>
                  <a:lnTo>
                    <a:pt x="4525" y="1215"/>
                  </a:lnTo>
                  <a:cubicBezTo>
                    <a:pt x="4525" y="1310"/>
                    <a:pt x="4596" y="1381"/>
                    <a:pt x="4691" y="1381"/>
                  </a:cubicBezTo>
                  <a:lnTo>
                    <a:pt x="5751" y="1381"/>
                  </a:lnTo>
                  <a:cubicBezTo>
                    <a:pt x="5834" y="1381"/>
                    <a:pt x="5906" y="1310"/>
                    <a:pt x="5906" y="1215"/>
                  </a:cubicBezTo>
                  <a:lnTo>
                    <a:pt x="5906" y="941"/>
                  </a:lnTo>
                  <a:cubicBezTo>
                    <a:pt x="6263" y="1072"/>
                    <a:pt x="6549" y="1358"/>
                    <a:pt x="6680" y="1739"/>
                  </a:cubicBezTo>
                  <a:lnTo>
                    <a:pt x="6799" y="2096"/>
                  </a:lnTo>
                  <a:cubicBezTo>
                    <a:pt x="6827" y="2172"/>
                    <a:pt x="6886" y="2210"/>
                    <a:pt x="6958" y="2210"/>
                  </a:cubicBezTo>
                  <a:cubicBezTo>
                    <a:pt x="6975" y="2210"/>
                    <a:pt x="6994" y="2208"/>
                    <a:pt x="7013" y="2203"/>
                  </a:cubicBezTo>
                  <a:cubicBezTo>
                    <a:pt x="7096" y="2167"/>
                    <a:pt x="7144" y="2084"/>
                    <a:pt x="7120" y="1989"/>
                  </a:cubicBezTo>
                  <a:cubicBezTo>
                    <a:pt x="7025" y="1786"/>
                    <a:pt x="6977" y="1262"/>
                    <a:pt x="6465" y="857"/>
                  </a:cubicBezTo>
                  <a:close/>
                  <a:moveTo>
                    <a:pt x="1048" y="10228"/>
                  </a:moveTo>
                  <a:lnTo>
                    <a:pt x="1048" y="10942"/>
                  </a:lnTo>
                  <a:lnTo>
                    <a:pt x="334" y="10942"/>
                  </a:lnTo>
                  <a:lnTo>
                    <a:pt x="334" y="10228"/>
                  </a:lnTo>
                  <a:close/>
                  <a:moveTo>
                    <a:pt x="5572" y="10228"/>
                  </a:moveTo>
                  <a:lnTo>
                    <a:pt x="5572" y="10942"/>
                  </a:lnTo>
                  <a:lnTo>
                    <a:pt x="4858" y="10942"/>
                  </a:lnTo>
                  <a:lnTo>
                    <a:pt x="4858" y="10228"/>
                  </a:lnTo>
                  <a:close/>
                  <a:moveTo>
                    <a:pt x="10061" y="10228"/>
                  </a:moveTo>
                  <a:lnTo>
                    <a:pt x="10061" y="10942"/>
                  </a:lnTo>
                  <a:lnTo>
                    <a:pt x="9347" y="10942"/>
                  </a:lnTo>
                  <a:lnTo>
                    <a:pt x="9347" y="10228"/>
                  </a:lnTo>
                  <a:close/>
                  <a:moveTo>
                    <a:pt x="167" y="0"/>
                  </a:moveTo>
                  <a:cubicBezTo>
                    <a:pt x="72" y="0"/>
                    <a:pt x="0" y="72"/>
                    <a:pt x="0" y="167"/>
                  </a:cubicBezTo>
                  <a:lnTo>
                    <a:pt x="0" y="1227"/>
                  </a:lnTo>
                  <a:cubicBezTo>
                    <a:pt x="0" y="1310"/>
                    <a:pt x="72" y="1381"/>
                    <a:pt x="167" y="1381"/>
                  </a:cubicBezTo>
                  <a:lnTo>
                    <a:pt x="524" y="1381"/>
                  </a:lnTo>
                  <a:lnTo>
                    <a:pt x="524" y="4953"/>
                  </a:lnTo>
                  <a:lnTo>
                    <a:pt x="167" y="4953"/>
                  </a:lnTo>
                  <a:cubicBezTo>
                    <a:pt x="72" y="4953"/>
                    <a:pt x="0" y="5037"/>
                    <a:pt x="0" y="5120"/>
                  </a:cubicBezTo>
                  <a:lnTo>
                    <a:pt x="0" y="6180"/>
                  </a:lnTo>
                  <a:cubicBezTo>
                    <a:pt x="0" y="6263"/>
                    <a:pt x="72" y="6346"/>
                    <a:pt x="167" y="6346"/>
                  </a:cubicBezTo>
                  <a:lnTo>
                    <a:pt x="524" y="6346"/>
                  </a:lnTo>
                  <a:lnTo>
                    <a:pt x="524" y="9894"/>
                  </a:lnTo>
                  <a:lnTo>
                    <a:pt x="167" y="9894"/>
                  </a:lnTo>
                  <a:cubicBezTo>
                    <a:pt x="72" y="9894"/>
                    <a:pt x="0" y="9978"/>
                    <a:pt x="0" y="10061"/>
                  </a:cubicBezTo>
                  <a:lnTo>
                    <a:pt x="0" y="11121"/>
                  </a:lnTo>
                  <a:cubicBezTo>
                    <a:pt x="0" y="11204"/>
                    <a:pt x="72" y="11287"/>
                    <a:pt x="167" y="11287"/>
                  </a:cubicBezTo>
                  <a:lnTo>
                    <a:pt x="1215" y="11287"/>
                  </a:lnTo>
                  <a:cubicBezTo>
                    <a:pt x="1310" y="11287"/>
                    <a:pt x="1381" y="11204"/>
                    <a:pt x="1381" y="11121"/>
                  </a:cubicBezTo>
                  <a:lnTo>
                    <a:pt x="1381" y="10763"/>
                  </a:lnTo>
                  <a:lnTo>
                    <a:pt x="4513" y="10763"/>
                  </a:lnTo>
                  <a:lnTo>
                    <a:pt x="4513" y="11121"/>
                  </a:lnTo>
                  <a:cubicBezTo>
                    <a:pt x="4513" y="11204"/>
                    <a:pt x="4584" y="11287"/>
                    <a:pt x="4679" y="11287"/>
                  </a:cubicBezTo>
                  <a:lnTo>
                    <a:pt x="5727" y="11287"/>
                  </a:lnTo>
                  <a:cubicBezTo>
                    <a:pt x="5822" y="11287"/>
                    <a:pt x="5894" y="11204"/>
                    <a:pt x="5894" y="11121"/>
                  </a:cubicBezTo>
                  <a:lnTo>
                    <a:pt x="5894" y="10763"/>
                  </a:lnTo>
                  <a:lnTo>
                    <a:pt x="9001" y="10763"/>
                  </a:lnTo>
                  <a:lnTo>
                    <a:pt x="9001" y="11121"/>
                  </a:lnTo>
                  <a:cubicBezTo>
                    <a:pt x="9001" y="11204"/>
                    <a:pt x="9085" y="11287"/>
                    <a:pt x="9168" y="11287"/>
                  </a:cubicBezTo>
                  <a:lnTo>
                    <a:pt x="10228" y="11287"/>
                  </a:lnTo>
                  <a:cubicBezTo>
                    <a:pt x="10311" y="11287"/>
                    <a:pt x="10394" y="11204"/>
                    <a:pt x="10394" y="11121"/>
                  </a:cubicBezTo>
                  <a:lnTo>
                    <a:pt x="10394" y="10061"/>
                  </a:lnTo>
                  <a:cubicBezTo>
                    <a:pt x="10394" y="9978"/>
                    <a:pt x="10311" y="9894"/>
                    <a:pt x="10228" y="9894"/>
                  </a:cubicBezTo>
                  <a:lnTo>
                    <a:pt x="9871" y="9894"/>
                  </a:lnTo>
                  <a:lnTo>
                    <a:pt x="9871" y="6346"/>
                  </a:lnTo>
                  <a:lnTo>
                    <a:pt x="10228" y="6346"/>
                  </a:lnTo>
                  <a:cubicBezTo>
                    <a:pt x="10311" y="6346"/>
                    <a:pt x="10394" y="6263"/>
                    <a:pt x="10394" y="6180"/>
                  </a:cubicBezTo>
                  <a:lnTo>
                    <a:pt x="10394" y="5120"/>
                  </a:lnTo>
                  <a:cubicBezTo>
                    <a:pt x="10394" y="5037"/>
                    <a:pt x="10311" y="4953"/>
                    <a:pt x="10228" y="4953"/>
                  </a:cubicBezTo>
                  <a:lnTo>
                    <a:pt x="9871" y="4953"/>
                  </a:lnTo>
                  <a:lnTo>
                    <a:pt x="9871" y="1381"/>
                  </a:lnTo>
                  <a:lnTo>
                    <a:pt x="10228" y="1381"/>
                  </a:lnTo>
                  <a:cubicBezTo>
                    <a:pt x="10311" y="1381"/>
                    <a:pt x="10394" y="1310"/>
                    <a:pt x="10394" y="1227"/>
                  </a:cubicBezTo>
                  <a:lnTo>
                    <a:pt x="10394" y="167"/>
                  </a:lnTo>
                  <a:cubicBezTo>
                    <a:pt x="10394" y="72"/>
                    <a:pt x="10311" y="0"/>
                    <a:pt x="10228" y="0"/>
                  </a:cubicBezTo>
                  <a:lnTo>
                    <a:pt x="9168" y="0"/>
                  </a:lnTo>
                  <a:cubicBezTo>
                    <a:pt x="9085" y="0"/>
                    <a:pt x="9001" y="72"/>
                    <a:pt x="9001" y="167"/>
                  </a:cubicBezTo>
                  <a:lnTo>
                    <a:pt x="9001" y="524"/>
                  </a:lnTo>
                  <a:lnTo>
                    <a:pt x="5894" y="524"/>
                  </a:lnTo>
                  <a:lnTo>
                    <a:pt x="5894" y="167"/>
                  </a:lnTo>
                  <a:cubicBezTo>
                    <a:pt x="5894" y="72"/>
                    <a:pt x="5822" y="0"/>
                    <a:pt x="5727" y="0"/>
                  </a:cubicBezTo>
                  <a:lnTo>
                    <a:pt x="4679" y="0"/>
                  </a:lnTo>
                  <a:cubicBezTo>
                    <a:pt x="4584" y="0"/>
                    <a:pt x="4513" y="72"/>
                    <a:pt x="4513" y="167"/>
                  </a:cubicBezTo>
                  <a:lnTo>
                    <a:pt x="4513" y="524"/>
                  </a:lnTo>
                  <a:lnTo>
                    <a:pt x="1381" y="524"/>
                  </a:lnTo>
                  <a:lnTo>
                    <a:pt x="1381" y="167"/>
                  </a:lnTo>
                  <a:cubicBezTo>
                    <a:pt x="1381" y="72"/>
                    <a:pt x="1310" y="0"/>
                    <a:pt x="12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3" name="Google Shape;3393;p55"/>
          <p:cNvSpPr txBox="1"/>
          <p:nvPr>
            <p:ph idx="3" type="subTitle"/>
          </p:nvPr>
        </p:nvSpPr>
        <p:spPr>
          <a:xfrm flipH="1">
            <a:off x="4971525" y="1026175"/>
            <a:ext cx="2769300" cy="130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Readability and accessibility</a:t>
            </a:r>
            <a:endParaRPr sz="1600"/>
          </a:p>
          <a:p>
            <a:pPr indent="-215900" lvl="0" marL="228600" rtl="0" algn="l">
              <a:lnSpc>
                <a:spcPct val="150000"/>
              </a:lnSpc>
              <a:spcBef>
                <a:spcPts val="0"/>
              </a:spcBef>
              <a:spcAft>
                <a:spcPts val="0"/>
              </a:spcAft>
              <a:buSzPts val="1600"/>
              <a:buChar char="●"/>
            </a:pPr>
            <a:r>
              <a:rPr lang="en" sz="1600"/>
              <a:t>Style and pedigree</a:t>
            </a:r>
            <a:endParaRPr sz="1600"/>
          </a:p>
          <a:p>
            <a:pPr indent="-215900" lvl="0" marL="228600" rtl="0" algn="l">
              <a:lnSpc>
                <a:spcPct val="150000"/>
              </a:lnSpc>
              <a:spcBef>
                <a:spcPts val="0"/>
              </a:spcBef>
              <a:spcAft>
                <a:spcPts val="0"/>
              </a:spcAft>
              <a:buSzPts val="1600"/>
              <a:buChar char="●"/>
            </a:pPr>
            <a:r>
              <a:rPr lang="en" sz="1600"/>
              <a:t>Availability</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8" name="Shape 3398"/>
        <p:cNvGrpSpPr/>
        <p:nvPr/>
      </p:nvGrpSpPr>
      <p:grpSpPr>
        <a:xfrm>
          <a:off x="0" y="0"/>
          <a:ext cx="0" cy="0"/>
          <a:chOff x="0" y="0"/>
          <a:chExt cx="0" cy="0"/>
        </a:xfrm>
      </p:grpSpPr>
      <p:sp>
        <p:nvSpPr>
          <p:cNvPr id="3399" name="Google Shape;3399;p56"/>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400" name="Google Shape;3400;p56"/>
          <p:cNvSpPr/>
          <p:nvPr/>
        </p:nvSpPr>
        <p:spPr>
          <a:xfrm>
            <a:off x="4921769"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6"/>
          <p:cNvSpPr txBox="1"/>
          <p:nvPr>
            <p:ph idx="4" type="subTitle"/>
          </p:nvPr>
        </p:nvSpPr>
        <p:spPr>
          <a:xfrm flipH="1">
            <a:off x="4462469" y="3520336"/>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Brand colors</a:t>
            </a:r>
            <a:endParaRPr sz="2000"/>
          </a:p>
        </p:txBody>
      </p:sp>
      <p:grpSp>
        <p:nvGrpSpPr>
          <p:cNvPr id="3402" name="Google Shape;3402;p56"/>
          <p:cNvGrpSpPr/>
          <p:nvPr/>
        </p:nvGrpSpPr>
        <p:grpSpPr>
          <a:xfrm>
            <a:off x="4993675" y="3066282"/>
            <a:ext cx="364104" cy="353290"/>
            <a:chOff x="853950" y="2894720"/>
            <a:chExt cx="364104" cy="353290"/>
          </a:xfrm>
        </p:grpSpPr>
        <p:sp>
          <p:nvSpPr>
            <p:cNvPr id="3403" name="Google Shape;3403;p56"/>
            <p:cNvSpPr/>
            <p:nvPr/>
          </p:nvSpPr>
          <p:spPr>
            <a:xfrm>
              <a:off x="1056167" y="3155298"/>
              <a:ext cx="57472" cy="57662"/>
            </a:xfrm>
            <a:custGeom>
              <a:rect b="b" l="l" r="r" t="t"/>
              <a:pathLst>
                <a:path extrusionOk="0" h="1813" w="1807">
                  <a:moveTo>
                    <a:pt x="907" y="0"/>
                  </a:moveTo>
                  <a:cubicBezTo>
                    <a:pt x="686" y="0"/>
                    <a:pt x="459" y="83"/>
                    <a:pt x="274" y="268"/>
                  </a:cubicBezTo>
                  <a:cubicBezTo>
                    <a:pt x="215" y="328"/>
                    <a:pt x="215" y="423"/>
                    <a:pt x="274" y="506"/>
                  </a:cubicBezTo>
                  <a:cubicBezTo>
                    <a:pt x="304" y="536"/>
                    <a:pt x="346" y="551"/>
                    <a:pt x="389" y="551"/>
                  </a:cubicBezTo>
                  <a:cubicBezTo>
                    <a:pt x="432" y="551"/>
                    <a:pt x="477" y="536"/>
                    <a:pt x="512" y="506"/>
                  </a:cubicBezTo>
                  <a:cubicBezTo>
                    <a:pt x="625" y="394"/>
                    <a:pt x="767" y="336"/>
                    <a:pt x="908" y="336"/>
                  </a:cubicBezTo>
                  <a:cubicBezTo>
                    <a:pt x="1020" y="336"/>
                    <a:pt x="1132" y="373"/>
                    <a:pt x="1227" y="447"/>
                  </a:cubicBezTo>
                  <a:cubicBezTo>
                    <a:pt x="1489" y="625"/>
                    <a:pt x="1560" y="983"/>
                    <a:pt x="1381" y="1233"/>
                  </a:cubicBezTo>
                  <a:cubicBezTo>
                    <a:pt x="1265" y="1401"/>
                    <a:pt x="1087" y="1477"/>
                    <a:pt x="911" y="1477"/>
                  </a:cubicBezTo>
                  <a:cubicBezTo>
                    <a:pt x="639" y="1477"/>
                    <a:pt x="370" y="1294"/>
                    <a:pt x="334" y="983"/>
                  </a:cubicBezTo>
                  <a:cubicBezTo>
                    <a:pt x="323" y="894"/>
                    <a:pt x="260" y="827"/>
                    <a:pt x="176" y="827"/>
                  </a:cubicBezTo>
                  <a:cubicBezTo>
                    <a:pt x="169" y="827"/>
                    <a:pt x="162" y="827"/>
                    <a:pt x="155" y="828"/>
                  </a:cubicBezTo>
                  <a:cubicBezTo>
                    <a:pt x="72" y="840"/>
                    <a:pt x="0" y="923"/>
                    <a:pt x="12" y="1006"/>
                  </a:cubicBezTo>
                  <a:cubicBezTo>
                    <a:pt x="63" y="1513"/>
                    <a:pt x="487" y="1812"/>
                    <a:pt x="913" y="1812"/>
                  </a:cubicBezTo>
                  <a:cubicBezTo>
                    <a:pt x="1189" y="1812"/>
                    <a:pt x="1466" y="1687"/>
                    <a:pt x="1643" y="1411"/>
                  </a:cubicBezTo>
                  <a:cubicBezTo>
                    <a:pt x="1751" y="1256"/>
                    <a:pt x="1798" y="1078"/>
                    <a:pt x="1798" y="899"/>
                  </a:cubicBezTo>
                  <a:cubicBezTo>
                    <a:pt x="1806" y="360"/>
                    <a:pt x="1368" y="0"/>
                    <a:pt x="90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6"/>
            <p:cNvSpPr/>
            <p:nvPr/>
          </p:nvSpPr>
          <p:spPr>
            <a:xfrm>
              <a:off x="868326" y="2975027"/>
              <a:ext cx="192802" cy="82025"/>
            </a:xfrm>
            <a:custGeom>
              <a:rect b="b" l="l" r="r" t="t"/>
              <a:pathLst>
                <a:path extrusionOk="0" h="2579" w="6062">
                  <a:moveTo>
                    <a:pt x="3619" y="1"/>
                  </a:moveTo>
                  <a:cubicBezTo>
                    <a:pt x="2165" y="1"/>
                    <a:pt x="686" y="811"/>
                    <a:pt x="48" y="2364"/>
                  </a:cubicBezTo>
                  <a:cubicBezTo>
                    <a:pt x="1" y="2460"/>
                    <a:pt x="84" y="2579"/>
                    <a:pt x="203" y="2579"/>
                  </a:cubicBezTo>
                  <a:cubicBezTo>
                    <a:pt x="263" y="2579"/>
                    <a:pt x="334" y="2543"/>
                    <a:pt x="346" y="2483"/>
                  </a:cubicBezTo>
                  <a:cubicBezTo>
                    <a:pt x="909" y="1104"/>
                    <a:pt x="2222" y="332"/>
                    <a:pt x="3567" y="332"/>
                  </a:cubicBezTo>
                  <a:cubicBezTo>
                    <a:pt x="4242" y="332"/>
                    <a:pt x="4925" y="526"/>
                    <a:pt x="5525" y="936"/>
                  </a:cubicBezTo>
                  <a:cubicBezTo>
                    <a:pt x="5609" y="995"/>
                    <a:pt x="5680" y="1031"/>
                    <a:pt x="5752" y="1114"/>
                  </a:cubicBezTo>
                  <a:cubicBezTo>
                    <a:pt x="5784" y="1142"/>
                    <a:pt x="5824" y="1156"/>
                    <a:pt x="5864" y="1156"/>
                  </a:cubicBezTo>
                  <a:cubicBezTo>
                    <a:pt x="5911" y="1156"/>
                    <a:pt x="5957" y="1136"/>
                    <a:pt x="5990" y="1090"/>
                  </a:cubicBezTo>
                  <a:cubicBezTo>
                    <a:pt x="6061" y="1019"/>
                    <a:pt x="6049" y="912"/>
                    <a:pt x="5978" y="852"/>
                  </a:cubicBezTo>
                  <a:cubicBezTo>
                    <a:pt x="5317" y="280"/>
                    <a:pt x="4473" y="1"/>
                    <a:pt x="361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6"/>
            <p:cNvSpPr/>
            <p:nvPr/>
          </p:nvSpPr>
          <p:spPr>
            <a:xfrm>
              <a:off x="853950" y="3067580"/>
              <a:ext cx="137875" cy="168598"/>
            </a:xfrm>
            <a:custGeom>
              <a:rect b="b" l="l" r="r" t="t"/>
              <a:pathLst>
                <a:path extrusionOk="0" h="5301" w="4335">
                  <a:moveTo>
                    <a:pt x="479" y="1"/>
                  </a:moveTo>
                  <a:cubicBezTo>
                    <a:pt x="401" y="1"/>
                    <a:pt x="321" y="57"/>
                    <a:pt x="310" y="133"/>
                  </a:cubicBezTo>
                  <a:cubicBezTo>
                    <a:pt x="0" y="1633"/>
                    <a:pt x="608" y="3217"/>
                    <a:pt x="1893" y="4074"/>
                  </a:cubicBezTo>
                  <a:cubicBezTo>
                    <a:pt x="1965" y="4134"/>
                    <a:pt x="2858" y="4788"/>
                    <a:pt x="4072" y="5288"/>
                  </a:cubicBezTo>
                  <a:cubicBezTo>
                    <a:pt x="4084" y="5300"/>
                    <a:pt x="4120" y="5300"/>
                    <a:pt x="4132" y="5300"/>
                  </a:cubicBezTo>
                  <a:cubicBezTo>
                    <a:pt x="4191" y="5300"/>
                    <a:pt x="4275" y="5253"/>
                    <a:pt x="4287" y="5193"/>
                  </a:cubicBezTo>
                  <a:cubicBezTo>
                    <a:pt x="4334" y="5074"/>
                    <a:pt x="4287" y="4979"/>
                    <a:pt x="4191" y="4955"/>
                  </a:cubicBezTo>
                  <a:cubicBezTo>
                    <a:pt x="2989" y="4479"/>
                    <a:pt x="2084" y="3800"/>
                    <a:pt x="2084" y="3800"/>
                  </a:cubicBezTo>
                  <a:cubicBezTo>
                    <a:pt x="905" y="3002"/>
                    <a:pt x="346" y="1562"/>
                    <a:pt x="643" y="193"/>
                  </a:cubicBezTo>
                  <a:cubicBezTo>
                    <a:pt x="655" y="109"/>
                    <a:pt x="596" y="14"/>
                    <a:pt x="500" y="2"/>
                  </a:cubicBezTo>
                  <a:cubicBezTo>
                    <a:pt x="493" y="1"/>
                    <a:pt x="486" y="1"/>
                    <a:pt x="47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6"/>
            <p:cNvSpPr/>
            <p:nvPr/>
          </p:nvSpPr>
          <p:spPr>
            <a:xfrm>
              <a:off x="937248" y="3014975"/>
              <a:ext cx="87877" cy="57217"/>
            </a:xfrm>
            <a:custGeom>
              <a:rect b="b" l="l" r="r" t="t"/>
              <a:pathLst>
                <a:path extrusionOk="0" h="1799" w="2763">
                  <a:moveTo>
                    <a:pt x="2225" y="1"/>
                  </a:moveTo>
                  <a:cubicBezTo>
                    <a:pt x="2218" y="1"/>
                    <a:pt x="2211" y="1"/>
                    <a:pt x="2203" y="1"/>
                  </a:cubicBezTo>
                  <a:lnTo>
                    <a:pt x="941" y="61"/>
                  </a:lnTo>
                  <a:cubicBezTo>
                    <a:pt x="584" y="73"/>
                    <a:pt x="346" y="430"/>
                    <a:pt x="477" y="763"/>
                  </a:cubicBezTo>
                  <a:cubicBezTo>
                    <a:pt x="203" y="787"/>
                    <a:pt x="1" y="1025"/>
                    <a:pt x="13" y="1311"/>
                  </a:cubicBezTo>
                  <a:cubicBezTo>
                    <a:pt x="25" y="1597"/>
                    <a:pt x="263" y="1799"/>
                    <a:pt x="537" y="1799"/>
                  </a:cubicBezTo>
                  <a:cubicBezTo>
                    <a:pt x="560" y="1799"/>
                    <a:pt x="548" y="1799"/>
                    <a:pt x="953" y="1787"/>
                  </a:cubicBezTo>
                  <a:cubicBezTo>
                    <a:pt x="1037" y="1787"/>
                    <a:pt x="1120" y="1704"/>
                    <a:pt x="1120" y="1608"/>
                  </a:cubicBezTo>
                  <a:cubicBezTo>
                    <a:pt x="1120" y="1525"/>
                    <a:pt x="1025" y="1442"/>
                    <a:pt x="941" y="1442"/>
                  </a:cubicBezTo>
                  <a:lnTo>
                    <a:pt x="548" y="1466"/>
                  </a:lnTo>
                  <a:cubicBezTo>
                    <a:pt x="441" y="1466"/>
                    <a:pt x="346" y="1370"/>
                    <a:pt x="346" y="1263"/>
                  </a:cubicBezTo>
                  <a:cubicBezTo>
                    <a:pt x="346" y="1168"/>
                    <a:pt x="429" y="1073"/>
                    <a:pt x="537" y="1073"/>
                  </a:cubicBezTo>
                  <a:lnTo>
                    <a:pt x="667" y="1073"/>
                  </a:lnTo>
                  <a:cubicBezTo>
                    <a:pt x="858" y="1061"/>
                    <a:pt x="953" y="835"/>
                    <a:pt x="834" y="704"/>
                  </a:cubicBezTo>
                  <a:cubicBezTo>
                    <a:pt x="727" y="585"/>
                    <a:pt x="798" y="394"/>
                    <a:pt x="965" y="370"/>
                  </a:cubicBezTo>
                  <a:lnTo>
                    <a:pt x="2227" y="311"/>
                  </a:lnTo>
                  <a:cubicBezTo>
                    <a:pt x="2334" y="311"/>
                    <a:pt x="2442" y="406"/>
                    <a:pt x="2442" y="513"/>
                  </a:cubicBezTo>
                  <a:cubicBezTo>
                    <a:pt x="2442" y="608"/>
                    <a:pt x="2346" y="704"/>
                    <a:pt x="2263" y="704"/>
                  </a:cubicBezTo>
                  <a:lnTo>
                    <a:pt x="2144" y="704"/>
                  </a:lnTo>
                  <a:cubicBezTo>
                    <a:pt x="1953" y="716"/>
                    <a:pt x="1858" y="942"/>
                    <a:pt x="1977" y="1085"/>
                  </a:cubicBezTo>
                  <a:cubicBezTo>
                    <a:pt x="2084" y="1204"/>
                    <a:pt x="1989" y="1406"/>
                    <a:pt x="1834" y="1406"/>
                  </a:cubicBezTo>
                  <a:lnTo>
                    <a:pt x="1620" y="1418"/>
                  </a:lnTo>
                  <a:cubicBezTo>
                    <a:pt x="1537" y="1418"/>
                    <a:pt x="1453" y="1501"/>
                    <a:pt x="1453" y="1597"/>
                  </a:cubicBezTo>
                  <a:cubicBezTo>
                    <a:pt x="1453" y="1680"/>
                    <a:pt x="1549" y="1763"/>
                    <a:pt x="1632" y="1763"/>
                  </a:cubicBezTo>
                  <a:lnTo>
                    <a:pt x="1846" y="1739"/>
                  </a:lnTo>
                  <a:cubicBezTo>
                    <a:pt x="2203" y="1728"/>
                    <a:pt x="2442" y="1370"/>
                    <a:pt x="2322" y="1049"/>
                  </a:cubicBezTo>
                  <a:cubicBezTo>
                    <a:pt x="2561" y="1013"/>
                    <a:pt x="2763" y="775"/>
                    <a:pt x="2751" y="489"/>
                  </a:cubicBezTo>
                  <a:cubicBezTo>
                    <a:pt x="2739" y="222"/>
                    <a:pt x="2502" y="1"/>
                    <a:pt x="22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6"/>
            <p:cNvSpPr/>
            <p:nvPr/>
          </p:nvSpPr>
          <p:spPr>
            <a:xfrm>
              <a:off x="978912" y="3095664"/>
              <a:ext cx="78399" cy="79290"/>
            </a:xfrm>
            <a:custGeom>
              <a:rect b="b" l="l" r="r" t="t"/>
              <a:pathLst>
                <a:path extrusionOk="0" h="2493" w="2465">
                  <a:moveTo>
                    <a:pt x="1751" y="0"/>
                  </a:moveTo>
                  <a:cubicBezTo>
                    <a:pt x="1513" y="0"/>
                    <a:pt x="1477" y="95"/>
                    <a:pt x="381" y="691"/>
                  </a:cubicBezTo>
                  <a:cubicBezTo>
                    <a:pt x="72" y="869"/>
                    <a:pt x="24" y="1286"/>
                    <a:pt x="286" y="1524"/>
                  </a:cubicBezTo>
                  <a:cubicBezTo>
                    <a:pt x="84" y="1667"/>
                    <a:pt x="0" y="1929"/>
                    <a:pt x="72" y="2155"/>
                  </a:cubicBezTo>
                  <a:cubicBezTo>
                    <a:pt x="154" y="2370"/>
                    <a:pt x="351" y="2493"/>
                    <a:pt x="555" y="2493"/>
                  </a:cubicBezTo>
                  <a:cubicBezTo>
                    <a:pt x="646" y="2493"/>
                    <a:pt x="738" y="2468"/>
                    <a:pt x="822" y="2417"/>
                  </a:cubicBezTo>
                  <a:lnTo>
                    <a:pt x="1096" y="2262"/>
                  </a:lnTo>
                  <a:cubicBezTo>
                    <a:pt x="1179" y="2215"/>
                    <a:pt x="1203" y="2108"/>
                    <a:pt x="1155" y="2036"/>
                  </a:cubicBezTo>
                  <a:cubicBezTo>
                    <a:pt x="1131" y="1987"/>
                    <a:pt x="1073" y="1955"/>
                    <a:pt x="1016" y="1955"/>
                  </a:cubicBezTo>
                  <a:cubicBezTo>
                    <a:pt x="989" y="1955"/>
                    <a:pt x="963" y="1962"/>
                    <a:pt x="941" y="1977"/>
                  </a:cubicBezTo>
                  <a:lnTo>
                    <a:pt x="655" y="2143"/>
                  </a:lnTo>
                  <a:cubicBezTo>
                    <a:pt x="624" y="2161"/>
                    <a:pt x="591" y="2169"/>
                    <a:pt x="558" y="2169"/>
                  </a:cubicBezTo>
                  <a:cubicBezTo>
                    <a:pt x="479" y="2169"/>
                    <a:pt x="403" y="2120"/>
                    <a:pt x="370" y="2036"/>
                  </a:cubicBezTo>
                  <a:cubicBezTo>
                    <a:pt x="346" y="1965"/>
                    <a:pt x="381" y="1846"/>
                    <a:pt x="465" y="1798"/>
                  </a:cubicBezTo>
                  <a:cubicBezTo>
                    <a:pt x="643" y="1691"/>
                    <a:pt x="667" y="1441"/>
                    <a:pt x="489" y="1310"/>
                  </a:cubicBezTo>
                  <a:cubicBezTo>
                    <a:pt x="381" y="1215"/>
                    <a:pt x="405" y="1048"/>
                    <a:pt x="512" y="976"/>
                  </a:cubicBezTo>
                  <a:cubicBezTo>
                    <a:pt x="1691" y="322"/>
                    <a:pt x="1632" y="322"/>
                    <a:pt x="1727" y="322"/>
                  </a:cubicBezTo>
                  <a:cubicBezTo>
                    <a:pt x="1822" y="322"/>
                    <a:pt x="1917" y="417"/>
                    <a:pt x="1917" y="512"/>
                  </a:cubicBezTo>
                  <a:cubicBezTo>
                    <a:pt x="1917" y="679"/>
                    <a:pt x="1751" y="715"/>
                    <a:pt x="1691" y="750"/>
                  </a:cubicBezTo>
                  <a:cubicBezTo>
                    <a:pt x="1536" y="846"/>
                    <a:pt x="1548" y="1084"/>
                    <a:pt x="1727" y="1155"/>
                  </a:cubicBezTo>
                  <a:cubicBezTo>
                    <a:pt x="1882" y="1215"/>
                    <a:pt x="1882" y="1429"/>
                    <a:pt x="1739" y="1512"/>
                  </a:cubicBezTo>
                  <a:lnTo>
                    <a:pt x="1501" y="1643"/>
                  </a:lnTo>
                  <a:cubicBezTo>
                    <a:pt x="1429" y="1691"/>
                    <a:pt x="1393" y="1798"/>
                    <a:pt x="1441" y="1869"/>
                  </a:cubicBezTo>
                  <a:cubicBezTo>
                    <a:pt x="1474" y="1918"/>
                    <a:pt x="1529" y="1951"/>
                    <a:pt x="1587" y="1951"/>
                  </a:cubicBezTo>
                  <a:cubicBezTo>
                    <a:pt x="1614" y="1951"/>
                    <a:pt x="1641" y="1944"/>
                    <a:pt x="1667" y="1929"/>
                  </a:cubicBezTo>
                  <a:lnTo>
                    <a:pt x="1905" y="1798"/>
                  </a:lnTo>
                  <a:cubicBezTo>
                    <a:pt x="2215" y="1619"/>
                    <a:pt x="2275" y="1203"/>
                    <a:pt x="2001" y="953"/>
                  </a:cubicBezTo>
                  <a:cubicBezTo>
                    <a:pt x="2465" y="679"/>
                    <a:pt x="2275" y="0"/>
                    <a:pt x="175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6"/>
            <p:cNvSpPr/>
            <p:nvPr/>
          </p:nvSpPr>
          <p:spPr>
            <a:xfrm>
              <a:off x="891067" y="3070697"/>
              <a:ext cx="74615" cy="77477"/>
            </a:xfrm>
            <a:custGeom>
              <a:rect b="b" l="l" r="r" t="t"/>
              <a:pathLst>
                <a:path extrusionOk="0" h="2436" w="2346">
                  <a:moveTo>
                    <a:pt x="534" y="1"/>
                  </a:moveTo>
                  <a:cubicBezTo>
                    <a:pt x="499" y="1"/>
                    <a:pt x="464" y="4"/>
                    <a:pt x="429" y="11"/>
                  </a:cubicBezTo>
                  <a:cubicBezTo>
                    <a:pt x="191" y="71"/>
                    <a:pt x="0" y="273"/>
                    <a:pt x="0" y="523"/>
                  </a:cubicBezTo>
                  <a:cubicBezTo>
                    <a:pt x="0" y="690"/>
                    <a:pt x="72" y="749"/>
                    <a:pt x="203" y="1107"/>
                  </a:cubicBezTo>
                  <a:cubicBezTo>
                    <a:pt x="220" y="1178"/>
                    <a:pt x="284" y="1215"/>
                    <a:pt x="345" y="1215"/>
                  </a:cubicBezTo>
                  <a:cubicBezTo>
                    <a:pt x="366" y="1215"/>
                    <a:pt x="387" y="1211"/>
                    <a:pt x="405" y="1202"/>
                  </a:cubicBezTo>
                  <a:cubicBezTo>
                    <a:pt x="500" y="1166"/>
                    <a:pt x="548" y="1059"/>
                    <a:pt x="500" y="988"/>
                  </a:cubicBezTo>
                  <a:cubicBezTo>
                    <a:pt x="345" y="583"/>
                    <a:pt x="334" y="583"/>
                    <a:pt x="334" y="523"/>
                  </a:cubicBezTo>
                  <a:cubicBezTo>
                    <a:pt x="334" y="416"/>
                    <a:pt x="429" y="333"/>
                    <a:pt x="512" y="333"/>
                  </a:cubicBezTo>
                  <a:cubicBezTo>
                    <a:pt x="584" y="333"/>
                    <a:pt x="679" y="392"/>
                    <a:pt x="703" y="464"/>
                  </a:cubicBezTo>
                  <a:cubicBezTo>
                    <a:pt x="738" y="511"/>
                    <a:pt x="750" y="738"/>
                    <a:pt x="965" y="738"/>
                  </a:cubicBezTo>
                  <a:cubicBezTo>
                    <a:pt x="1036" y="738"/>
                    <a:pt x="1107" y="690"/>
                    <a:pt x="1155" y="618"/>
                  </a:cubicBezTo>
                  <a:cubicBezTo>
                    <a:pt x="1188" y="557"/>
                    <a:pt x="1253" y="527"/>
                    <a:pt x="1318" y="527"/>
                  </a:cubicBezTo>
                  <a:cubicBezTo>
                    <a:pt x="1393" y="527"/>
                    <a:pt x="1469" y="566"/>
                    <a:pt x="1500" y="642"/>
                  </a:cubicBezTo>
                  <a:cubicBezTo>
                    <a:pt x="1977" y="1881"/>
                    <a:pt x="1977" y="1833"/>
                    <a:pt x="1977" y="1892"/>
                  </a:cubicBezTo>
                  <a:cubicBezTo>
                    <a:pt x="1977" y="2018"/>
                    <a:pt x="1874" y="2091"/>
                    <a:pt x="1773" y="2091"/>
                  </a:cubicBezTo>
                  <a:cubicBezTo>
                    <a:pt x="1701" y="2091"/>
                    <a:pt x="1630" y="2055"/>
                    <a:pt x="1596" y="1976"/>
                  </a:cubicBezTo>
                  <a:lnTo>
                    <a:pt x="1536" y="1833"/>
                  </a:lnTo>
                  <a:cubicBezTo>
                    <a:pt x="1498" y="1739"/>
                    <a:pt x="1415" y="1691"/>
                    <a:pt x="1332" y="1691"/>
                  </a:cubicBezTo>
                  <a:cubicBezTo>
                    <a:pt x="1257" y="1691"/>
                    <a:pt x="1183" y="1730"/>
                    <a:pt x="1143" y="1809"/>
                  </a:cubicBezTo>
                  <a:cubicBezTo>
                    <a:pt x="1105" y="1875"/>
                    <a:pt x="1041" y="1908"/>
                    <a:pt x="976" y="1908"/>
                  </a:cubicBezTo>
                  <a:cubicBezTo>
                    <a:pt x="901" y="1908"/>
                    <a:pt x="824" y="1863"/>
                    <a:pt x="786" y="1773"/>
                  </a:cubicBezTo>
                  <a:lnTo>
                    <a:pt x="726" y="1607"/>
                  </a:lnTo>
                  <a:cubicBezTo>
                    <a:pt x="700" y="1546"/>
                    <a:pt x="637" y="1504"/>
                    <a:pt x="577" y="1504"/>
                  </a:cubicBezTo>
                  <a:cubicBezTo>
                    <a:pt x="554" y="1504"/>
                    <a:pt x="532" y="1510"/>
                    <a:pt x="512" y="1523"/>
                  </a:cubicBezTo>
                  <a:cubicBezTo>
                    <a:pt x="429" y="1559"/>
                    <a:pt x="381" y="1654"/>
                    <a:pt x="429" y="1726"/>
                  </a:cubicBezTo>
                  <a:lnTo>
                    <a:pt x="488" y="1892"/>
                  </a:lnTo>
                  <a:cubicBezTo>
                    <a:pt x="574" y="2112"/>
                    <a:pt x="779" y="2244"/>
                    <a:pt x="987" y="2244"/>
                  </a:cubicBezTo>
                  <a:cubicBezTo>
                    <a:pt x="1095" y="2244"/>
                    <a:pt x="1204" y="2208"/>
                    <a:pt x="1298" y="2131"/>
                  </a:cubicBezTo>
                  <a:cubicBezTo>
                    <a:pt x="1390" y="2315"/>
                    <a:pt x="1583" y="2436"/>
                    <a:pt x="1793" y="2436"/>
                  </a:cubicBezTo>
                  <a:cubicBezTo>
                    <a:pt x="1853" y="2436"/>
                    <a:pt x="1915" y="2426"/>
                    <a:pt x="1977" y="2404"/>
                  </a:cubicBezTo>
                  <a:cubicBezTo>
                    <a:pt x="2179" y="2321"/>
                    <a:pt x="2310" y="2119"/>
                    <a:pt x="2310" y="1904"/>
                  </a:cubicBezTo>
                  <a:cubicBezTo>
                    <a:pt x="2346" y="1738"/>
                    <a:pt x="2298" y="1738"/>
                    <a:pt x="1834" y="523"/>
                  </a:cubicBezTo>
                  <a:cubicBezTo>
                    <a:pt x="1757" y="315"/>
                    <a:pt x="1555" y="192"/>
                    <a:pt x="1349" y="192"/>
                  </a:cubicBezTo>
                  <a:cubicBezTo>
                    <a:pt x="1236" y="192"/>
                    <a:pt x="1121" y="229"/>
                    <a:pt x="1024" y="309"/>
                  </a:cubicBezTo>
                  <a:cubicBezTo>
                    <a:pt x="933" y="116"/>
                    <a:pt x="737" y="1"/>
                    <a:pt x="53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6"/>
            <p:cNvSpPr/>
            <p:nvPr/>
          </p:nvSpPr>
          <p:spPr>
            <a:xfrm>
              <a:off x="999745" y="2894720"/>
              <a:ext cx="218310" cy="353290"/>
            </a:xfrm>
            <a:custGeom>
              <a:rect b="b" l="l" r="r" t="t"/>
              <a:pathLst>
                <a:path extrusionOk="0" h="11108" w="6864">
                  <a:moveTo>
                    <a:pt x="6633" y="1"/>
                  </a:moveTo>
                  <a:cubicBezTo>
                    <a:pt x="6605" y="1"/>
                    <a:pt x="6577" y="7"/>
                    <a:pt x="6549" y="20"/>
                  </a:cubicBezTo>
                  <a:cubicBezTo>
                    <a:pt x="5918" y="282"/>
                    <a:pt x="5299" y="698"/>
                    <a:pt x="4703" y="1246"/>
                  </a:cubicBezTo>
                  <a:cubicBezTo>
                    <a:pt x="4644" y="1306"/>
                    <a:pt x="4620" y="1413"/>
                    <a:pt x="4703" y="1484"/>
                  </a:cubicBezTo>
                  <a:cubicBezTo>
                    <a:pt x="4735" y="1516"/>
                    <a:pt x="4778" y="1538"/>
                    <a:pt x="4824" y="1538"/>
                  </a:cubicBezTo>
                  <a:cubicBezTo>
                    <a:pt x="4862" y="1538"/>
                    <a:pt x="4903" y="1523"/>
                    <a:pt x="4941" y="1484"/>
                  </a:cubicBezTo>
                  <a:cubicBezTo>
                    <a:pt x="5430" y="1032"/>
                    <a:pt x="5918" y="675"/>
                    <a:pt x="6442" y="413"/>
                  </a:cubicBezTo>
                  <a:lnTo>
                    <a:pt x="6442" y="413"/>
                  </a:lnTo>
                  <a:cubicBezTo>
                    <a:pt x="6084" y="1579"/>
                    <a:pt x="5299" y="2603"/>
                    <a:pt x="4429" y="3449"/>
                  </a:cubicBezTo>
                  <a:cubicBezTo>
                    <a:pt x="4413" y="3444"/>
                    <a:pt x="4397" y="3442"/>
                    <a:pt x="4382" y="3442"/>
                  </a:cubicBezTo>
                  <a:cubicBezTo>
                    <a:pt x="4269" y="3442"/>
                    <a:pt x="4172" y="3548"/>
                    <a:pt x="4203" y="3663"/>
                  </a:cubicBezTo>
                  <a:cubicBezTo>
                    <a:pt x="4108" y="3746"/>
                    <a:pt x="4013" y="3842"/>
                    <a:pt x="3929" y="3913"/>
                  </a:cubicBezTo>
                  <a:cubicBezTo>
                    <a:pt x="3786" y="3711"/>
                    <a:pt x="3572" y="3508"/>
                    <a:pt x="3358" y="3425"/>
                  </a:cubicBezTo>
                  <a:cubicBezTo>
                    <a:pt x="3417" y="3330"/>
                    <a:pt x="3489" y="3234"/>
                    <a:pt x="3548" y="3115"/>
                  </a:cubicBezTo>
                  <a:cubicBezTo>
                    <a:pt x="3727" y="3258"/>
                    <a:pt x="3763" y="3318"/>
                    <a:pt x="3870" y="3318"/>
                  </a:cubicBezTo>
                  <a:cubicBezTo>
                    <a:pt x="4013" y="3318"/>
                    <a:pt x="4084" y="3127"/>
                    <a:pt x="3965" y="3020"/>
                  </a:cubicBezTo>
                  <a:lnTo>
                    <a:pt x="3751" y="2830"/>
                  </a:lnTo>
                  <a:cubicBezTo>
                    <a:pt x="3786" y="2758"/>
                    <a:pt x="3775" y="2782"/>
                    <a:pt x="3810" y="2734"/>
                  </a:cubicBezTo>
                  <a:cubicBezTo>
                    <a:pt x="3810" y="2734"/>
                    <a:pt x="3941" y="2544"/>
                    <a:pt x="3953" y="2544"/>
                  </a:cubicBezTo>
                  <a:lnTo>
                    <a:pt x="4358" y="2889"/>
                  </a:lnTo>
                  <a:cubicBezTo>
                    <a:pt x="4390" y="2916"/>
                    <a:pt x="4430" y="2928"/>
                    <a:pt x="4469" y="2928"/>
                  </a:cubicBezTo>
                  <a:cubicBezTo>
                    <a:pt x="4516" y="2928"/>
                    <a:pt x="4563" y="2910"/>
                    <a:pt x="4596" y="2877"/>
                  </a:cubicBezTo>
                  <a:cubicBezTo>
                    <a:pt x="4656" y="2794"/>
                    <a:pt x="4644" y="2699"/>
                    <a:pt x="4584" y="2639"/>
                  </a:cubicBezTo>
                  <a:lnTo>
                    <a:pt x="4167" y="2282"/>
                  </a:lnTo>
                  <a:cubicBezTo>
                    <a:pt x="4263" y="2139"/>
                    <a:pt x="4370" y="2020"/>
                    <a:pt x="4489" y="1901"/>
                  </a:cubicBezTo>
                  <a:cubicBezTo>
                    <a:pt x="4548" y="1830"/>
                    <a:pt x="4548" y="1722"/>
                    <a:pt x="4477" y="1663"/>
                  </a:cubicBezTo>
                  <a:cubicBezTo>
                    <a:pt x="4444" y="1636"/>
                    <a:pt x="4404" y="1621"/>
                    <a:pt x="4364" y="1621"/>
                  </a:cubicBezTo>
                  <a:cubicBezTo>
                    <a:pt x="4317" y="1621"/>
                    <a:pt x="4271" y="1641"/>
                    <a:pt x="4239" y="1687"/>
                  </a:cubicBezTo>
                  <a:cubicBezTo>
                    <a:pt x="4001" y="1937"/>
                    <a:pt x="3775" y="2222"/>
                    <a:pt x="3536" y="2532"/>
                  </a:cubicBezTo>
                  <a:cubicBezTo>
                    <a:pt x="3536" y="2532"/>
                    <a:pt x="3310" y="2830"/>
                    <a:pt x="3013" y="3306"/>
                  </a:cubicBezTo>
                  <a:cubicBezTo>
                    <a:pt x="2985" y="3304"/>
                    <a:pt x="2957" y="3303"/>
                    <a:pt x="2929" y="3303"/>
                  </a:cubicBezTo>
                  <a:cubicBezTo>
                    <a:pt x="2484" y="3303"/>
                    <a:pt x="2071" y="3569"/>
                    <a:pt x="1858" y="3973"/>
                  </a:cubicBezTo>
                  <a:cubicBezTo>
                    <a:pt x="1762" y="4151"/>
                    <a:pt x="1750" y="4330"/>
                    <a:pt x="1679" y="4449"/>
                  </a:cubicBezTo>
                  <a:cubicBezTo>
                    <a:pt x="1608" y="4568"/>
                    <a:pt x="1500" y="4687"/>
                    <a:pt x="1346" y="4770"/>
                  </a:cubicBezTo>
                  <a:cubicBezTo>
                    <a:pt x="1191" y="4866"/>
                    <a:pt x="1024" y="4913"/>
                    <a:pt x="846" y="4961"/>
                  </a:cubicBezTo>
                  <a:cubicBezTo>
                    <a:pt x="786" y="4973"/>
                    <a:pt x="679" y="5008"/>
                    <a:pt x="572" y="5020"/>
                  </a:cubicBezTo>
                  <a:cubicBezTo>
                    <a:pt x="369" y="5056"/>
                    <a:pt x="274" y="5330"/>
                    <a:pt x="441" y="5485"/>
                  </a:cubicBezTo>
                  <a:cubicBezTo>
                    <a:pt x="560" y="5580"/>
                    <a:pt x="679" y="5687"/>
                    <a:pt x="810" y="5759"/>
                  </a:cubicBezTo>
                  <a:cubicBezTo>
                    <a:pt x="838" y="5775"/>
                    <a:pt x="868" y="5783"/>
                    <a:pt x="897" y="5783"/>
                  </a:cubicBezTo>
                  <a:cubicBezTo>
                    <a:pt x="953" y="5783"/>
                    <a:pt x="1005" y="5754"/>
                    <a:pt x="1036" y="5699"/>
                  </a:cubicBezTo>
                  <a:cubicBezTo>
                    <a:pt x="1084" y="5628"/>
                    <a:pt x="1048" y="5520"/>
                    <a:pt x="977" y="5485"/>
                  </a:cubicBezTo>
                  <a:cubicBezTo>
                    <a:pt x="905" y="5437"/>
                    <a:pt x="834" y="5378"/>
                    <a:pt x="750" y="5318"/>
                  </a:cubicBezTo>
                  <a:cubicBezTo>
                    <a:pt x="1250" y="5199"/>
                    <a:pt x="1679" y="5044"/>
                    <a:pt x="1941" y="4616"/>
                  </a:cubicBezTo>
                  <a:cubicBezTo>
                    <a:pt x="2048" y="4437"/>
                    <a:pt x="2084" y="4246"/>
                    <a:pt x="2143" y="4116"/>
                  </a:cubicBezTo>
                  <a:cubicBezTo>
                    <a:pt x="2278" y="3831"/>
                    <a:pt x="2583" y="3626"/>
                    <a:pt x="2911" y="3626"/>
                  </a:cubicBezTo>
                  <a:cubicBezTo>
                    <a:pt x="3105" y="3626"/>
                    <a:pt x="3308" y="3698"/>
                    <a:pt x="3489" y="3865"/>
                  </a:cubicBezTo>
                  <a:cubicBezTo>
                    <a:pt x="3929" y="4270"/>
                    <a:pt x="3786" y="4985"/>
                    <a:pt x="3239" y="5330"/>
                  </a:cubicBezTo>
                  <a:cubicBezTo>
                    <a:pt x="2867" y="5559"/>
                    <a:pt x="2374" y="5719"/>
                    <a:pt x="1899" y="5719"/>
                  </a:cubicBezTo>
                  <a:cubicBezTo>
                    <a:pt x="1780" y="5719"/>
                    <a:pt x="1662" y="5709"/>
                    <a:pt x="1548" y="5687"/>
                  </a:cubicBezTo>
                  <a:cubicBezTo>
                    <a:pt x="1540" y="5686"/>
                    <a:pt x="1532" y="5686"/>
                    <a:pt x="1524" y="5686"/>
                  </a:cubicBezTo>
                  <a:cubicBezTo>
                    <a:pt x="1439" y="5686"/>
                    <a:pt x="1367" y="5742"/>
                    <a:pt x="1346" y="5818"/>
                  </a:cubicBezTo>
                  <a:cubicBezTo>
                    <a:pt x="1334" y="5913"/>
                    <a:pt x="1393" y="5997"/>
                    <a:pt x="1489" y="6009"/>
                  </a:cubicBezTo>
                  <a:cubicBezTo>
                    <a:pt x="1628" y="6035"/>
                    <a:pt x="1767" y="6048"/>
                    <a:pt x="1907" y="6048"/>
                  </a:cubicBezTo>
                  <a:cubicBezTo>
                    <a:pt x="2077" y="6048"/>
                    <a:pt x="2247" y="6029"/>
                    <a:pt x="2417" y="5997"/>
                  </a:cubicBezTo>
                  <a:cubicBezTo>
                    <a:pt x="2465" y="6937"/>
                    <a:pt x="3096" y="7675"/>
                    <a:pt x="3906" y="8033"/>
                  </a:cubicBezTo>
                  <a:cubicBezTo>
                    <a:pt x="4298" y="8199"/>
                    <a:pt x="4548" y="8592"/>
                    <a:pt x="4548" y="9009"/>
                  </a:cubicBezTo>
                  <a:cubicBezTo>
                    <a:pt x="4548" y="9342"/>
                    <a:pt x="4370" y="9580"/>
                    <a:pt x="4370" y="9580"/>
                  </a:cubicBezTo>
                  <a:cubicBezTo>
                    <a:pt x="3673" y="10434"/>
                    <a:pt x="2786" y="10777"/>
                    <a:pt x="1813" y="10777"/>
                  </a:cubicBezTo>
                  <a:cubicBezTo>
                    <a:pt x="1307" y="10777"/>
                    <a:pt x="777" y="10684"/>
                    <a:pt x="238" y="10521"/>
                  </a:cubicBezTo>
                  <a:cubicBezTo>
                    <a:pt x="224" y="10517"/>
                    <a:pt x="210" y="10516"/>
                    <a:pt x="196" y="10516"/>
                  </a:cubicBezTo>
                  <a:cubicBezTo>
                    <a:pt x="119" y="10516"/>
                    <a:pt x="54" y="10568"/>
                    <a:pt x="24" y="10628"/>
                  </a:cubicBezTo>
                  <a:cubicBezTo>
                    <a:pt x="0" y="10712"/>
                    <a:pt x="60" y="10807"/>
                    <a:pt x="131" y="10831"/>
                  </a:cubicBezTo>
                  <a:cubicBezTo>
                    <a:pt x="707" y="11009"/>
                    <a:pt x="1272" y="11107"/>
                    <a:pt x="1811" y="11107"/>
                  </a:cubicBezTo>
                  <a:cubicBezTo>
                    <a:pt x="2890" y="11107"/>
                    <a:pt x="3866" y="10716"/>
                    <a:pt x="4620" y="9795"/>
                  </a:cubicBezTo>
                  <a:cubicBezTo>
                    <a:pt x="4620" y="9783"/>
                    <a:pt x="4644" y="9783"/>
                    <a:pt x="4644" y="9759"/>
                  </a:cubicBezTo>
                  <a:cubicBezTo>
                    <a:pt x="5120" y="9045"/>
                    <a:pt x="4834" y="8068"/>
                    <a:pt x="4048" y="7723"/>
                  </a:cubicBezTo>
                  <a:cubicBezTo>
                    <a:pt x="3310" y="7414"/>
                    <a:pt x="2763" y="6747"/>
                    <a:pt x="2751" y="5913"/>
                  </a:cubicBezTo>
                  <a:cubicBezTo>
                    <a:pt x="3132" y="5794"/>
                    <a:pt x="3405" y="5628"/>
                    <a:pt x="3417" y="5616"/>
                  </a:cubicBezTo>
                  <a:cubicBezTo>
                    <a:pt x="3953" y="5282"/>
                    <a:pt x="4179" y="4687"/>
                    <a:pt x="4060" y="4187"/>
                  </a:cubicBezTo>
                  <a:cubicBezTo>
                    <a:pt x="5251" y="3234"/>
                    <a:pt x="6430" y="1818"/>
                    <a:pt x="6834" y="258"/>
                  </a:cubicBezTo>
                  <a:cubicBezTo>
                    <a:pt x="6864" y="121"/>
                    <a:pt x="6757" y="1"/>
                    <a:pt x="663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0" name="Google Shape;3410;p56"/>
          <p:cNvSpPr txBox="1"/>
          <p:nvPr>
            <p:ph idx="3" type="subTitle"/>
          </p:nvPr>
        </p:nvSpPr>
        <p:spPr>
          <a:xfrm flipH="1">
            <a:off x="4921875" y="1026175"/>
            <a:ext cx="3336900" cy="1308600"/>
          </a:xfrm>
          <a:prstGeom prst="rect">
            <a:avLst/>
          </a:prstGeom>
        </p:spPr>
        <p:txBody>
          <a:bodyPr anchorCtr="0" anchor="t" bIns="91425" lIns="91425" spcFirstLastPara="1" rIns="91425" wrap="square" tIns="91425">
            <a:noAutofit/>
          </a:bodyPr>
          <a:lstStyle/>
          <a:p>
            <a:pPr indent="-215900" lvl="0" marL="228600" rtl="0" algn="l">
              <a:lnSpc>
                <a:spcPct val="150000"/>
              </a:lnSpc>
              <a:spcBef>
                <a:spcPts val="0"/>
              </a:spcBef>
              <a:spcAft>
                <a:spcPts val="0"/>
              </a:spcAft>
              <a:buSzPts val="1600"/>
              <a:buChar char="●"/>
            </a:pPr>
            <a:r>
              <a:rPr lang="en" sz="1600"/>
              <a:t>Primary and secondary color</a:t>
            </a:r>
            <a:endParaRPr sz="1600"/>
          </a:p>
          <a:p>
            <a:pPr indent="-215900" lvl="0" marL="228600" rtl="0" algn="l">
              <a:lnSpc>
                <a:spcPct val="150000"/>
              </a:lnSpc>
              <a:spcBef>
                <a:spcPts val="0"/>
              </a:spcBef>
              <a:spcAft>
                <a:spcPts val="0"/>
              </a:spcAft>
              <a:buSzPts val="1600"/>
              <a:buChar char="●"/>
            </a:pPr>
            <a:r>
              <a:rPr lang="en" sz="1600"/>
              <a:t>Color by names and numbers</a:t>
            </a:r>
            <a:endParaRPr sz="1600"/>
          </a:p>
          <a:p>
            <a:pPr indent="-215900" lvl="0" marL="228600" rtl="0" algn="l">
              <a:lnSpc>
                <a:spcPct val="150000"/>
              </a:lnSpc>
              <a:spcBef>
                <a:spcPts val="0"/>
              </a:spcBef>
              <a:spcAft>
                <a:spcPts val="0"/>
              </a:spcAft>
              <a:buSzPts val="1600"/>
              <a:buChar char="●"/>
            </a:pPr>
            <a:r>
              <a:rPr lang="en" sz="1600"/>
              <a:t>Making the color palettes available</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5" name="Shape 3415"/>
        <p:cNvGrpSpPr/>
        <p:nvPr/>
      </p:nvGrpSpPr>
      <p:grpSpPr>
        <a:xfrm>
          <a:off x="0" y="0"/>
          <a:ext cx="0" cy="0"/>
          <a:chOff x="0" y="0"/>
          <a:chExt cx="0" cy="0"/>
        </a:xfrm>
      </p:grpSpPr>
      <p:sp>
        <p:nvSpPr>
          <p:cNvPr id="3416" name="Google Shape;3416;p57"/>
          <p:cNvSpPr/>
          <p:nvPr/>
        </p:nvSpPr>
        <p:spPr>
          <a:xfrm>
            <a:off x="6842756" y="29914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7"/>
          <p:cNvSpPr txBox="1"/>
          <p:nvPr>
            <p:ph idx="5" type="subTitle"/>
          </p:nvPr>
        </p:nvSpPr>
        <p:spPr>
          <a:xfrm flipH="1">
            <a:off x="6383456" y="3520336"/>
            <a:ext cx="1426500" cy="8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Imagery</a:t>
            </a:r>
            <a:endParaRPr sz="2000"/>
          </a:p>
        </p:txBody>
      </p:sp>
      <p:grpSp>
        <p:nvGrpSpPr>
          <p:cNvPr id="3418" name="Google Shape;3418;p57"/>
          <p:cNvGrpSpPr/>
          <p:nvPr/>
        </p:nvGrpSpPr>
        <p:grpSpPr>
          <a:xfrm>
            <a:off x="6904892" y="3104692"/>
            <a:ext cx="383632" cy="276449"/>
            <a:chOff x="3933342" y="4315767"/>
            <a:chExt cx="383632" cy="276449"/>
          </a:xfrm>
        </p:grpSpPr>
        <p:sp>
          <p:nvSpPr>
            <p:cNvPr id="3419" name="Google Shape;3419;p57"/>
            <p:cNvSpPr/>
            <p:nvPr/>
          </p:nvSpPr>
          <p:spPr>
            <a:xfrm>
              <a:off x="3933342" y="4315767"/>
              <a:ext cx="383632" cy="276449"/>
            </a:xfrm>
            <a:custGeom>
              <a:rect b="b" l="l" r="r" t="t"/>
              <a:pathLst>
                <a:path extrusionOk="0" h="8692" w="12062">
                  <a:moveTo>
                    <a:pt x="2061" y="369"/>
                  </a:moveTo>
                  <a:cubicBezTo>
                    <a:pt x="2120" y="369"/>
                    <a:pt x="2168" y="417"/>
                    <a:pt x="2168" y="476"/>
                  </a:cubicBezTo>
                  <a:lnTo>
                    <a:pt x="2168" y="845"/>
                  </a:lnTo>
                  <a:lnTo>
                    <a:pt x="1406" y="845"/>
                  </a:lnTo>
                  <a:lnTo>
                    <a:pt x="1406" y="476"/>
                  </a:lnTo>
                  <a:cubicBezTo>
                    <a:pt x="1406" y="417"/>
                    <a:pt x="1454" y="369"/>
                    <a:pt x="1513" y="369"/>
                  </a:cubicBezTo>
                  <a:close/>
                  <a:moveTo>
                    <a:pt x="10824" y="1262"/>
                  </a:moveTo>
                  <a:cubicBezTo>
                    <a:pt x="10883" y="1262"/>
                    <a:pt x="10931" y="1310"/>
                    <a:pt x="10931" y="1369"/>
                  </a:cubicBezTo>
                  <a:lnTo>
                    <a:pt x="10943" y="1715"/>
                  </a:lnTo>
                  <a:lnTo>
                    <a:pt x="9490" y="1715"/>
                  </a:lnTo>
                  <a:lnTo>
                    <a:pt x="9490" y="1369"/>
                  </a:lnTo>
                  <a:cubicBezTo>
                    <a:pt x="9490" y="1310"/>
                    <a:pt x="9526" y="1262"/>
                    <a:pt x="9586" y="1262"/>
                  </a:cubicBezTo>
                  <a:close/>
                  <a:moveTo>
                    <a:pt x="1513" y="0"/>
                  </a:moveTo>
                  <a:cubicBezTo>
                    <a:pt x="1251" y="0"/>
                    <a:pt x="1049" y="214"/>
                    <a:pt x="1049" y="464"/>
                  </a:cubicBezTo>
                  <a:lnTo>
                    <a:pt x="1049" y="833"/>
                  </a:lnTo>
                  <a:lnTo>
                    <a:pt x="894" y="833"/>
                  </a:lnTo>
                  <a:cubicBezTo>
                    <a:pt x="692" y="833"/>
                    <a:pt x="489" y="905"/>
                    <a:pt x="334" y="1048"/>
                  </a:cubicBezTo>
                  <a:cubicBezTo>
                    <a:pt x="263" y="1107"/>
                    <a:pt x="239" y="1226"/>
                    <a:pt x="299" y="1298"/>
                  </a:cubicBezTo>
                  <a:cubicBezTo>
                    <a:pt x="332" y="1338"/>
                    <a:pt x="385" y="1360"/>
                    <a:pt x="440" y="1360"/>
                  </a:cubicBezTo>
                  <a:cubicBezTo>
                    <a:pt x="482" y="1360"/>
                    <a:pt x="525" y="1347"/>
                    <a:pt x="561" y="1322"/>
                  </a:cubicBezTo>
                  <a:cubicBezTo>
                    <a:pt x="676" y="1220"/>
                    <a:pt x="791" y="1203"/>
                    <a:pt x="908" y="1203"/>
                  </a:cubicBezTo>
                  <a:cubicBezTo>
                    <a:pt x="966" y="1203"/>
                    <a:pt x="1025" y="1207"/>
                    <a:pt x="1084" y="1207"/>
                  </a:cubicBezTo>
                  <a:cubicBezTo>
                    <a:pt x="1116" y="1207"/>
                    <a:pt x="1148" y="1206"/>
                    <a:pt x="1180" y="1203"/>
                  </a:cubicBezTo>
                  <a:lnTo>
                    <a:pt x="2680" y="1203"/>
                  </a:lnTo>
                  <a:cubicBezTo>
                    <a:pt x="2978" y="1203"/>
                    <a:pt x="3216" y="1441"/>
                    <a:pt x="3216" y="1738"/>
                  </a:cubicBezTo>
                  <a:lnTo>
                    <a:pt x="3216" y="2429"/>
                  </a:lnTo>
                  <a:cubicBezTo>
                    <a:pt x="3216" y="2536"/>
                    <a:pt x="3299" y="2607"/>
                    <a:pt x="3394" y="2607"/>
                  </a:cubicBezTo>
                  <a:cubicBezTo>
                    <a:pt x="3501" y="2607"/>
                    <a:pt x="3573" y="2536"/>
                    <a:pt x="3573" y="2429"/>
                  </a:cubicBezTo>
                  <a:lnTo>
                    <a:pt x="3573" y="2072"/>
                  </a:lnTo>
                  <a:lnTo>
                    <a:pt x="11217" y="2072"/>
                  </a:lnTo>
                  <a:cubicBezTo>
                    <a:pt x="11491" y="2084"/>
                    <a:pt x="11705" y="2322"/>
                    <a:pt x="11705" y="2607"/>
                  </a:cubicBezTo>
                  <a:lnTo>
                    <a:pt x="11705" y="2834"/>
                  </a:lnTo>
                  <a:lnTo>
                    <a:pt x="11395" y="2834"/>
                  </a:lnTo>
                  <a:cubicBezTo>
                    <a:pt x="11288" y="2834"/>
                    <a:pt x="11217" y="2905"/>
                    <a:pt x="11217" y="3012"/>
                  </a:cubicBezTo>
                  <a:cubicBezTo>
                    <a:pt x="11217" y="3108"/>
                    <a:pt x="11288" y="3191"/>
                    <a:pt x="11395" y="3191"/>
                  </a:cubicBezTo>
                  <a:lnTo>
                    <a:pt x="11705" y="3191"/>
                  </a:lnTo>
                  <a:lnTo>
                    <a:pt x="11705" y="7441"/>
                  </a:lnTo>
                  <a:lnTo>
                    <a:pt x="10883" y="7441"/>
                  </a:lnTo>
                  <a:cubicBezTo>
                    <a:pt x="10621" y="7441"/>
                    <a:pt x="10395" y="7215"/>
                    <a:pt x="10395" y="6953"/>
                  </a:cubicBezTo>
                  <a:lnTo>
                    <a:pt x="10395" y="3667"/>
                  </a:lnTo>
                  <a:cubicBezTo>
                    <a:pt x="10395" y="3453"/>
                    <a:pt x="10538" y="3262"/>
                    <a:pt x="10740" y="3203"/>
                  </a:cubicBezTo>
                  <a:cubicBezTo>
                    <a:pt x="10824" y="3167"/>
                    <a:pt x="10883" y="3072"/>
                    <a:pt x="10859" y="2977"/>
                  </a:cubicBezTo>
                  <a:cubicBezTo>
                    <a:pt x="10829" y="2906"/>
                    <a:pt x="10747" y="2852"/>
                    <a:pt x="10672" y="2852"/>
                  </a:cubicBezTo>
                  <a:cubicBezTo>
                    <a:pt x="10659" y="2852"/>
                    <a:pt x="10646" y="2854"/>
                    <a:pt x="10633" y="2858"/>
                  </a:cubicBezTo>
                  <a:cubicBezTo>
                    <a:pt x="10276" y="2965"/>
                    <a:pt x="10038" y="3310"/>
                    <a:pt x="10038" y="3667"/>
                  </a:cubicBezTo>
                  <a:lnTo>
                    <a:pt x="10038" y="6953"/>
                  </a:lnTo>
                  <a:cubicBezTo>
                    <a:pt x="10038" y="7418"/>
                    <a:pt x="10419" y="7799"/>
                    <a:pt x="10883" y="7799"/>
                  </a:cubicBezTo>
                  <a:lnTo>
                    <a:pt x="11705" y="7799"/>
                  </a:lnTo>
                  <a:cubicBezTo>
                    <a:pt x="11705" y="8096"/>
                    <a:pt x="11467" y="8334"/>
                    <a:pt x="11169" y="8334"/>
                  </a:cubicBezTo>
                  <a:lnTo>
                    <a:pt x="3394" y="8334"/>
                  </a:lnTo>
                  <a:cubicBezTo>
                    <a:pt x="3478" y="8227"/>
                    <a:pt x="3537" y="8108"/>
                    <a:pt x="3561" y="7977"/>
                  </a:cubicBezTo>
                  <a:cubicBezTo>
                    <a:pt x="3573" y="7870"/>
                    <a:pt x="3513" y="7787"/>
                    <a:pt x="3430" y="7775"/>
                  </a:cubicBezTo>
                  <a:cubicBezTo>
                    <a:pt x="3414" y="7771"/>
                    <a:pt x="3399" y="7770"/>
                    <a:pt x="3384" y="7770"/>
                  </a:cubicBezTo>
                  <a:cubicBezTo>
                    <a:pt x="3299" y="7770"/>
                    <a:pt x="3236" y="7825"/>
                    <a:pt x="3216" y="7906"/>
                  </a:cubicBezTo>
                  <a:cubicBezTo>
                    <a:pt x="3180" y="8156"/>
                    <a:pt x="2954" y="8334"/>
                    <a:pt x="2704" y="8334"/>
                  </a:cubicBezTo>
                  <a:lnTo>
                    <a:pt x="823" y="8334"/>
                  </a:lnTo>
                  <a:cubicBezTo>
                    <a:pt x="572" y="8287"/>
                    <a:pt x="358" y="8072"/>
                    <a:pt x="358" y="7799"/>
                  </a:cubicBezTo>
                  <a:lnTo>
                    <a:pt x="358" y="2774"/>
                  </a:lnTo>
                  <a:lnTo>
                    <a:pt x="358" y="1834"/>
                  </a:lnTo>
                  <a:cubicBezTo>
                    <a:pt x="358" y="1726"/>
                    <a:pt x="287" y="1655"/>
                    <a:pt x="180" y="1655"/>
                  </a:cubicBezTo>
                  <a:cubicBezTo>
                    <a:pt x="72" y="1655"/>
                    <a:pt x="1" y="1726"/>
                    <a:pt x="1" y="1834"/>
                  </a:cubicBezTo>
                  <a:lnTo>
                    <a:pt x="1" y="7799"/>
                  </a:lnTo>
                  <a:cubicBezTo>
                    <a:pt x="1" y="8251"/>
                    <a:pt x="334" y="8608"/>
                    <a:pt x="751" y="8680"/>
                  </a:cubicBezTo>
                  <a:cubicBezTo>
                    <a:pt x="763" y="8680"/>
                    <a:pt x="787" y="8680"/>
                    <a:pt x="811" y="8692"/>
                  </a:cubicBezTo>
                  <a:lnTo>
                    <a:pt x="11169" y="8692"/>
                  </a:lnTo>
                  <a:cubicBezTo>
                    <a:pt x="11657" y="8692"/>
                    <a:pt x="12062" y="8287"/>
                    <a:pt x="12062" y="7799"/>
                  </a:cubicBezTo>
                  <a:lnTo>
                    <a:pt x="12062" y="2607"/>
                  </a:lnTo>
                  <a:cubicBezTo>
                    <a:pt x="12050" y="2155"/>
                    <a:pt x="11717" y="1786"/>
                    <a:pt x="11300" y="1715"/>
                  </a:cubicBezTo>
                  <a:lnTo>
                    <a:pt x="11300" y="1357"/>
                  </a:lnTo>
                  <a:cubicBezTo>
                    <a:pt x="11300" y="1107"/>
                    <a:pt x="11098" y="893"/>
                    <a:pt x="10836" y="893"/>
                  </a:cubicBezTo>
                  <a:lnTo>
                    <a:pt x="9609" y="893"/>
                  </a:lnTo>
                  <a:cubicBezTo>
                    <a:pt x="9347" y="893"/>
                    <a:pt x="9145" y="1107"/>
                    <a:pt x="9145" y="1357"/>
                  </a:cubicBezTo>
                  <a:lnTo>
                    <a:pt x="9145" y="1703"/>
                  </a:lnTo>
                  <a:lnTo>
                    <a:pt x="8621" y="1703"/>
                  </a:lnTo>
                  <a:lnTo>
                    <a:pt x="8252" y="881"/>
                  </a:lnTo>
                  <a:cubicBezTo>
                    <a:pt x="8121" y="595"/>
                    <a:pt x="7823" y="405"/>
                    <a:pt x="7502" y="405"/>
                  </a:cubicBezTo>
                  <a:lnTo>
                    <a:pt x="6049" y="405"/>
                  </a:lnTo>
                  <a:cubicBezTo>
                    <a:pt x="5776" y="405"/>
                    <a:pt x="5525" y="536"/>
                    <a:pt x="5383" y="738"/>
                  </a:cubicBezTo>
                  <a:cubicBezTo>
                    <a:pt x="5323" y="822"/>
                    <a:pt x="5335" y="941"/>
                    <a:pt x="5418" y="1000"/>
                  </a:cubicBezTo>
                  <a:cubicBezTo>
                    <a:pt x="5450" y="1023"/>
                    <a:pt x="5486" y="1033"/>
                    <a:pt x="5523" y="1033"/>
                  </a:cubicBezTo>
                  <a:cubicBezTo>
                    <a:pt x="5583" y="1033"/>
                    <a:pt x="5643" y="1004"/>
                    <a:pt x="5680" y="953"/>
                  </a:cubicBezTo>
                  <a:cubicBezTo>
                    <a:pt x="5764" y="833"/>
                    <a:pt x="5895" y="762"/>
                    <a:pt x="6049" y="762"/>
                  </a:cubicBezTo>
                  <a:lnTo>
                    <a:pt x="7502" y="762"/>
                  </a:lnTo>
                  <a:cubicBezTo>
                    <a:pt x="7681" y="762"/>
                    <a:pt x="7847" y="869"/>
                    <a:pt x="7919" y="1024"/>
                  </a:cubicBezTo>
                  <a:lnTo>
                    <a:pt x="8240" y="1703"/>
                  </a:lnTo>
                  <a:lnTo>
                    <a:pt x="5335" y="1703"/>
                  </a:lnTo>
                  <a:lnTo>
                    <a:pt x="5395" y="1584"/>
                  </a:lnTo>
                  <a:cubicBezTo>
                    <a:pt x="5430" y="1488"/>
                    <a:pt x="5395" y="1381"/>
                    <a:pt x="5299" y="1345"/>
                  </a:cubicBezTo>
                  <a:cubicBezTo>
                    <a:pt x="5276" y="1332"/>
                    <a:pt x="5252" y="1327"/>
                    <a:pt x="5227" y="1327"/>
                  </a:cubicBezTo>
                  <a:cubicBezTo>
                    <a:pt x="5162" y="1327"/>
                    <a:pt x="5096" y="1368"/>
                    <a:pt x="5061" y="1429"/>
                  </a:cubicBezTo>
                  <a:lnTo>
                    <a:pt x="4942" y="1703"/>
                  </a:lnTo>
                  <a:lnTo>
                    <a:pt x="3561" y="1703"/>
                  </a:lnTo>
                  <a:cubicBezTo>
                    <a:pt x="3549" y="1226"/>
                    <a:pt x="3144" y="833"/>
                    <a:pt x="2668" y="833"/>
                  </a:cubicBezTo>
                  <a:lnTo>
                    <a:pt x="2525" y="833"/>
                  </a:lnTo>
                  <a:lnTo>
                    <a:pt x="2525" y="464"/>
                  </a:lnTo>
                  <a:cubicBezTo>
                    <a:pt x="2525" y="214"/>
                    <a:pt x="2311" y="0"/>
                    <a:pt x="206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7"/>
            <p:cNvSpPr/>
            <p:nvPr/>
          </p:nvSpPr>
          <p:spPr>
            <a:xfrm>
              <a:off x="4035214" y="4410037"/>
              <a:ext cx="11386" cy="140896"/>
            </a:xfrm>
            <a:custGeom>
              <a:rect b="b" l="l" r="r" t="t"/>
              <a:pathLst>
                <a:path extrusionOk="0" h="4430" w="358">
                  <a:moveTo>
                    <a:pt x="179" y="1"/>
                  </a:moveTo>
                  <a:cubicBezTo>
                    <a:pt x="72" y="1"/>
                    <a:pt x="1" y="72"/>
                    <a:pt x="1" y="179"/>
                  </a:cubicBezTo>
                  <a:lnTo>
                    <a:pt x="1" y="4251"/>
                  </a:lnTo>
                  <a:cubicBezTo>
                    <a:pt x="1" y="4358"/>
                    <a:pt x="72" y="4430"/>
                    <a:pt x="179" y="4430"/>
                  </a:cubicBezTo>
                  <a:cubicBezTo>
                    <a:pt x="287" y="4430"/>
                    <a:pt x="358" y="4358"/>
                    <a:pt x="358" y="4251"/>
                  </a:cubicBezTo>
                  <a:lnTo>
                    <a:pt x="358" y="179"/>
                  </a:lnTo>
                  <a:cubicBezTo>
                    <a:pt x="358" y="84"/>
                    <a:pt x="287" y="1"/>
                    <a:pt x="17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7"/>
            <p:cNvSpPr/>
            <p:nvPr/>
          </p:nvSpPr>
          <p:spPr>
            <a:xfrm>
              <a:off x="4221146" y="4390827"/>
              <a:ext cx="42460" cy="32886"/>
            </a:xfrm>
            <a:custGeom>
              <a:rect b="b" l="l" r="r" t="t"/>
              <a:pathLst>
                <a:path extrusionOk="0" h="1034" w="1335">
                  <a:moveTo>
                    <a:pt x="813" y="0"/>
                  </a:moveTo>
                  <a:cubicBezTo>
                    <a:pt x="753" y="0"/>
                    <a:pt x="693" y="29"/>
                    <a:pt x="656" y="81"/>
                  </a:cubicBezTo>
                  <a:cubicBezTo>
                    <a:pt x="596" y="152"/>
                    <a:pt x="620" y="271"/>
                    <a:pt x="703" y="331"/>
                  </a:cubicBezTo>
                  <a:cubicBezTo>
                    <a:pt x="846" y="438"/>
                    <a:pt x="775" y="664"/>
                    <a:pt x="596" y="664"/>
                  </a:cubicBezTo>
                  <a:cubicBezTo>
                    <a:pt x="489" y="664"/>
                    <a:pt x="406" y="557"/>
                    <a:pt x="417" y="450"/>
                  </a:cubicBezTo>
                  <a:cubicBezTo>
                    <a:pt x="429" y="355"/>
                    <a:pt x="370" y="259"/>
                    <a:pt x="275" y="247"/>
                  </a:cubicBezTo>
                  <a:cubicBezTo>
                    <a:pt x="265" y="246"/>
                    <a:pt x="256" y="246"/>
                    <a:pt x="248" y="246"/>
                  </a:cubicBezTo>
                  <a:cubicBezTo>
                    <a:pt x="152" y="246"/>
                    <a:pt x="71" y="303"/>
                    <a:pt x="60" y="390"/>
                  </a:cubicBezTo>
                  <a:cubicBezTo>
                    <a:pt x="1" y="736"/>
                    <a:pt x="251" y="1033"/>
                    <a:pt x="584" y="1033"/>
                  </a:cubicBezTo>
                  <a:cubicBezTo>
                    <a:pt x="1120" y="1009"/>
                    <a:pt x="1334" y="331"/>
                    <a:pt x="918" y="33"/>
                  </a:cubicBezTo>
                  <a:cubicBezTo>
                    <a:pt x="886" y="11"/>
                    <a:pt x="849" y="0"/>
                    <a:pt x="81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7"/>
            <p:cNvSpPr/>
            <p:nvPr/>
          </p:nvSpPr>
          <p:spPr>
            <a:xfrm>
              <a:off x="4054519" y="4384561"/>
              <a:ext cx="192961" cy="192516"/>
            </a:xfrm>
            <a:custGeom>
              <a:rect b="b" l="l" r="r" t="t"/>
              <a:pathLst>
                <a:path extrusionOk="0" h="6053" w="6067">
                  <a:moveTo>
                    <a:pt x="3013" y="1"/>
                  </a:moveTo>
                  <a:cubicBezTo>
                    <a:pt x="2380" y="1"/>
                    <a:pt x="1733" y="201"/>
                    <a:pt x="1168" y="647"/>
                  </a:cubicBezTo>
                  <a:cubicBezTo>
                    <a:pt x="1096" y="706"/>
                    <a:pt x="1073" y="825"/>
                    <a:pt x="1132" y="909"/>
                  </a:cubicBezTo>
                  <a:cubicBezTo>
                    <a:pt x="1166" y="949"/>
                    <a:pt x="1219" y="971"/>
                    <a:pt x="1274" y="971"/>
                  </a:cubicBezTo>
                  <a:cubicBezTo>
                    <a:pt x="1315" y="971"/>
                    <a:pt x="1358" y="958"/>
                    <a:pt x="1394" y="933"/>
                  </a:cubicBezTo>
                  <a:cubicBezTo>
                    <a:pt x="1895" y="538"/>
                    <a:pt x="2466" y="360"/>
                    <a:pt x="3024" y="360"/>
                  </a:cubicBezTo>
                  <a:cubicBezTo>
                    <a:pt x="4402" y="360"/>
                    <a:pt x="5704" y="1444"/>
                    <a:pt x="5704" y="3028"/>
                  </a:cubicBezTo>
                  <a:cubicBezTo>
                    <a:pt x="5704" y="3659"/>
                    <a:pt x="5478" y="4266"/>
                    <a:pt x="5085" y="4743"/>
                  </a:cubicBezTo>
                  <a:cubicBezTo>
                    <a:pt x="4573" y="5350"/>
                    <a:pt x="3835" y="5707"/>
                    <a:pt x="3025" y="5707"/>
                  </a:cubicBezTo>
                  <a:cubicBezTo>
                    <a:pt x="1549" y="5707"/>
                    <a:pt x="358" y="4516"/>
                    <a:pt x="358" y="3052"/>
                  </a:cubicBezTo>
                  <a:cubicBezTo>
                    <a:pt x="358" y="2457"/>
                    <a:pt x="561" y="1897"/>
                    <a:pt x="918" y="1421"/>
                  </a:cubicBezTo>
                  <a:cubicBezTo>
                    <a:pt x="977" y="1349"/>
                    <a:pt x="953" y="1230"/>
                    <a:pt x="882" y="1171"/>
                  </a:cubicBezTo>
                  <a:cubicBezTo>
                    <a:pt x="852" y="1146"/>
                    <a:pt x="814" y="1134"/>
                    <a:pt x="776" y="1134"/>
                  </a:cubicBezTo>
                  <a:cubicBezTo>
                    <a:pt x="722" y="1134"/>
                    <a:pt x="667" y="1158"/>
                    <a:pt x="632" y="1206"/>
                  </a:cubicBezTo>
                  <a:cubicBezTo>
                    <a:pt x="227" y="1742"/>
                    <a:pt x="1" y="2361"/>
                    <a:pt x="1" y="3028"/>
                  </a:cubicBezTo>
                  <a:cubicBezTo>
                    <a:pt x="1" y="4695"/>
                    <a:pt x="1358" y="6052"/>
                    <a:pt x="3025" y="6052"/>
                  </a:cubicBezTo>
                  <a:cubicBezTo>
                    <a:pt x="3930" y="6052"/>
                    <a:pt x="4775" y="5648"/>
                    <a:pt x="5347" y="4969"/>
                  </a:cubicBezTo>
                  <a:cubicBezTo>
                    <a:pt x="5787" y="4433"/>
                    <a:pt x="6049" y="3731"/>
                    <a:pt x="6049" y="3028"/>
                  </a:cubicBezTo>
                  <a:cubicBezTo>
                    <a:pt x="6066" y="1230"/>
                    <a:pt x="4580" y="1"/>
                    <a:pt x="301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7"/>
            <p:cNvSpPr/>
            <p:nvPr/>
          </p:nvSpPr>
          <p:spPr>
            <a:xfrm>
              <a:off x="4085593" y="4420278"/>
              <a:ext cx="145826" cy="120923"/>
            </a:xfrm>
            <a:custGeom>
              <a:rect b="b" l="l" r="r" t="t"/>
              <a:pathLst>
                <a:path extrusionOk="0" h="3802" w="4585">
                  <a:moveTo>
                    <a:pt x="2060" y="0"/>
                  </a:moveTo>
                  <a:cubicBezTo>
                    <a:pt x="893" y="0"/>
                    <a:pt x="0" y="1060"/>
                    <a:pt x="191" y="2203"/>
                  </a:cubicBezTo>
                  <a:cubicBezTo>
                    <a:pt x="202" y="2301"/>
                    <a:pt x="282" y="2359"/>
                    <a:pt x="369" y="2359"/>
                  </a:cubicBezTo>
                  <a:cubicBezTo>
                    <a:pt x="377" y="2359"/>
                    <a:pt x="385" y="2359"/>
                    <a:pt x="393" y="2358"/>
                  </a:cubicBezTo>
                  <a:cubicBezTo>
                    <a:pt x="500" y="2346"/>
                    <a:pt x="560" y="2250"/>
                    <a:pt x="548" y="2143"/>
                  </a:cubicBezTo>
                  <a:cubicBezTo>
                    <a:pt x="377" y="1146"/>
                    <a:pt x="1184" y="350"/>
                    <a:pt x="2075" y="350"/>
                  </a:cubicBezTo>
                  <a:cubicBezTo>
                    <a:pt x="2428" y="350"/>
                    <a:pt x="2795" y="475"/>
                    <a:pt x="3120" y="762"/>
                  </a:cubicBezTo>
                  <a:cubicBezTo>
                    <a:pt x="3727" y="1334"/>
                    <a:pt x="3786" y="2310"/>
                    <a:pt x="3191" y="2941"/>
                  </a:cubicBezTo>
                  <a:cubicBezTo>
                    <a:pt x="2884" y="3270"/>
                    <a:pt x="2472" y="3430"/>
                    <a:pt x="2064" y="3430"/>
                  </a:cubicBezTo>
                  <a:cubicBezTo>
                    <a:pt x="1569" y="3430"/>
                    <a:pt x="1079" y="3195"/>
                    <a:pt x="786" y="2739"/>
                  </a:cubicBezTo>
                  <a:cubicBezTo>
                    <a:pt x="751" y="2690"/>
                    <a:pt x="700" y="2666"/>
                    <a:pt x="645" y="2666"/>
                  </a:cubicBezTo>
                  <a:cubicBezTo>
                    <a:pt x="606" y="2666"/>
                    <a:pt x="564" y="2678"/>
                    <a:pt x="524" y="2703"/>
                  </a:cubicBezTo>
                  <a:cubicBezTo>
                    <a:pt x="441" y="2762"/>
                    <a:pt x="429" y="2858"/>
                    <a:pt x="488" y="2953"/>
                  </a:cubicBezTo>
                  <a:cubicBezTo>
                    <a:pt x="859" y="3512"/>
                    <a:pt x="1464" y="3801"/>
                    <a:pt x="2073" y="3801"/>
                  </a:cubicBezTo>
                  <a:cubicBezTo>
                    <a:pt x="2579" y="3801"/>
                    <a:pt x="3087" y="3602"/>
                    <a:pt x="3465" y="3191"/>
                  </a:cubicBezTo>
                  <a:cubicBezTo>
                    <a:pt x="4584" y="1988"/>
                    <a:pt x="3715" y="0"/>
                    <a:pt x="206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7"/>
            <p:cNvSpPr/>
            <p:nvPr/>
          </p:nvSpPr>
          <p:spPr>
            <a:xfrm>
              <a:off x="4131392" y="4449507"/>
              <a:ext cx="54577" cy="45767"/>
            </a:xfrm>
            <a:custGeom>
              <a:rect b="b" l="l" r="r" t="t"/>
              <a:pathLst>
                <a:path extrusionOk="0" h="1439" w="1716">
                  <a:moveTo>
                    <a:pt x="820" y="0"/>
                  </a:moveTo>
                  <a:cubicBezTo>
                    <a:pt x="805" y="0"/>
                    <a:pt x="790" y="3"/>
                    <a:pt x="775" y="10"/>
                  </a:cubicBezTo>
                  <a:cubicBezTo>
                    <a:pt x="203" y="129"/>
                    <a:pt x="1" y="831"/>
                    <a:pt x="394" y="1224"/>
                  </a:cubicBezTo>
                  <a:cubicBezTo>
                    <a:pt x="537" y="1367"/>
                    <a:pt x="724" y="1439"/>
                    <a:pt x="912" y="1439"/>
                  </a:cubicBezTo>
                  <a:cubicBezTo>
                    <a:pt x="1099" y="1439"/>
                    <a:pt x="1287" y="1367"/>
                    <a:pt x="1430" y="1224"/>
                  </a:cubicBezTo>
                  <a:cubicBezTo>
                    <a:pt x="1668" y="986"/>
                    <a:pt x="1715" y="665"/>
                    <a:pt x="1573" y="391"/>
                  </a:cubicBezTo>
                  <a:cubicBezTo>
                    <a:pt x="1546" y="329"/>
                    <a:pt x="1481" y="294"/>
                    <a:pt x="1410" y="294"/>
                  </a:cubicBezTo>
                  <a:cubicBezTo>
                    <a:pt x="1385" y="294"/>
                    <a:pt x="1359" y="298"/>
                    <a:pt x="1334" y="307"/>
                  </a:cubicBezTo>
                  <a:cubicBezTo>
                    <a:pt x="1251" y="343"/>
                    <a:pt x="1215" y="450"/>
                    <a:pt x="1251" y="546"/>
                  </a:cubicBezTo>
                  <a:cubicBezTo>
                    <a:pt x="1311" y="677"/>
                    <a:pt x="1287" y="843"/>
                    <a:pt x="1180" y="962"/>
                  </a:cubicBezTo>
                  <a:cubicBezTo>
                    <a:pt x="1102" y="1034"/>
                    <a:pt x="1007" y="1069"/>
                    <a:pt x="913" y="1069"/>
                  </a:cubicBezTo>
                  <a:cubicBezTo>
                    <a:pt x="820" y="1069"/>
                    <a:pt x="727" y="1034"/>
                    <a:pt x="656" y="962"/>
                  </a:cubicBezTo>
                  <a:cubicBezTo>
                    <a:pt x="441" y="748"/>
                    <a:pt x="561" y="391"/>
                    <a:pt x="846" y="343"/>
                  </a:cubicBezTo>
                  <a:cubicBezTo>
                    <a:pt x="953" y="331"/>
                    <a:pt x="1013" y="236"/>
                    <a:pt x="977" y="141"/>
                  </a:cubicBezTo>
                  <a:cubicBezTo>
                    <a:pt x="958" y="63"/>
                    <a:pt x="890" y="0"/>
                    <a:pt x="82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5" name="Google Shape;3425;p57"/>
          <p:cNvSpPr txBox="1"/>
          <p:nvPr>
            <p:ph type="ctrTitle"/>
          </p:nvPr>
        </p:nvSpPr>
        <p:spPr>
          <a:xfrm flipH="1">
            <a:off x="722325" y="659425"/>
            <a:ext cx="1809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000"/>
              <a:t>ELEMENTS OF A STYLE GUIDE</a:t>
            </a:r>
            <a:endParaRPr/>
          </a:p>
        </p:txBody>
      </p:sp>
      <p:sp>
        <p:nvSpPr>
          <p:cNvPr id="3426" name="Google Shape;3426;p57"/>
          <p:cNvSpPr txBox="1"/>
          <p:nvPr>
            <p:ph idx="3" type="subTitle"/>
          </p:nvPr>
        </p:nvSpPr>
        <p:spPr>
          <a:xfrm flipH="1">
            <a:off x="1975400" y="2211725"/>
            <a:ext cx="3336900" cy="1308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Use of imagery</a:t>
            </a:r>
            <a:endParaRPr sz="1600"/>
          </a:p>
          <a:p>
            <a:pPr indent="-215900" lvl="0" marL="228600" rtl="0" algn="l">
              <a:lnSpc>
                <a:spcPct val="150000"/>
              </a:lnSpc>
              <a:spcBef>
                <a:spcPts val="0"/>
              </a:spcBef>
              <a:spcAft>
                <a:spcPts val="0"/>
              </a:spcAft>
              <a:buSzPts val="1600"/>
              <a:buChar char="●"/>
            </a:pPr>
            <a:r>
              <a:rPr lang="en" sz="1600"/>
              <a:t>Illustration &amp; photography</a:t>
            </a:r>
            <a:endParaRPr sz="1600"/>
          </a:p>
          <a:p>
            <a:pPr indent="-215900" lvl="0" marL="228600" rtl="0" algn="l">
              <a:lnSpc>
                <a:spcPct val="150000"/>
              </a:lnSpc>
              <a:spcBef>
                <a:spcPts val="0"/>
              </a:spcBef>
              <a:spcAft>
                <a:spcPts val="0"/>
              </a:spcAft>
              <a:buSzPts val="1600"/>
              <a:buChar char="●"/>
            </a:pPr>
            <a:r>
              <a:rPr lang="en" sz="1600"/>
              <a:t>Types of images</a:t>
            </a:r>
            <a:endParaRPr sz="1600"/>
          </a:p>
          <a:p>
            <a:pPr indent="-215900" lvl="0" marL="228600" rtl="0" algn="l">
              <a:lnSpc>
                <a:spcPct val="150000"/>
              </a:lnSpc>
              <a:spcBef>
                <a:spcPts val="0"/>
              </a:spcBef>
              <a:spcAft>
                <a:spcPts val="0"/>
              </a:spcAft>
              <a:buSzPts val="1600"/>
              <a:buChar char="●"/>
            </a:pPr>
            <a:r>
              <a:rPr lang="en" sz="1600"/>
              <a:t>Image treatments</a:t>
            </a:r>
            <a:endParaRPr sz="1600"/>
          </a:p>
          <a:p>
            <a:pPr indent="-215900" lvl="0" marL="228600" rtl="0" algn="l">
              <a:lnSpc>
                <a:spcPct val="150000"/>
              </a:lnSpc>
              <a:spcBef>
                <a:spcPts val="0"/>
              </a:spcBef>
              <a:spcAft>
                <a:spcPts val="0"/>
              </a:spcAft>
              <a:buSzPts val="1600"/>
              <a:buChar char="●"/>
            </a:pPr>
            <a:r>
              <a:rPr lang="en" sz="1600"/>
              <a:t>Technical specs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1" name="Shape 3431"/>
        <p:cNvGrpSpPr/>
        <p:nvPr/>
      </p:nvGrpSpPr>
      <p:grpSpPr>
        <a:xfrm>
          <a:off x="0" y="0"/>
          <a:ext cx="0" cy="0"/>
          <a:chOff x="0" y="0"/>
          <a:chExt cx="0" cy="0"/>
        </a:xfrm>
      </p:grpSpPr>
      <p:sp>
        <p:nvSpPr>
          <p:cNvPr id="3432" name="Google Shape;3432;p58"/>
          <p:cNvSpPr txBox="1"/>
          <p:nvPr>
            <p:ph type="ctrTitle"/>
          </p:nvPr>
        </p:nvSpPr>
        <p:spPr>
          <a:xfrm>
            <a:off x="917900" y="0"/>
            <a:ext cx="7479600" cy="15786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PRINCIPLES FOR UI DESIGN</a:t>
            </a:r>
            <a:endParaRPr/>
          </a:p>
        </p:txBody>
      </p:sp>
      <p:sp>
        <p:nvSpPr>
          <p:cNvPr id="3433" name="Google Shape;3433;p58"/>
          <p:cNvSpPr txBox="1"/>
          <p:nvPr/>
        </p:nvSpPr>
        <p:spPr>
          <a:xfrm>
            <a:off x="2497500" y="1489725"/>
            <a:ext cx="3587100" cy="2299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Shape</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Colour</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Layout / guide/ margins</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Hierarchie</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Typography/ Fonts</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Image / Illustration</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Eye flow/ Eye trick</a:t>
            </a:r>
            <a:endParaRPr sz="1600">
              <a:latin typeface="Abel"/>
              <a:ea typeface="Abel"/>
              <a:cs typeface="Abel"/>
              <a:sym typeface="Abel"/>
            </a:endParaRPr>
          </a:p>
          <a:p>
            <a:pPr indent="-330200" lvl="0" marL="457200" rtl="0" algn="l">
              <a:lnSpc>
                <a:spcPct val="115000"/>
              </a:lnSpc>
              <a:spcBef>
                <a:spcPts val="0"/>
              </a:spcBef>
              <a:spcAft>
                <a:spcPts val="0"/>
              </a:spcAft>
              <a:buSzPts val="1600"/>
              <a:buFont typeface="Abel"/>
              <a:buChar char="●"/>
            </a:pPr>
            <a:r>
              <a:rPr lang="en" sz="1600">
                <a:latin typeface="Abel"/>
                <a:ea typeface="Abel"/>
                <a:cs typeface="Abel"/>
                <a:sym typeface="Abel"/>
              </a:rPr>
              <a:t>Communicate/ convey the message</a:t>
            </a:r>
            <a:endParaRPr sz="1600">
              <a:latin typeface="Abel"/>
              <a:ea typeface="Abel"/>
              <a:cs typeface="Abel"/>
              <a:sym typeface="A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37" name="Shape 3437"/>
        <p:cNvGrpSpPr/>
        <p:nvPr/>
      </p:nvGrpSpPr>
      <p:grpSpPr>
        <a:xfrm>
          <a:off x="0" y="0"/>
          <a:ext cx="0" cy="0"/>
          <a:chOff x="0" y="0"/>
          <a:chExt cx="0" cy="0"/>
        </a:xfrm>
      </p:grpSpPr>
      <p:sp>
        <p:nvSpPr>
          <p:cNvPr id="3438" name="Google Shape;3438;p59"/>
          <p:cNvSpPr/>
          <p:nvPr/>
        </p:nvSpPr>
        <p:spPr>
          <a:xfrm>
            <a:off x="3308075"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9"/>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9"/>
          <p:cNvSpPr/>
          <p:nvPr/>
        </p:nvSpPr>
        <p:spPr>
          <a:xfrm>
            <a:off x="5524550"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9"/>
          <p:cNvSpPr txBox="1"/>
          <p:nvPr>
            <p:ph idx="4" type="subTitle"/>
          </p:nvPr>
        </p:nvSpPr>
        <p:spPr>
          <a:xfrm flipH="1">
            <a:off x="3483875" y="3505088"/>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Reduce cognitive load</a:t>
            </a:r>
            <a:endParaRPr sz="1700"/>
          </a:p>
        </p:txBody>
      </p:sp>
      <p:sp>
        <p:nvSpPr>
          <p:cNvPr id="3442" name="Google Shape;3442;p59"/>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443" name="Google Shape;3443;p59"/>
          <p:cNvSpPr/>
          <p:nvPr/>
        </p:nvSpPr>
        <p:spPr>
          <a:xfrm>
            <a:off x="5524550"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9"/>
          <p:cNvSpPr txBox="1"/>
          <p:nvPr>
            <p:ph idx="3" type="subTitle"/>
          </p:nvPr>
        </p:nvSpPr>
        <p:spPr>
          <a:xfrm flipH="1">
            <a:off x="5700350" y="3498212"/>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user interfaces consistent</a:t>
            </a:r>
            <a:endParaRPr sz="1700"/>
          </a:p>
        </p:txBody>
      </p:sp>
      <p:sp>
        <p:nvSpPr>
          <p:cNvPr id="3445" name="Google Shape;3445;p59"/>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9"/>
          <p:cNvSpPr/>
          <p:nvPr/>
        </p:nvSpPr>
        <p:spPr>
          <a:xfrm>
            <a:off x="3943175"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9"/>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sp>
        <p:nvSpPr>
          <p:cNvPr id="3448" name="Google Shape;3448;p59"/>
          <p:cNvSpPr/>
          <p:nvPr/>
        </p:nvSpPr>
        <p:spPr>
          <a:xfrm>
            <a:off x="6159650"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9" name="Google Shape;3449;p59"/>
          <p:cNvGrpSpPr/>
          <p:nvPr/>
        </p:nvGrpSpPr>
        <p:grpSpPr>
          <a:xfrm>
            <a:off x="4006671" y="859860"/>
            <a:ext cx="380910" cy="339594"/>
            <a:chOff x="855096" y="1504485"/>
            <a:chExt cx="380910" cy="339594"/>
          </a:xfrm>
        </p:grpSpPr>
        <p:sp>
          <p:nvSpPr>
            <p:cNvPr id="3450" name="Google Shape;3450;p59"/>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9"/>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9"/>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9"/>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59"/>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5" name="Google Shape;3455;p59"/>
          <p:cNvSpPr/>
          <p:nvPr/>
        </p:nvSpPr>
        <p:spPr>
          <a:xfrm>
            <a:off x="6159650"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9"/>
          <p:cNvSpPr txBox="1"/>
          <p:nvPr>
            <p:ph idx="5" type="subTitle"/>
          </p:nvPr>
        </p:nvSpPr>
        <p:spPr>
          <a:xfrm flipH="1">
            <a:off x="5700350"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it comfortable to interact with a product</a:t>
            </a:r>
            <a:endParaRPr sz="1700"/>
          </a:p>
        </p:txBody>
      </p:sp>
      <p:grpSp>
        <p:nvGrpSpPr>
          <p:cNvPr id="3457" name="Google Shape;3457;p59"/>
          <p:cNvGrpSpPr/>
          <p:nvPr/>
        </p:nvGrpSpPr>
        <p:grpSpPr>
          <a:xfrm>
            <a:off x="4043035" y="3076323"/>
            <a:ext cx="308183" cy="347561"/>
            <a:chOff x="2206122" y="3360748"/>
            <a:chExt cx="308183" cy="347561"/>
          </a:xfrm>
        </p:grpSpPr>
        <p:sp>
          <p:nvSpPr>
            <p:cNvPr id="3458" name="Google Shape;3458;p59"/>
            <p:cNvSpPr/>
            <p:nvPr/>
          </p:nvSpPr>
          <p:spPr>
            <a:xfrm>
              <a:off x="2206122" y="3543859"/>
              <a:ext cx="199932" cy="164451"/>
            </a:xfrm>
            <a:custGeom>
              <a:rect b="b" l="l" r="r" t="t"/>
              <a:pathLst>
                <a:path extrusionOk="0" h="5191" w="6311">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9"/>
            <p:cNvSpPr/>
            <p:nvPr/>
          </p:nvSpPr>
          <p:spPr>
            <a:xfrm>
              <a:off x="2216291" y="3360748"/>
              <a:ext cx="298014" cy="312872"/>
            </a:xfrm>
            <a:custGeom>
              <a:rect b="b" l="l" r="r" t="t"/>
              <a:pathLst>
                <a:path extrusionOk="0" h="9876" w="9407">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9"/>
            <p:cNvSpPr/>
            <p:nvPr/>
          </p:nvSpPr>
          <p:spPr>
            <a:xfrm>
              <a:off x="2392812" y="3401615"/>
              <a:ext cx="83033" cy="80372"/>
            </a:xfrm>
            <a:custGeom>
              <a:rect b="b" l="l" r="r" t="t"/>
              <a:pathLst>
                <a:path extrusionOk="0" h="2537" w="2621">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9"/>
            <p:cNvSpPr/>
            <p:nvPr/>
          </p:nvSpPr>
          <p:spPr>
            <a:xfrm>
              <a:off x="2229502" y="3535147"/>
              <a:ext cx="201833" cy="94723"/>
            </a:xfrm>
            <a:custGeom>
              <a:rect b="b" l="l" r="r" t="t"/>
              <a:pathLst>
                <a:path extrusionOk="0" h="2990" w="6371">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9"/>
            <p:cNvSpPr/>
            <p:nvPr/>
          </p:nvSpPr>
          <p:spPr>
            <a:xfrm>
              <a:off x="2236281" y="3609215"/>
              <a:ext cx="81893" cy="38364"/>
            </a:xfrm>
            <a:custGeom>
              <a:rect b="b" l="l" r="r" t="t"/>
              <a:pathLst>
                <a:path extrusionOk="0" h="1211" w="2585">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3" name="Google Shape;3463;p59"/>
          <p:cNvGrpSpPr/>
          <p:nvPr/>
        </p:nvGrpSpPr>
        <p:grpSpPr>
          <a:xfrm>
            <a:off x="6202304" y="874456"/>
            <a:ext cx="422596" cy="310382"/>
            <a:chOff x="2278533" y="2937377"/>
            <a:chExt cx="346788" cy="254704"/>
          </a:xfrm>
        </p:grpSpPr>
        <p:sp>
          <p:nvSpPr>
            <p:cNvPr id="3464" name="Google Shape;3464;p59"/>
            <p:cNvSpPr/>
            <p:nvPr/>
          </p:nvSpPr>
          <p:spPr>
            <a:xfrm>
              <a:off x="2317557" y="2958607"/>
              <a:ext cx="270619" cy="184200"/>
            </a:xfrm>
            <a:custGeom>
              <a:rect b="b" l="l" r="r" t="t"/>
              <a:pathLst>
                <a:path extrusionOk="0" h="5787" w="8502">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9"/>
            <p:cNvSpPr/>
            <p:nvPr/>
          </p:nvSpPr>
          <p:spPr>
            <a:xfrm>
              <a:off x="2278533" y="2937377"/>
              <a:ext cx="346788" cy="254704"/>
            </a:xfrm>
            <a:custGeom>
              <a:rect b="b" l="l" r="r" t="t"/>
              <a:pathLst>
                <a:path extrusionOk="0" h="8002" w="10895">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6" name="Google Shape;3466;p59"/>
          <p:cNvSpPr/>
          <p:nvPr/>
        </p:nvSpPr>
        <p:spPr>
          <a:xfrm>
            <a:off x="6236420" y="3065729"/>
            <a:ext cx="354363" cy="354395"/>
          </a:xfrm>
          <a:custGeom>
            <a:rect b="b" l="l" r="r" t="t"/>
            <a:pathLst>
              <a:path extrusionOk="0" h="11134" w="11133">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70" name="Shape 3470"/>
        <p:cNvGrpSpPr/>
        <p:nvPr/>
      </p:nvGrpSpPr>
      <p:grpSpPr>
        <a:xfrm>
          <a:off x="0" y="0"/>
          <a:ext cx="0" cy="0"/>
          <a:chOff x="0" y="0"/>
          <a:chExt cx="0" cy="0"/>
        </a:xfrm>
      </p:grpSpPr>
      <p:sp>
        <p:nvSpPr>
          <p:cNvPr id="3471" name="Google Shape;3471;p60"/>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0"/>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473" name="Google Shape;3473;p60"/>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0"/>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grpSp>
        <p:nvGrpSpPr>
          <p:cNvPr id="3475" name="Google Shape;3475;p60"/>
          <p:cNvGrpSpPr/>
          <p:nvPr/>
        </p:nvGrpSpPr>
        <p:grpSpPr>
          <a:xfrm>
            <a:off x="4006671" y="859860"/>
            <a:ext cx="380910" cy="339594"/>
            <a:chOff x="855096" y="1504485"/>
            <a:chExt cx="380910" cy="339594"/>
          </a:xfrm>
        </p:grpSpPr>
        <p:sp>
          <p:nvSpPr>
            <p:cNvPr id="3476" name="Google Shape;3476;p60"/>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0"/>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0"/>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0"/>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0"/>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1" name="Google Shape;3481;p60"/>
          <p:cNvSpPr txBox="1"/>
          <p:nvPr/>
        </p:nvSpPr>
        <p:spPr>
          <a:xfrm>
            <a:off x="5086175" y="568475"/>
            <a:ext cx="3587100" cy="2299500"/>
          </a:xfrm>
          <a:prstGeom prst="rect">
            <a:avLst/>
          </a:prstGeom>
          <a:noFill/>
          <a:ln>
            <a:noFill/>
          </a:ln>
        </p:spPr>
        <p:txBody>
          <a:bodyPr anchorCtr="0" anchor="t" bIns="91425" lIns="91425" spcFirstLastPara="1" rIns="91425" wrap="square" tIns="91425">
            <a:noAutofit/>
          </a:bodyPr>
          <a:lstStyle/>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Make actions reversible – be forgiving</a:t>
            </a:r>
            <a:endParaRPr sz="1200">
              <a:latin typeface="Abel"/>
              <a:ea typeface="Abel"/>
              <a:cs typeface="Abel"/>
              <a:sym typeface="Abel"/>
            </a:endParaRPr>
          </a:p>
        </p:txBody>
      </p:sp>
      <p:pic>
        <p:nvPicPr>
          <p:cNvPr id="3482" name="Google Shape;3482;p60"/>
          <p:cNvPicPr preferRelativeResize="0"/>
          <p:nvPr/>
        </p:nvPicPr>
        <p:blipFill>
          <a:blip r:embed="rId3">
            <a:alphaModFix/>
          </a:blip>
          <a:stretch>
            <a:fillRect/>
          </a:stretch>
        </p:blipFill>
        <p:spPr>
          <a:xfrm>
            <a:off x="3308075" y="2648300"/>
            <a:ext cx="3256883" cy="1970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86" name="Shape 3486"/>
        <p:cNvGrpSpPr/>
        <p:nvPr/>
      </p:nvGrpSpPr>
      <p:grpSpPr>
        <a:xfrm>
          <a:off x="0" y="0"/>
          <a:ext cx="0" cy="0"/>
          <a:chOff x="0" y="0"/>
          <a:chExt cx="0" cy="0"/>
        </a:xfrm>
      </p:grpSpPr>
      <p:sp>
        <p:nvSpPr>
          <p:cNvPr id="3487" name="Google Shape;3487;p61"/>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1"/>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489" name="Google Shape;3489;p61"/>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1"/>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grpSp>
        <p:nvGrpSpPr>
          <p:cNvPr id="3491" name="Google Shape;3491;p61"/>
          <p:cNvGrpSpPr/>
          <p:nvPr/>
        </p:nvGrpSpPr>
        <p:grpSpPr>
          <a:xfrm>
            <a:off x="4006671" y="859860"/>
            <a:ext cx="380910" cy="339594"/>
            <a:chOff x="855096" y="1504485"/>
            <a:chExt cx="380910" cy="339594"/>
          </a:xfrm>
        </p:grpSpPr>
        <p:sp>
          <p:nvSpPr>
            <p:cNvPr id="3492" name="Google Shape;3492;p61"/>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1"/>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1"/>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1"/>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1"/>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7" name="Google Shape;3497;p61"/>
          <p:cNvSpPr txBox="1"/>
          <p:nvPr/>
        </p:nvSpPr>
        <p:spPr>
          <a:xfrm>
            <a:off x="5086175" y="568475"/>
            <a:ext cx="3587100" cy="2299500"/>
          </a:xfrm>
          <a:prstGeom prst="rect">
            <a:avLst/>
          </a:prstGeom>
          <a:noFill/>
          <a:ln>
            <a:noFill/>
          </a:ln>
        </p:spPr>
        <p:txBody>
          <a:bodyPr anchorCtr="0" anchor="t" bIns="91425" lIns="91425" spcFirstLastPara="1" rIns="91425" wrap="square" tIns="91425">
            <a:noAutofit/>
          </a:bodyPr>
          <a:lstStyle/>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Make actions reversible – be forgiving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Create an easy-to-navigate interface</a:t>
            </a:r>
            <a:endParaRPr sz="1200">
              <a:latin typeface="Abel"/>
              <a:ea typeface="Abel"/>
              <a:cs typeface="Abel"/>
              <a:sym typeface="Abel"/>
            </a:endParaRPr>
          </a:p>
          <a:p>
            <a:pPr indent="-190500" lvl="1" marL="914400" rtl="0" algn="l">
              <a:lnSpc>
                <a:spcPct val="115000"/>
              </a:lnSpc>
              <a:spcBef>
                <a:spcPts val="0"/>
              </a:spcBef>
              <a:spcAft>
                <a:spcPts val="0"/>
              </a:spcAft>
              <a:buSzPts val="1200"/>
              <a:buFont typeface="Abel"/>
              <a:buChar char="○"/>
            </a:pPr>
            <a:r>
              <a:rPr lang="en" sz="1200">
                <a:latin typeface="Abel"/>
                <a:ea typeface="Abel"/>
                <a:cs typeface="Abel"/>
                <a:sym typeface="Abel"/>
              </a:rPr>
              <a:t>Provide visual cues</a:t>
            </a:r>
            <a:endParaRPr sz="1200">
              <a:latin typeface="Abel"/>
              <a:ea typeface="Abel"/>
              <a:cs typeface="Abel"/>
              <a:sym typeface="Abel"/>
            </a:endParaRPr>
          </a:p>
          <a:p>
            <a:pPr indent="-190500" lvl="1" marL="914400" rtl="0" algn="l">
              <a:lnSpc>
                <a:spcPct val="115000"/>
              </a:lnSpc>
              <a:spcBef>
                <a:spcPts val="0"/>
              </a:spcBef>
              <a:spcAft>
                <a:spcPts val="0"/>
              </a:spcAft>
              <a:buSzPts val="1200"/>
              <a:buFont typeface="Abel"/>
              <a:buChar char="○"/>
            </a:pPr>
            <a:r>
              <a:rPr lang="en" sz="1200">
                <a:latin typeface="Abel"/>
                <a:ea typeface="Abel"/>
                <a:cs typeface="Abel"/>
                <a:sym typeface="Abel"/>
              </a:rPr>
              <a:t>Predictability</a:t>
            </a:r>
            <a:endParaRPr sz="1200">
              <a:latin typeface="Abel"/>
              <a:ea typeface="Abel"/>
              <a:cs typeface="Abel"/>
              <a:sym typeface="Abel"/>
            </a:endParaRPr>
          </a:p>
        </p:txBody>
      </p:sp>
      <p:pic>
        <p:nvPicPr>
          <p:cNvPr id="3498" name="Google Shape;3498;p61"/>
          <p:cNvPicPr preferRelativeResize="0"/>
          <p:nvPr/>
        </p:nvPicPr>
        <p:blipFill>
          <a:blip r:embed="rId3">
            <a:alphaModFix/>
          </a:blip>
          <a:stretch>
            <a:fillRect/>
          </a:stretch>
        </p:blipFill>
        <p:spPr>
          <a:xfrm>
            <a:off x="2836425" y="2362775"/>
            <a:ext cx="4268758" cy="2628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02" name="Shape 3502"/>
        <p:cNvGrpSpPr/>
        <p:nvPr/>
      </p:nvGrpSpPr>
      <p:grpSpPr>
        <a:xfrm>
          <a:off x="0" y="0"/>
          <a:ext cx="0" cy="0"/>
          <a:chOff x="0" y="0"/>
          <a:chExt cx="0" cy="0"/>
        </a:xfrm>
      </p:grpSpPr>
      <p:sp>
        <p:nvSpPr>
          <p:cNvPr id="3503" name="Google Shape;3503;p62"/>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62"/>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505" name="Google Shape;3505;p62"/>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2"/>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grpSp>
        <p:nvGrpSpPr>
          <p:cNvPr id="3507" name="Google Shape;3507;p62"/>
          <p:cNvGrpSpPr/>
          <p:nvPr/>
        </p:nvGrpSpPr>
        <p:grpSpPr>
          <a:xfrm>
            <a:off x="4006671" y="859860"/>
            <a:ext cx="380910" cy="339594"/>
            <a:chOff x="855096" y="1504485"/>
            <a:chExt cx="380910" cy="339594"/>
          </a:xfrm>
        </p:grpSpPr>
        <p:sp>
          <p:nvSpPr>
            <p:cNvPr id="3508" name="Google Shape;3508;p62"/>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2"/>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2"/>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2"/>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2"/>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3" name="Google Shape;3513;p62"/>
          <p:cNvSpPr txBox="1"/>
          <p:nvPr/>
        </p:nvSpPr>
        <p:spPr>
          <a:xfrm>
            <a:off x="5086175" y="568475"/>
            <a:ext cx="3587100" cy="2299500"/>
          </a:xfrm>
          <a:prstGeom prst="rect">
            <a:avLst/>
          </a:prstGeom>
          <a:noFill/>
          <a:ln>
            <a:noFill/>
          </a:ln>
        </p:spPr>
        <p:txBody>
          <a:bodyPr anchorCtr="0" anchor="t" bIns="91425" lIns="91425" spcFirstLastPara="1" rIns="91425" wrap="square" tIns="91425">
            <a:noAutofit/>
          </a:bodyPr>
          <a:lstStyle/>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Make actions reversible – be forgiving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Create an easy-to-navigate interface</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Provide informative feedback </a:t>
            </a:r>
            <a:br>
              <a:rPr lang="en" sz="1200">
                <a:latin typeface="Abel"/>
                <a:ea typeface="Abel"/>
                <a:cs typeface="Abel"/>
                <a:sym typeface="Abel"/>
              </a:rPr>
            </a:br>
            <a:r>
              <a:rPr lang="en" sz="1200">
                <a:latin typeface="Abel"/>
                <a:ea typeface="Abel"/>
                <a:cs typeface="Abel"/>
                <a:sym typeface="Abel"/>
              </a:rPr>
              <a:t>– be acknowledging</a:t>
            </a:r>
            <a:endParaRPr sz="1200">
              <a:latin typeface="Abel"/>
              <a:ea typeface="Abel"/>
              <a:cs typeface="Abel"/>
              <a:sym typeface="Abel"/>
            </a:endParaRPr>
          </a:p>
        </p:txBody>
      </p:sp>
      <p:pic>
        <p:nvPicPr>
          <p:cNvPr id="3514" name="Google Shape;3514;p62"/>
          <p:cNvPicPr preferRelativeResize="0"/>
          <p:nvPr/>
        </p:nvPicPr>
        <p:blipFill>
          <a:blip r:embed="rId3">
            <a:alphaModFix/>
          </a:blip>
          <a:stretch>
            <a:fillRect/>
          </a:stretch>
        </p:blipFill>
        <p:spPr>
          <a:xfrm>
            <a:off x="3308075" y="2677475"/>
            <a:ext cx="2627634" cy="1970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18" name="Shape 3518"/>
        <p:cNvGrpSpPr/>
        <p:nvPr/>
      </p:nvGrpSpPr>
      <p:grpSpPr>
        <a:xfrm>
          <a:off x="0" y="0"/>
          <a:ext cx="0" cy="0"/>
          <a:chOff x="0" y="0"/>
          <a:chExt cx="0" cy="0"/>
        </a:xfrm>
      </p:grpSpPr>
      <p:sp>
        <p:nvSpPr>
          <p:cNvPr id="3519" name="Google Shape;3519;p63"/>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3"/>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521" name="Google Shape;3521;p63"/>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3"/>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grpSp>
        <p:nvGrpSpPr>
          <p:cNvPr id="3523" name="Google Shape;3523;p63"/>
          <p:cNvGrpSpPr/>
          <p:nvPr/>
        </p:nvGrpSpPr>
        <p:grpSpPr>
          <a:xfrm>
            <a:off x="4006671" y="859860"/>
            <a:ext cx="380910" cy="339594"/>
            <a:chOff x="855096" y="1504485"/>
            <a:chExt cx="380910" cy="339594"/>
          </a:xfrm>
        </p:grpSpPr>
        <p:sp>
          <p:nvSpPr>
            <p:cNvPr id="3524" name="Google Shape;3524;p63"/>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3"/>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63"/>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3"/>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3"/>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9" name="Google Shape;3529;p63"/>
          <p:cNvSpPr txBox="1"/>
          <p:nvPr/>
        </p:nvSpPr>
        <p:spPr>
          <a:xfrm>
            <a:off x="5086175" y="568475"/>
            <a:ext cx="3587100" cy="2299500"/>
          </a:xfrm>
          <a:prstGeom prst="rect">
            <a:avLst/>
          </a:prstGeom>
          <a:noFill/>
          <a:ln>
            <a:noFill/>
          </a:ln>
        </p:spPr>
        <p:txBody>
          <a:bodyPr anchorCtr="0" anchor="t" bIns="91425" lIns="91425" spcFirstLastPara="1" rIns="91425" wrap="square" tIns="91425">
            <a:noAutofit/>
          </a:bodyPr>
          <a:lstStyle/>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Make actions reversible – be forgiving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Create an easy-to-navigate interface</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Provide informative feedback </a:t>
            </a:r>
            <a:br>
              <a:rPr lang="en" sz="1200">
                <a:latin typeface="Abel"/>
                <a:ea typeface="Abel"/>
                <a:cs typeface="Abel"/>
                <a:sym typeface="Abel"/>
              </a:rPr>
            </a:br>
            <a:r>
              <a:rPr lang="en" sz="1200">
                <a:latin typeface="Abel"/>
                <a:ea typeface="Abel"/>
                <a:cs typeface="Abel"/>
                <a:sym typeface="Abel"/>
              </a:rPr>
              <a:t>– be acknowledging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Show the visibility of system status</a:t>
            </a:r>
            <a:endParaRPr sz="1200">
              <a:latin typeface="Abel"/>
              <a:ea typeface="Abel"/>
              <a:cs typeface="Abel"/>
              <a:sym typeface="Abel"/>
            </a:endParaRPr>
          </a:p>
        </p:txBody>
      </p:sp>
      <p:pic>
        <p:nvPicPr>
          <p:cNvPr id="3530" name="Google Shape;3530;p63"/>
          <p:cNvPicPr preferRelativeResize="0"/>
          <p:nvPr/>
        </p:nvPicPr>
        <p:blipFill>
          <a:blip r:embed="rId3">
            <a:alphaModFix/>
          </a:blip>
          <a:stretch>
            <a:fillRect/>
          </a:stretch>
        </p:blipFill>
        <p:spPr>
          <a:xfrm>
            <a:off x="3308075" y="2640975"/>
            <a:ext cx="3958476" cy="1577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34" name="Shape 3534"/>
        <p:cNvGrpSpPr/>
        <p:nvPr/>
      </p:nvGrpSpPr>
      <p:grpSpPr>
        <a:xfrm>
          <a:off x="0" y="0"/>
          <a:ext cx="0" cy="0"/>
          <a:chOff x="0" y="0"/>
          <a:chExt cx="0" cy="0"/>
        </a:xfrm>
      </p:grpSpPr>
      <p:sp>
        <p:nvSpPr>
          <p:cNvPr id="3535" name="Google Shape;3535;p64"/>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4"/>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537" name="Google Shape;3537;p64"/>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4"/>
          <p:cNvSpPr txBox="1"/>
          <p:nvPr>
            <p:ph idx="6" type="subTitle"/>
          </p:nvPr>
        </p:nvSpPr>
        <p:spPr>
          <a:xfrm flipH="1">
            <a:off x="3483875"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Place users in control of the interface</a:t>
            </a:r>
            <a:endParaRPr sz="1700"/>
          </a:p>
        </p:txBody>
      </p:sp>
      <p:grpSp>
        <p:nvGrpSpPr>
          <p:cNvPr id="3539" name="Google Shape;3539;p64"/>
          <p:cNvGrpSpPr/>
          <p:nvPr/>
        </p:nvGrpSpPr>
        <p:grpSpPr>
          <a:xfrm>
            <a:off x="4006671" y="859860"/>
            <a:ext cx="380910" cy="339594"/>
            <a:chOff x="855096" y="1504485"/>
            <a:chExt cx="380910" cy="339594"/>
          </a:xfrm>
        </p:grpSpPr>
        <p:sp>
          <p:nvSpPr>
            <p:cNvPr id="3540" name="Google Shape;3540;p64"/>
            <p:cNvSpPr/>
            <p:nvPr/>
          </p:nvSpPr>
          <p:spPr>
            <a:xfrm>
              <a:off x="1092707" y="1504485"/>
              <a:ext cx="107299" cy="136837"/>
            </a:xfrm>
            <a:custGeom>
              <a:rect b="b" l="l" r="r" t="t"/>
              <a:pathLst>
                <a:path extrusionOk="0" h="4299" w="3371">
                  <a:moveTo>
                    <a:pt x="1691" y="357"/>
                  </a:moveTo>
                  <a:cubicBezTo>
                    <a:pt x="2418" y="357"/>
                    <a:pt x="3013" y="953"/>
                    <a:pt x="3013" y="1679"/>
                  </a:cubicBezTo>
                  <a:cubicBezTo>
                    <a:pt x="3013" y="2250"/>
                    <a:pt x="2644" y="2750"/>
                    <a:pt x="2108" y="2929"/>
                  </a:cubicBezTo>
                  <a:lnTo>
                    <a:pt x="2418" y="1726"/>
                  </a:lnTo>
                  <a:cubicBezTo>
                    <a:pt x="2453" y="1643"/>
                    <a:pt x="2394" y="1536"/>
                    <a:pt x="2287" y="1512"/>
                  </a:cubicBezTo>
                  <a:cubicBezTo>
                    <a:pt x="2273" y="1509"/>
                    <a:pt x="2258" y="1507"/>
                    <a:pt x="2244" y="1507"/>
                  </a:cubicBezTo>
                  <a:cubicBezTo>
                    <a:pt x="2162" y="1507"/>
                    <a:pt x="2082" y="1564"/>
                    <a:pt x="2072" y="1655"/>
                  </a:cubicBezTo>
                  <a:lnTo>
                    <a:pt x="2060" y="1715"/>
                  </a:lnTo>
                  <a:lnTo>
                    <a:pt x="1322" y="1715"/>
                  </a:lnTo>
                  <a:lnTo>
                    <a:pt x="1298" y="1655"/>
                  </a:lnTo>
                  <a:cubicBezTo>
                    <a:pt x="1277" y="1568"/>
                    <a:pt x="1195" y="1511"/>
                    <a:pt x="1117" y="1511"/>
                  </a:cubicBezTo>
                  <a:cubicBezTo>
                    <a:pt x="1110" y="1511"/>
                    <a:pt x="1103" y="1511"/>
                    <a:pt x="1096" y="1512"/>
                  </a:cubicBezTo>
                  <a:cubicBezTo>
                    <a:pt x="1001" y="1548"/>
                    <a:pt x="941" y="1631"/>
                    <a:pt x="965" y="1726"/>
                  </a:cubicBezTo>
                  <a:lnTo>
                    <a:pt x="1275" y="2929"/>
                  </a:lnTo>
                  <a:cubicBezTo>
                    <a:pt x="751" y="2750"/>
                    <a:pt x="370" y="2262"/>
                    <a:pt x="370" y="1679"/>
                  </a:cubicBezTo>
                  <a:cubicBezTo>
                    <a:pt x="370" y="953"/>
                    <a:pt x="965" y="357"/>
                    <a:pt x="1691" y="357"/>
                  </a:cubicBezTo>
                  <a:close/>
                  <a:moveTo>
                    <a:pt x="1989" y="2036"/>
                  </a:moveTo>
                  <a:lnTo>
                    <a:pt x="1751" y="3012"/>
                  </a:lnTo>
                  <a:lnTo>
                    <a:pt x="1656" y="3012"/>
                  </a:lnTo>
                  <a:lnTo>
                    <a:pt x="1406" y="2036"/>
                  </a:lnTo>
                  <a:close/>
                  <a:moveTo>
                    <a:pt x="2072" y="3310"/>
                  </a:moveTo>
                  <a:lnTo>
                    <a:pt x="2072" y="3739"/>
                  </a:lnTo>
                  <a:lnTo>
                    <a:pt x="1322" y="3751"/>
                  </a:lnTo>
                  <a:cubicBezTo>
                    <a:pt x="1322" y="3751"/>
                    <a:pt x="1298" y="3751"/>
                    <a:pt x="1298" y="3739"/>
                  </a:cubicBezTo>
                  <a:lnTo>
                    <a:pt x="1298" y="3310"/>
                  </a:lnTo>
                  <a:cubicBezTo>
                    <a:pt x="1417" y="3334"/>
                    <a:pt x="1560" y="3346"/>
                    <a:pt x="1691" y="3346"/>
                  </a:cubicBezTo>
                  <a:cubicBezTo>
                    <a:pt x="1822" y="3346"/>
                    <a:pt x="1953" y="3334"/>
                    <a:pt x="2072" y="3310"/>
                  </a:cubicBezTo>
                  <a:close/>
                  <a:moveTo>
                    <a:pt x="1691" y="0"/>
                  </a:moveTo>
                  <a:cubicBezTo>
                    <a:pt x="763" y="0"/>
                    <a:pt x="1" y="750"/>
                    <a:pt x="1" y="1679"/>
                  </a:cubicBezTo>
                  <a:cubicBezTo>
                    <a:pt x="1" y="2334"/>
                    <a:pt x="394" y="2917"/>
                    <a:pt x="941" y="3191"/>
                  </a:cubicBezTo>
                  <a:lnTo>
                    <a:pt x="941" y="3751"/>
                  </a:lnTo>
                  <a:cubicBezTo>
                    <a:pt x="941" y="3941"/>
                    <a:pt x="1108" y="4108"/>
                    <a:pt x="1298" y="4108"/>
                  </a:cubicBezTo>
                  <a:lnTo>
                    <a:pt x="1501" y="4108"/>
                  </a:lnTo>
                  <a:lnTo>
                    <a:pt x="1501" y="4120"/>
                  </a:lnTo>
                  <a:cubicBezTo>
                    <a:pt x="1501" y="4227"/>
                    <a:pt x="1572" y="4298"/>
                    <a:pt x="1679" y="4298"/>
                  </a:cubicBezTo>
                  <a:cubicBezTo>
                    <a:pt x="1775" y="4298"/>
                    <a:pt x="1858" y="4227"/>
                    <a:pt x="1858" y="4120"/>
                  </a:cubicBezTo>
                  <a:lnTo>
                    <a:pt x="1858" y="4108"/>
                  </a:lnTo>
                  <a:lnTo>
                    <a:pt x="2048" y="4108"/>
                  </a:lnTo>
                  <a:cubicBezTo>
                    <a:pt x="2239" y="4108"/>
                    <a:pt x="2406" y="3941"/>
                    <a:pt x="2406" y="3751"/>
                  </a:cubicBezTo>
                  <a:lnTo>
                    <a:pt x="2406" y="3191"/>
                  </a:lnTo>
                  <a:cubicBezTo>
                    <a:pt x="2953" y="2917"/>
                    <a:pt x="3346" y="2334"/>
                    <a:pt x="3346" y="1679"/>
                  </a:cubicBezTo>
                  <a:cubicBezTo>
                    <a:pt x="3370" y="750"/>
                    <a:pt x="2608" y="0"/>
                    <a:pt x="1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4"/>
            <p:cNvSpPr/>
            <p:nvPr/>
          </p:nvSpPr>
          <p:spPr>
            <a:xfrm>
              <a:off x="855096" y="1521896"/>
              <a:ext cx="214152" cy="322183"/>
            </a:xfrm>
            <a:custGeom>
              <a:rect b="b" l="l" r="r" t="t"/>
              <a:pathLst>
                <a:path extrusionOk="0" h="10122" w="6728">
                  <a:moveTo>
                    <a:pt x="3346" y="358"/>
                  </a:moveTo>
                  <a:cubicBezTo>
                    <a:pt x="3870" y="358"/>
                    <a:pt x="4299" y="703"/>
                    <a:pt x="4299" y="1120"/>
                  </a:cubicBezTo>
                  <a:cubicBezTo>
                    <a:pt x="4001" y="1001"/>
                    <a:pt x="3691" y="941"/>
                    <a:pt x="3346" y="941"/>
                  </a:cubicBezTo>
                  <a:cubicBezTo>
                    <a:pt x="3001" y="941"/>
                    <a:pt x="2691" y="1001"/>
                    <a:pt x="2394" y="1120"/>
                  </a:cubicBezTo>
                  <a:cubicBezTo>
                    <a:pt x="2394" y="703"/>
                    <a:pt x="2810" y="358"/>
                    <a:pt x="3346" y="358"/>
                  </a:cubicBezTo>
                  <a:close/>
                  <a:moveTo>
                    <a:pt x="3370" y="1299"/>
                  </a:moveTo>
                  <a:cubicBezTo>
                    <a:pt x="4620" y="1299"/>
                    <a:pt x="5620" y="2311"/>
                    <a:pt x="5620" y="3561"/>
                  </a:cubicBezTo>
                  <a:cubicBezTo>
                    <a:pt x="5620" y="3882"/>
                    <a:pt x="5549" y="4216"/>
                    <a:pt x="5418" y="4513"/>
                  </a:cubicBezTo>
                  <a:lnTo>
                    <a:pt x="5418" y="4347"/>
                  </a:lnTo>
                  <a:cubicBezTo>
                    <a:pt x="5418" y="4144"/>
                    <a:pt x="5322" y="3930"/>
                    <a:pt x="5168" y="3799"/>
                  </a:cubicBezTo>
                  <a:cubicBezTo>
                    <a:pt x="4811" y="3489"/>
                    <a:pt x="4025" y="2953"/>
                    <a:pt x="2632" y="2811"/>
                  </a:cubicBezTo>
                  <a:cubicBezTo>
                    <a:pt x="2626" y="2810"/>
                    <a:pt x="2619" y="2809"/>
                    <a:pt x="2613" y="2809"/>
                  </a:cubicBezTo>
                  <a:cubicBezTo>
                    <a:pt x="2535" y="2809"/>
                    <a:pt x="2452" y="2878"/>
                    <a:pt x="2441" y="2977"/>
                  </a:cubicBezTo>
                  <a:cubicBezTo>
                    <a:pt x="2429" y="3073"/>
                    <a:pt x="2501" y="3156"/>
                    <a:pt x="2608" y="3168"/>
                  </a:cubicBezTo>
                  <a:cubicBezTo>
                    <a:pt x="3882" y="3311"/>
                    <a:pt x="4632" y="3787"/>
                    <a:pt x="4941" y="4061"/>
                  </a:cubicBezTo>
                  <a:cubicBezTo>
                    <a:pt x="5013" y="4144"/>
                    <a:pt x="5072" y="4239"/>
                    <a:pt x="5072" y="4347"/>
                  </a:cubicBezTo>
                  <a:lnTo>
                    <a:pt x="5072" y="4680"/>
                  </a:lnTo>
                  <a:cubicBezTo>
                    <a:pt x="5072" y="5609"/>
                    <a:pt x="4310" y="6371"/>
                    <a:pt x="3382" y="6371"/>
                  </a:cubicBezTo>
                  <a:cubicBezTo>
                    <a:pt x="3374" y="6371"/>
                    <a:pt x="3367" y="6371"/>
                    <a:pt x="3359" y="6371"/>
                  </a:cubicBezTo>
                  <a:cubicBezTo>
                    <a:pt x="2405" y="6371"/>
                    <a:pt x="1643" y="5625"/>
                    <a:pt x="1643" y="4692"/>
                  </a:cubicBezTo>
                  <a:lnTo>
                    <a:pt x="1643" y="4549"/>
                  </a:lnTo>
                  <a:cubicBezTo>
                    <a:pt x="1643" y="4466"/>
                    <a:pt x="1679" y="4406"/>
                    <a:pt x="1739" y="4382"/>
                  </a:cubicBezTo>
                  <a:cubicBezTo>
                    <a:pt x="1965" y="4263"/>
                    <a:pt x="2251" y="4025"/>
                    <a:pt x="2382" y="3620"/>
                  </a:cubicBezTo>
                  <a:cubicBezTo>
                    <a:pt x="2405" y="3525"/>
                    <a:pt x="2370" y="3430"/>
                    <a:pt x="2274" y="3394"/>
                  </a:cubicBezTo>
                  <a:cubicBezTo>
                    <a:pt x="2258" y="3389"/>
                    <a:pt x="2240" y="3387"/>
                    <a:pt x="2222" y="3387"/>
                  </a:cubicBezTo>
                  <a:cubicBezTo>
                    <a:pt x="2152" y="3387"/>
                    <a:pt x="2079" y="3425"/>
                    <a:pt x="2060" y="3501"/>
                  </a:cubicBezTo>
                  <a:cubicBezTo>
                    <a:pt x="1953" y="3799"/>
                    <a:pt x="1739" y="3966"/>
                    <a:pt x="1584" y="4061"/>
                  </a:cubicBezTo>
                  <a:cubicBezTo>
                    <a:pt x="1417" y="4156"/>
                    <a:pt x="1310" y="4335"/>
                    <a:pt x="1310" y="4513"/>
                  </a:cubicBezTo>
                  <a:cubicBezTo>
                    <a:pt x="1179" y="4216"/>
                    <a:pt x="1108" y="3882"/>
                    <a:pt x="1108" y="3561"/>
                  </a:cubicBezTo>
                  <a:cubicBezTo>
                    <a:pt x="1108" y="2311"/>
                    <a:pt x="2120" y="1299"/>
                    <a:pt x="3370" y="1299"/>
                  </a:cubicBezTo>
                  <a:close/>
                  <a:moveTo>
                    <a:pt x="4108" y="6585"/>
                  </a:moveTo>
                  <a:lnTo>
                    <a:pt x="4108" y="7002"/>
                  </a:lnTo>
                  <a:cubicBezTo>
                    <a:pt x="4108" y="7228"/>
                    <a:pt x="4239" y="7418"/>
                    <a:pt x="4430" y="7502"/>
                  </a:cubicBezTo>
                  <a:lnTo>
                    <a:pt x="4691" y="7621"/>
                  </a:lnTo>
                  <a:cubicBezTo>
                    <a:pt x="4441" y="8133"/>
                    <a:pt x="3918" y="8442"/>
                    <a:pt x="3346" y="8442"/>
                  </a:cubicBezTo>
                  <a:cubicBezTo>
                    <a:pt x="2786" y="8442"/>
                    <a:pt x="2263" y="8133"/>
                    <a:pt x="2013" y="7621"/>
                  </a:cubicBezTo>
                  <a:lnTo>
                    <a:pt x="2263" y="7502"/>
                  </a:lnTo>
                  <a:cubicBezTo>
                    <a:pt x="2453" y="7418"/>
                    <a:pt x="2584" y="7228"/>
                    <a:pt x="2584" y="7002"/>
                  </a:cubicBezTo>
                  <a:lnTo>
                    <a:pt x="2584" y="6585"/>
                  </a:lnTo>
                  <a:cubicBezTo>
                    <a:pt x="2822" y="6668"/>
                    <a:pt x="3084" y="6728"/>
                    <a:pt x="3346" y="6728"/>
                  </a:cubicBezTo>
                  <a:cubicBezTo>
                    <a:pt x="3620" y="6728"/>
                    <a:pt x="3870" y="6668"/>
                    <a:pt x="4108" y="6585"/>
                  </a:cubicBezTo>
                  <a:close/>
                  <a:moveTo>
                    <a:pt x="3346" y="1"/>
                  </a:moveTo>
                  <a:cubicBezTo>
                    <a:pt x="2632" y="1"/>
                    <a:pt x="2060" y="513"/>
                    <a:pt x="2060" y="1120"/>
                  </a:cubicBezTo>
                  <a:cubicBezTo>
                    <a:pt x="2060" y="1179"/>
                    <a:pt x="2060" y="1227"/>
                    <a:pt x="2072" y="1287"/>
                  </a:cubicBezTo>
                  <a:cubicBezTo>
                    <a:pt x="1286" y="1727"/>
                    <a:pt x="750" y="2572"/>
                    <a:pt x="750" y="3561"/>
                  </a:cubicBezTo>
                  <a:cubicBezTo>
                    <a:pt x="750" y="4204"/>
                    <a:pt x="989" y="4811"/>
                    <a:pt x="1405" y="5287"/>
                  </a:cubicBezTo>
                  <a:cubicBezTo>
                    <a:pt x="1548" y="5751"/>
                    <a:pt x="1846" y="6156"/>
                    <a:pt x="2251" y="6406"/>
                  </a:cubicBezTo>
                  <a:lnTo>
                    <a:pt x="2251" y="7014"/>
                  </a:lnTo>
                  <a:cubicBezTo>
                    <a:pt x="2251" y="7085"/>
                    <a:pt x="2203" y="7168"/>
                    <a:pt x="2132" y="7192"/>
                  </a:cubicBezTo>
                  <a:lnTo>
                    <a:pt x="548" y="7895"/>
                  </a:lnTo>
                  <a:cubicBezTo>
                    <a:pt x="203" y="8037"/>
                    <a:pt x="0" y="8371"/>
                    <a:pt x="0" y="8740"/>
                  </a:cubicBezTo>
                  <a:lnTo>
                    <a:pt x="0" y="9942"/>
                  </a:lnTo>
                  <a:cubicBezTo>
                    <a:pt x="0" y="10050"/>
                    <a:pt x="72" y="10121"/>
                    <a:pt x="179" y="10121"/>
                  </a:cubicBezTo>
                  <a:cubicBezTo>
                    <a:pt x="286" y="10121"/>
                    <a:pt x="358" y="10050"/>
                    <a:pt x="358" y="9942"/>
                  </a:cubicBezTo>
                  <a:lnTo>
                    <a:pt x="358" y="8740"/>
                  </a:lnTo>
                  <a:cubicBezTo>
                    <a:pt x="358" y="8514"/>
                    <a:pt x="489" y="8311"/>
                    <a:pt x="703" y="8216"/>
                  </a:cubicBezTo>
                  <a:lnTo>
                    <a:pt x="1691" y="7776"/>
                  </a:lnTo>
                  <a:cubicBezTo>
                    <a:pt x="2013" y="8395"/>
                    <a:pt x="2644" y="8799"/>
                    <a:pt x="3358" y="8799"/>
                  </a:cubicBezTo>
                  <a:cubicBezTo>
                    <a:pt x="4072" y="8799"/>
                    <a:pt x="4715" y="8395"/>
                    <a:pt x="5025" y="7776"/>
                  </a:cubicBezTo>
                  <a:lnTo>
                    <a:pt x="6025" y="8216"/>
                  </a:lnTo>
                  <a:cubicBezTo>
                    <a:pt x="6239" y="8311"/>
                    <a:pt x="6370" y="8514"/>
                    <a:pt x="6370" y="8740"/>
                  </a:cubicBezTo>
                  <a:lnTo>
                    <a:pt x="6370" y="9942"/>
                  </a:lnTo>
                  <a:cubicBezTo>
                    <a:pt x="6370" y="10050"/>
                    <a:pt x="6442" y="10121"/>
                    <a:pt x="6549" y="10121"/>
                  </a:cubicBezTo>
                  <a:cubicBezTo>
                    <a:pt x="6656" y="10121"/>
                    <a:pt x="6727" y="10050"/>
                    <a:pt x="6727" y="9942"/>
                  </a:cubicBezTo>
                  <a:lnTo>
                    <a:pt x="6727" y="8740"/>
                  </a:lnTo>
                  <a:cubicBezTo>
                    <a:pt x="6704" y="8371"/>
                    <a:pt x="6489" y="8037"/>
                    <a:pt x="6144" y="7895"/>
                  </a:cubicBezTo>
                  <a:lnTo>
                    <a:pt x="4572" y="7192"/>
                  </a:lnTo>
                  <a:cubicBezTo>
                    <a:pt x="4501" y="7168"/>
                    <a:pt x="4453" y="7085"/>
                    <a:pt x="4453" y="7014"/>
                  </a:cubicBezTo>
                  <a:lnTo>
                    <a:pt x="4453" y="6406"/>
                  </a:lnTo>
                  <a:cubicBezTo>
                    <a:pt x="4858" y="6156"/>
                    <a:pt x="5156" y="5751"/>
                    <a:pt x="5299" y="5287"/>
                  </a:cubicBezTo>
                  <a:cubicBezTo>
                    <a:pt x="5715" y="4811"/>
                    <a:pt x="5954" y="4204"/>
                    <a:pt x="5954" y="3561"/>
                  </a:cubicBezTo>
                  <a:cubicBezTo>
                    <a:pt x="5954" y="2596"/>
                    <a:pt x="5418" y="1727"/>
                    <a:pt x="4632" y="1287"/>
                  </a:cubicBezTo>
                  <a:cubicBezTo>
                    <a:pt x="4644" y="1227"/>
                    <a:pt x="4644" y="1179"/>
                    <a:pt x="4644" y="1120"/>
                  </a:cubicBezTo>
                  <a:cubicBezTo>
                    <a:pt x="4644" y="513"/>
                    <a:pt x="4060" y="1"/>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4"/>
            <p:cNvSpPr/>
            <p:nvPr/>
          </p:nvSpPr>
          <p:spPr>
            <a:xfrm>
              <a:off x="896411" y="1808780"/>
              <a:ext cx="11395" cy="34918"/>
            </a:xfrm>
            <a:custGeom>
              <a:rect b="b" l="l" r="r" t="t"/>
              <a:pathLst>
                <a:path extrusionOk="0" h="1097" w="358">
                  <a:moveTo>
                    <a:pt x="179" y="1"/>
                  </a:moveTo>
                  <a:cubicBezTo>
                    <a:pt x="72" y="1"/>
                    <a:pt x="0" y="72"/>
                    <a:pt x="0" y="179"/>
                  </a:cubicBezTo>
                  <a:lnTo>
                    <a:pt x="0" y="918"/>
                  </a:lnTo>
                  <a:cubicBezTo>
                    <a:pt x="0" y="1025"/>
                    <a:pt x="72" y="1096"/>
                    <a:pt x="179" y="1096"/>
                  </a:cubicBezTo>
                  <a:cubicBezTo>
                    <a:pt x="286" y="1096"/>
                    <a:pt x="357" y="1025"/>
                    <a:pt x="357" y="918"/>
                  </a:cubicBezTo>
                  <a:lnTo>
                    <a:pt x="357" y="179"/>
                  </a:lnTo>
                  <a:cubicBezTo>
                    <a:pt x="345" y="84"/>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4"/>
            <p:cNvSpPr/>
            <p:nvPr/>
          </p:nvSpPr>
          <p:spPr>
            <a:xfrm>
              <a:off x="1015391" y="1808780"/>
              <a:ext cx="11395" cy="34918"/>
            </a:xfrm>
            <a:custGeom>
              <a:rect b="b" l="l" r="r" t="t"/>
              <a:pathLst>
                <a:path extrusionOk="0" h="1097" w="358">
                  <a:moveTo>
                    <a:pt x="179" y="1"/>
                  </a:moveTo>
                  <a:cubicBezTo>
                    <a:pt x="72" y="1"/>
                    <a:pt x="1" y="72"/>
                    <a:pt x="1" y="179"/>
                  </a:cubicBezTo>
                  <a:lnTo>
                    <a:pt x="1" y="918"/>
                  </a:lnTo>
                  <a:cubicBezTo>
                    <a:pt x="1" y="1025"/>
                    <a:pt x="72" y="1096"/>
                    <a:pt x="179" y="1096"/>
                  </a:cubicBezTo>
                  <a:cubicBezTo>
                    <a:pt x="275" y="1096"/>
                    <a:pt x="346" y="1025"/>
                    <a:pt x="346" y="918"/>
                  </a:cubicBezTo>
                  <a:lnTo>
                    <a:pt x="346" y="179"/>
                  </a:lnTo>
                  <a:cubicBezTo>
                    <a:pt x="358" y="84"/>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4"/>
            <p:cNvSpPr/>
            <p:nvPr/>
          </p:nvSpPr>
          <p:spPr>
            <a:xfrm>
              <a:off x="1057471" y="1522660"/>
              <a:ext cx="178534" cy="186110"/>
            </a:xfrm>
            <a:custGeom>
              <a:rect b="b" l="l" r="r" t="t"/>
              <a:pathLst>
                <a:path extrusionOk="0" h="5847" w="5609">
                  <a:moveTo>
                    <a:pt x="739" y="1"/>
                  </a:moveTo>
                  <a:cubicBezTo>
                    <a:pt x="346" y="1"/>
                    <a:pt x="0" y="322"/>
                    <a:pt x="0" y="739"/>
                  </a:cubicBezTo>
                  <a:lnTo>
                    <a:pt x="0" y="3751"/>
                  </a:lnTo>
                  <a:cubicBezTo>
                    <a:pt x="0" y="4144"/>
                    <a:pt x="322" y="4489"/>
                    <a:pt x="739" y="4489"/>
                  </a:cubicBezTo>
                  <a:lnTo>
                    <a:pt x="1084" y="4489"/>
                  </a:lnTo>
                  <a:lnTo>
                    <a:pt x="834" y="5513"/>
                  </a:lnTo>
                  <a:cubicBezTo>
                    <a:pt x="798" y="5620"/>
                    <a:pt x="846" y="5739"/>
                    <a:pt x="941" y="5799"/>
                  </a:cubicBezTo>
                  <a:cubicBezTo>
                    <a:pt x="977" y="5823"/>
                    <a:pt x="1036" y="5847"/>
                    <a:pt x="1084" y="5847"/>
                  </a:cubicBezTo>
                  <a:cubicBezTo>
                    <a:pt x="1143" y="5847"/>
                    <a:pt x="1191" y="5823"/>
                    <a:pt x="1250" y="5799"/>
                  </a:cubicBezTo>
                  <a:lnTo>
                    <a:pt x="3048" y="4489"/>
                  </a:lnTo>
                  <a:lnTo>
                    <a:pt x="4870" y="4489"/>
                  </a:lnTo>
                  <a:cubicBezTo>
                    <a:pt x="5263" y="4489"/>
                    <a:pt x="5608" y="4156"/>
                    <a:pt x="5608" y="3739"/>
                  </a:cubicBezTo>
                  <a:lnTo>
                    <a:pt x="5608" y="739"/>
                  </a:lnTo>
                  <a:cubicBezTo>
                    <a:pt x="5596" y="322"/>
                    <a:pt x="5263" y="1"/>
                    <a:pt x="4870" y="1"/>
                  </a:cubicBezTo>
                  <a:cubicBezTo>
                    <a:pt x="4763" y="1"/>
                    <a:pt x="4691" y="72"/>
                    <a:pt x="4691" y="179"/>
                  </a:cubicBezTo>
                  <a:cubicBezTo>
                    <a:pt x="4691" y="274"/>
                    <a:pt x="4763" y="346"/>
                    <a:pt x="4870" y="346"/>
                  </a:cubicBezTo>
                  <a:cubicBezTo>
                    <a:pt x="5072" y="346"/>
                    <a:pt x="5251" y="524"/>
                    <a:pt x="5251" y="739"/>
                  </a:cubicBezTo>
                  <a:lnTo>
                    <a:pt x="5251" y="3739"/>
                  </a:lnTo>
                  <a:cubicBezTo>
                    <a:pt x="5251" y="3953"/>
                    <a:pt x="5072" y="4132"/>
                    <a:pt x="4870" y="4132"/>
                  </a:cubicBezTo>
                  <a:lnTo>
                    <a:pt x="2989" y="4132"/>
                  </a:lnTo>
                  <a:cubicBezTo>
                    <a:pt x="2965" y="4132"/>
                    <a:pt x="2917" y="4144"/>
                    <a:pt x="2882" y="4156"/>
                  </a:cubicBezTo>
                  <a:lnTo>
                    <a:pt x="1215" y="5382"/>
                  </a:lnTo>
                  <a:lnTo>
                    <a:pt x="1477" y="4358"/>
                  </a:lnTo>
                  <a:cubicBezTo>
                    <a:pt x="1489" y="4299"/>
                    <a:pt x="1477" y="4251"/>
                    <a:pt x="1441" y="4203"/>
                  </a:cubicBezTo>
                  <a:cubicBezTo>
                    <a:pt x="1417" y="4156"/>
                    <a:pt x="1358" y="4132"/>
                    <a:pt x="1310" y="4132"/>
                  </a:cubicBezTo>
                  <a:lnTo>
                    <a:pt x="739" y="4132"/>
                  </a:lnTo>
                  <a:cubicBezTo>
                    <a:pt x="536" y="4132"/>
                    <a:pt x="358" y="3953"/>
                    <a:pt x="358" y="3739"/>
                  </a:cubicBezTo>
                  <a:lnTo>
                    <a:pt x="358" y="739"/>
                  </a:lnTo>
                  <a:cubicBezTo>
                    <a:pt x="358" y="524"/>
                    <a:pt x="536" y="346"/>
                    <a:pt x="739" y="346"/>
                  </a:cubicBezTo>
                  <a:cubicBezTo>
                    <a:pt x="846" y="346"/>
                    <a:pt x="917" y="274"/>
                    <a:pt x="917" y="179"/>
                  </a:cubicBezTo>
                  <a:cubicBezTo>
                    <a:pt x="917" y="72"/>
                    <a:pt x="846" y="1"/>
                    <a:pt x="7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5" name="Google Shape;3545;p64"/>
          <p:cNvSpPr txBox="1"/>
          <p:nvPr/>
        </p:nvSpPr>
        <p:spPr>
          <a:xfrm>
            <a:off x="5086175" y="568475"/>
            <a:ext cx="3587100" cy="2299500"/>
          </a:xfrm>
          <a:prstGeom prst="rect">
            <a:avLst/>
          </a:prstGeom>
          <a:noFill/>
          <a:ln>
            <a:noFill/>
          </a:ln>
        </p:spPr>
        <p:txBody>
          <a:bodyPr anchorCtr="0" anchor="t" bIns="91425" lIns="91425" spcFirstLastPara="1" rIns="91425" wrap="square" tIns="91425">
            <a:noAutofit/>
          </a:bodyPr>
          <a:lstStyle/>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Make actions reversible – be forgiving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Create an easy-to-navigate interface</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Provide informative feedback </a:t>
            </a:r>
            <a:br>
              <a:rPr lang="en" sz="1200">
                <a:latin typeface="Abel"/>
                <a:ea typeface="Abel"/>
                <a:cs typeface="Abel"/>
                <a:sym typeface="Abel"/>
              </a:rPr>
            </a:br>
            <a:r>
              <a:rPr lang="en" sz="1200">
                <a:latin typeface="Abel"/>
                <a:ea typeface="Abel"/>
                <a:cs typeface="Abel"/>
                <a:sym typeface="Abel"/>
              </a:rPr>
              <a:t>– be acknowledging</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Show the visibility of system status</a:t>
            </a:r>
            <a:endParaRPr sz="1200">
              <a:latin typeface="Abel"/>
              <a:ea typeface="Abel"/>
              <a:cs typeface="Abel"/>
              <a:sym typeface="Abel"/>
            </a:endParaRPr>
          </a:p>
          <a:p>
            <a:pPr indent="-190500" lvl="0" marL="342900" rtl="0" algn="l">
              <a:lnSpc>
                <a:spcPct val="115000"/>
              </a:lnSpc>
              <a:spcBef>
                <a:spcPts val="0"/>
              </a:spcBef>
              <a:spcAft>
                <a:spcPts val="0"/>
              </a:spcAft>
              <a:buSzPts val="1200"/>
              <a:buFont typeface="Abel"/>
              <a:buChar char="●"/>
            </a:pPr>
            <a:r>
              <a:rPr lang="en" sz="1200">
                <a:latin typeface="Abel"/>
                <a:ea typeface="Abel"/>
                <a:cs typeface="Abel"/>
                <a:sym typeface="Abel"/>
              </a:rPr>
              <a:t>Accommodate users with different skill levels</a:t>
            </a:r>
            <a:endParaRPr sz="1200">
              <a:latin typeface="Abel"/>
              <a:ea typeface="Abel"/>
              <a:cs typeface="Abel"/>
              <a:sym typeface="Abel"/>
            </a:endParaRPr>
          </a:p>
        </p:txBody>
      </p:sp>
      <p:pic>
        <p:nvPicPr>
          <p:cNvPr id="3546" name="Google Shape;3546;p64"/>
          <p:cNvPicPr preferRelativeResize="0"/>
          <p:nvPr/>
        </p:nvPicPr>
        <p:blipFill>
          <a:blip r:embed="rId3">
            <a:alphaModFix/>
          </a:blip>
          <a:stretch>
            <a:fillRect/>
          </a:stretch>
        </p:blipFill>
        <p:spPr>
          <a:xfrm>
            <a:off x="2997750" y="2602700"/>
            <a:ext cx="2249750" cy="23749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50" name="Shape 3550"/>
        <p:cNvGrpSpPr/>
        <p:nvPr/>
      </p:nvGrpSpPr>
      <p:grpSpPr>
        <a:xfrm>
          <a:off x="0" y="0"/>
          <a:ext cx="0" cy="0"/>
          <a:chOff x="0" y="0"/>
          <a:chExt cx="0" cy="0"/>
        </a:xfrm>
      </p:grpSpPr>
      <p:sp>
        <p:nvSpPr>
          <p:cNvPr id="3551" name="Google Shape;3551;p65"/>
          <p:cNvSpPr/>
          <p:nvPr/>
        </p:nvSpPr>
        <p:spPr>
          <a:xfrm>
            <a:off x="5524550"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5"/>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553" name="Google Shape;3553;p65"/>
          <p:cNvSpPr/>
          <p:nvPr/>
        </p:nvSpPr>
        <p:spPr>
          <a:xfrm>
            <a:off x="6159650"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5"/>
          <p:cNvSpPr txBox="1"/>
          <p:nvPr>
            <p:ph idx="5" type="subTitle"/>
          </p:nvPr>
        </p:nvSpPr>
        <p:spPr>
          <a:xfrm flipH="1">
            <a:off x="5700350"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it comfortable to interact with a product</a:t>
            </a:r>
            <a:endParaRPr sz="1700"/>
          </a:p>
        </p:txBody>
      </p:sp>
      <p:grpSp>
        <p:nvGrpSpPr>
          <p:cNvPr id="3555" name="Google Shape;3555;p65"/>
          <p:cNvGrpSpPr/>
          <p:nvPr/>
        </p:nvGrpSpPr>
        <p:grpSpPr>
          <a:xfrm>
            <a:off x="6202304" y="874456"/>
            <a:ext cx="422596" cy="310382"/>
            <a:chOff x="2278533" y="2937377"/>
            <a:chExt cx="346788" cy="254704"/>
          </a:xfrm>
        </p:grpSpPr>
        <p:sp>
          <p:nvSpPr>
            <p:cNvPr id="3556" name="Google Shape;3556;p65"/>
            <p:cNvSpPr/>
            <p:nvPr/>
          </p:nvSpPr>
          <p:spPr>
            <a:xfrm>
              <a:off x="2317557" y="2958607"/>
              <a:ext cx="270619" cy="184200"/>
            </a:xfrm>
            <a:custGeom>
              <a:rect b="b" l="l" r="r" t="t"/>
              <a:pathLst>
                <a:path extrusionOk="0" h="5787" w="8502">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5"/>
            <p:cNvSpPr/>
            <p:nvPr/>
          </p:nvSpPr>
          <p:spPr>
            <a:xfrm>
              <a:off x="2278533" y="2937377"/>
              <a:ext cx="346788" cy="254704"/>
            </a:xfrm>
            <a:custGeom>
              <a:rect b="b" l="l" r="r" t="t"/>
              <a:pathLst>
                <a:path extrusionOk="0" h="8002" w="10895">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8" name="Google Shape;3558;p65"/>
          <p:cNvSpPr txBox="1"/>
          <p:nvPr/>
        </p:nvSpPr>
        <p:spPr>
          <a:xfrm>
            <a:off x="5524550" y="2362775"/>
            <a:ext cx="3587100" cy="22995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Eliminate all elements that are not helping your users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Don’t ask users for data they’ve already entered</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Avoid jargon and system-oriented terms</a:t>
            </a:r>
            <a:endParaRPr sz="1200">
              <a:latin typeface="Abel"/>
              <a:ea typeface="Abel"/>
              <a:cs typeface="Abel"/>
              <a:sym typeface="Abel"/>
            </a:endParaRPr>
          </a:p>
        </p:txBody>
      </p:sp>
      <p:pic>
        <p:nvPicPr>
          <p:cNvPr id="3559" name="Google Shape;3559;p65"/>
          <p:cNvPicPr preferRelativeResize="0"/>
          <p:nvPr/>
        </p:nvPicPr>
        <p:blipFill>
          <a:blip r:embed="rId3">
            <a:alphaModFix/>
          </a:blip>
          <a:stretch>
            <a:fillRect/>
          </a:stretch>
        </p:blipFill>
        <p:spPr>
          <a:xfrm>
            <a:off x="2777721" y="1108125"/>
            <a:ext cx="2594429" cy="27653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63" name="Shape 3563"/>
        <p:cNvGrpSpPr/>
        <p:nvPr/>
      </p:nvGrpSpPr>
      <p:grpSpPr>
        <a:xfrm>
          <a:off x="0" y="0"/>
          <a:ext cx="0" cy="0"/>
          <a:chOff x="0" y="0"/>
          <a:chExt cx="0" cy="0"/>
        </a:xfrm>
      </p:grpSpPr>
      <p:sp>
        <p:nvSpPr>
          <p:cNvPr id="3564" name="Google Shape;3564;p66"/>
          <p:cNvSpPr/>
          <p:nvPr/>
        </p:nvSpPr>
        <p:spPr>
          <a:xfrm>
            <a:off x="5524550"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6"/>
          <p:cNvSpPr/>
          <p:nvPr/>
        </p:nvSpPr>
        <p:spPr>
          <a:xfrm>
            <a:off x="6159650"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6"/>
          <p:cNvSpPr txBox="1"/>
          <p:nvPr>
            <p:ph idx="5" type="subTitle"/>
          </p:nvPr>
        </p:nvSpPr>
        <p:spPr>
          <a:xfrm flipH="1">
            <a:off x="5700350"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it comfortable to interact with a product</a:t>
            </a:r>
            <a:endParaRPr sz="1700"/>
          </a:p>
        </p:txBody>
      </p:sp>
      <p:grpSp>
        <p:nvGrpSpPr>
          <p:cNvPr id="3567" name="Google Shape;3567;p66"/>
          <p:cNvGrpSpPr/>
          <p:nvPr/>
        </p:nvGrpSpPr>
        <p:grpSpPr>
          <a:xfrm>
            <a:off x="6202304" y="874456"/>
            <a:ext cx="422596" cy="310382"/>
            <a:chOff x="2278533" y="2937377"/>
            <a:chExt cx="346788" cy="254704"/>
          </a:xfrm>
        </p:grpSpPr>
        <p:sp>
          <p:nvSpPr>
            <p:cNvPr id="3568" name="Google Shape;3568;p66"/>
            <p:cNvSpPr/>
            <p:nvPr/>
          </p:nvSpPr>
          <p:spPr>
            <a:xfrm>
              <a:off x="2317557" y="2958607"/>
              <a:ext cx="270619" cy="184200"/>
            </a:xfrm>
            <a:custGeom>
              <a:rect b="b" l="l" r="r" t="t"/>
              <a:pathLst>
                <a:path extrusionOk="0" h="5787" w="8502">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6"/>
            <p:cNvSpPr/>
            <p:nvPr/>
          </p:nvSpPr>
          <p:spPr>
            <a:xfrm>
              <a:off x="2278533" y="2937377"/>
              <a:ext cx="346788" cy="254704"/>
            </a:xfrm>
            <a:custGeom>
              <a:rect b="b" l="l" r="r" t="t"/>
              <a:pathLst>
                <a:path extrusionOk="0" h="8002" w="10895">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0" name="Google Shape;3570;p66"/>
          <p:cNvSpPr txBox="1"/>
          <p:nvPr/>
        </p:nvSpPr>
        <p:spPr>
          <a:xfrm>
            <a:off x="5524550" y="2362775"/>
            <a:ext cx="3587100" cy="22995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Eliminate all elements that are not helping your users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Don’t ask users for data they’ve already entered</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Avoid jargon and system-oriented terms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Apply Fitts’s Law to interactive elements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Design accessible interfaces</a:t>
            </a:r>
            <a:endParaRPr sz="1200">
              <a:latin typeface="Abel"/>
              <a:ea typeface="Abel"/>
              <a:cs typeface="Abel"/>
              <a:sym typeface="Abel"/>
            </a:endParaRPr>
          </a:p>
        </p:txBody>
      </p:sp>
      <p:pic>
        <p:nvPicPr>
          <p:cNvPr id="3571" name="Google Shape;3571;p66"/>
          <p:cNvPicPr preferRelativeResize="0"/>
          <p:nvPr/>
        </p:nvPicPr>
        <p:blipFill>
          <a:blip r:embed="rId3">
            <a:alphaModFix/>
          </a:blip>
          <a:stretch>
            <a:fillRect/>
          </a:stretch>
        </p:blipFill>
        <p:spPr>
          <a:xfrm>
            <a:off x="954900" y="1255463"/>
            <a:ext cx="4323662" cy="263257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75" name="Shape 3575"/>
        <p:cNvGrpSpPr/>
        <p:nvPr/>
      </p:nvGrpSpPr>
      <p:grpSpPr>
        <a:xfrm>
          <a:off x="0" y="0"/>
          <a:ext cx="0" cy="0"/>
          <a:chOff x="0" y="0"/>
          <a:chExt cx="0" cy="0"/>
        </a:xfrm>
      </p:grpSpPr>
      <p:sp>
        <p:nvSpPr>
          <p:cNvPr id="3576" name="Google Shape;3576;p67"/>
          <p:cNvSpPr/>
          <p:nvPr/>
        </p:nvSpPr>
        <p:spPr>
          <a:xfrm>
            <a:off x="5524550"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7"/>
          <p:cNvSpPr/>
          <p:nvPr/>
        </p:nvSpPr>
        <p:spPr>
          <a:xfrm>
            <a:off x="6159650"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7"/>
          <p:cNvSpPr txBox="1"/>
          <p:nvPr>
            <p:ph idx="5" type="subTitle"/>
          </p:nvPr>
        </p:nvSpPr>
        <p:spPr>
          <a:xfrm flipH="1">
            <a:off x="5700350" y="1292885"/>
            <a:ext cx="14265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it comfortable to interact with a product</a:t>
            </a:r>
            <a:endParaRPr sz="1700"/>
          </a:p>
        </p:txBody>
      </p:sp>
      <p:grpSp>
        <p:nvGrpSpPr>
          <p:cNvPr id="3579" name="Google Shape;3579;p67"/>
          <p:cNvGrpSpPr/>
          <p:nvPr/>
        </p:nvGrpSpPr>
        <p:grpSpPr>
          <a:xfrm>
            <a:off x="6202304" y="874456"/>
            <a:ext cx="422596" cy="310382"/>
            <a:chOff x="2278533" y="2937377"/>
            <a:chExt cx="346788" cy="254704"/>
          </a:xfrm>
        </p:grpSpPr>
        <p:sp>
          <p:nvSpPr>
            <p:cNvPr id="3580" name="Google Shape;3580;p67"/>
            <p:cNvSpPr/>
            <p:nvPr/>
          </p:nvSpPr>
          <p:spPr>
            <a:xfrm>
              <a:off x="2317557" y="2958607"/>
              <a:ext cx="270619" cy="184200"/>
            </a:xfrm>
            <a:custGeom>
              <a:rect b="b" l="l" r="r" t="t"/>
              <a:pathLst>
                <a:path extrusionOk="0" h="5787" w="8502">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7"/>
            <p:cNvSpPr/>
            <p:nvPr/>
          </p:nvSpPr>
          <p:spPr>
            <a:xfrm>
              <a:off x="2278533" y="2937377"/>
              <a:ext cx="346788" cy="254704"/>
            </a:xfrm>
            <a:custGeom>
              <a:rect b="b" l="l" r="r" t="t"/>
              <a:pathLst>
                <a:path extrusionOk="0" h="8002" w="10895">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2" name="Google Shape;3582;p67"/>
          <p:cNvSpPr txBox="1"/>
          <p:nvPr/>
        </p:nvSpPr>
        <p:spPr>
          <a:xfrm>
            <a:off x="5524550" y="2362775"/>
            <a:ext cx="3587100" cy="22995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Eliminate all elements that are not helping your users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Don’t ask users for data they’ve already entered</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Avoid jargon and system-oriented terms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Apply Fitts’s Law to interactive elements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Design accessible interfaces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Use real-world metaphors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Engineer for errors</a:t>
            </a:r>
            <a:endParaRPr sz="1200">
              <a:latin typeface="Abel"/>
              <a:ea typeface="Abel"/>
              <a:cs typeface="Abel"/>
              <a:sym typeface="Abel"/>
            </a:endParaRPr>
          </a:p>
        </p:txBody>
      </p:sp>
      <p:pic>
        <p:nvPicPr>
          <p:cNvPr id="3583" name="Google Shape;3583;p67"/>
          <p:cNvPicPr preferRelativeResize="0"/>
          <p:nvPr/>
        </p:nvPicPr>
        <p:blipFill>
          <a:blip r:embed="rId3">
            <a:alphaModFix/>
          </a:blip>
          <a:stretch>
            <a:fillRect/>
          </a:stretch>
        </p:blipFill>
        <p:spPr>
          <a:xfrm>
            <a:off x="1406121" y="335175"/>
            <a:ext cx="2594429" cy="447315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87" name="Shape 3587"/>
        <p:cNvGrpSpPr/>
        <p:nvPr/>
      </p:nvGrpSpPr>
      <p:grpSpPr>
        <a:xfrm>
          <a:off x="0" y="0"/>
          <a:ext cx="0" cy="0"/>
          <a:chOff x="0" y="0"/>
          <a:chExt cx="0" cy="0"/>
        </a:xfrm>
      </p:grpSpPr>
      <p:sp>
        <p:nvSpPr>
          <p:cNvPr id="3588" name="Google Shape;3588;p68"/>
          <p:cNvSpPr/>
          <p:nvPr/>
        </p:nvSpPr>
        <p:spPr>
          <a:xfrm>
            <a:off x="3308075"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8"/>
          <p:cNvSpPr txBox="1"/>
          <p:nvPr>
            <p:ph idx="4" type="subTitle"/>
          </p:nvPr>
        </p:nvSpPr>
        <p:spPr>
          <a:xfrm flipH="1">
            <a:off x="3483875" y="3505088"/>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Reduce cognitive load</a:t>
            </a:r>
            <a:endParaRPr sz="1700"/>
          </a:p>
        </p:txBody>
      </p:sp>
      <p:sp>
        <p:nvSpPr>
          <p:cNvPr id="3590" name="Google Shape;3590;p68"/>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591" name="Google Shape;3591;p68"/>
          <p:cNvSpPr/>
          <p:nvPr/>
        </p:nvSpPr>
        <p:spPr>
          <a:xfrm>
            <a:off x="3943175"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2" name="Google Shape;3592;p68"/>
          <p:cNvGrpSpPr/>
          <p:nvPr/>
        </p:nvGrpSpPr>
        <p:grpSpPr>
          <a:xfrm>
            <a:off x="4043035" y="3076323"/>
            <a:ext cx="308183" cy="347561"/>
            <a:chOff x="2206122" y="3360748"/>
            <a:chExt cx="308183" cy="347561"/>
          </a:xfrm>
        </p:grpSpPr>
        <p:sp>
          <p:nvSpPr>
            <p:cNvPr id="3593" name="Google Shape;3593;p68"/>
            <p:cNvSpPr/>
            <p:nvPr/>
          </p:nvSpPr>
          <p:spPr>
            <a:xfrm>
              <a:off x="2206122" y="3543859"/>
              <a:ext cx="199932" cy="164451"/>
            </a:xfrm>
            <a:custGeom>
              <a:rect b="b" l="l" r="r" t="t"/>
              <a:pathLst>
                <a:path extrusionOk="0" h="5191" w="6311">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8"/>
            <p:cNvSpPr/>
            <p:nvPr/>
          </p:nvSpPr>
          <p:spPr>
            <a:xfrm>
              <a:off x="2216291" y="3360748"/>
              <a:ext cx="298014" cy="312872"/>
            </a:xfrm>
            <a:custGeom>
              <a:rect b="b" l="l" r="r" t="t"/>
              <a:pathLst>
                <a:path extrusionOk="0" h="9876" w="9407">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68"/>
            <p:cNvSpPr/>
            <p:nvPr/>
          </p:nvSpPr>
          <p:spPr>
            <a:xfrm>
              <a:off x="2392812" y="3401615"/>
              <a:ext cx="83033" cy="80372"/>
            </a:xfrm>
            <a:custGeom>
              <a:rect b="b" l="l" r="r" t="t"/>
              <a:pathLst>
                <a:path extrusionOk="0" h="2537" w="2621">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68"/>
            <p:cNvSpPr/>
            <p:nvPr/>
          </p:nvSpPr>
          <p:spPr>
            <a:xfrm>
              <a:off x="2229502" y="3535147"/>
              <a:ext cx="201833" cy="94723"/>
            </a:xfrm>
            <a:custGeom>
              <a:rect b="b" l="l" r="r" t="t"/>
              <a:pathLst>
                <a:path extrusionOk="0" h="2990" w="6371">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8"/>
            <p:cNvSpPr/>
            <p:nvPr/>
          </p:nvSpPr>
          <p:spPr>
            <a:xfrm>
              <a:off x="2236281" y="3609215"/>
              <a:ext cx="81893" cy="38364"/>
            </a:xfrm>
            <a:custGeom>
              <a:rect b="b" l="l" r="r" t="t"/>
              <a:pathLst>
                <a:path extrusionOk="0" h="1211" w="2585">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98" name="Google Shape;3598;p68"/>
          <p:cNvPicPr preferRelativeResize="0"/>
          <p:nvPr/>
        </p:nvPicPr>
        <p:blipFill>
          <a:blip r:embed="rId3">
            <a:alphaModFix/>
          </a:blip>
          <a:stretch>
            <a:fillRect/>
          </a:stretch>
        </p:blipFill>
        <p:spPr>
          <a:xfrm>
            <a:off x="2939375" y="356700"/>
            <a:ext cx="3619501" cy="1359900"/>
          </a:xfrm>
          <a:prstGeom prst="rect">
            <a:avLst/>
          </a:prstGeom>
          <a:noFill/>
          <a:ln>
            <a:noFill/>
          </a:ln>
        </p:spPr>
      </p:pic>
      <p:sp>
        <p:nvSpPr>
          <p:cNvPr id="3599" name="Google Shape;3599;p68"/>
          <p:cNvSpPr txBox="1"/>
          <p:nvPr/>
        </p:nvSpPr>
        <p:spPr>
          <a:xfrm>
            <a:off x="5362375" y="2362775"/>
            <a:ext cx="3749400" cy="22995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Chunking for sequences of information or actions</a:t>
            </a:r>
            <a:endParaRPr sz="1200">
              <a:latin typeface="Abel"/>
              <a:ea typeface="Abel"/>
              <a:cs typeface="Abel"/>
              <a:sym typeface="Abe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03" name="Shape 3603"/>
        <p:cNvGrpSpPr/>
        <p:nvPr/>
      </p:nvGrpSpPr>
      <p:grpSpPr>
        <a:xfrm>
          <a:off x="0" y="0"/>
          <a:ext cx="0" cy="0"/>
          <a:chOff x="0" y="0"/>
          <a:chExt cx="0" cy="0"/>
        </a:xfrm>
      </p:grpSpPr>
      <p:sp>
        <p:nvSpPr>
          <p:cNvPr id="3604" name="Google Shape;3604;p69"/>
          <p:cNvSpPr/>
          <p:nvPr/>
        </p:nvSpPr>
        <p:spPr>
          <a:xfrm>
            <a:off x="3308075"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9"/>
          <p:cNvSpPr txBox="1"/>
          <p:nvPr>
            <p:ph idx="4" type="subTitle"/>
          </p:nvPr>
        </p:nvSpPr>
        <p:spPr>
          <a:xfrm flipH="1">
            <a:off x="3483875" y="3505088"/>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Reduce cognitive load</a:t>
            </a:r>
            <a:endParaRPr sz="1700"/>
          </a:p>
        </p:txBody>
      </p:sp>
      <p:sp>
        <p:nvSpPr>
          <p:cNvPr id="3606" name="Google Shape;3606;p69"/>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607" name="Google Shape;3607;p69"/>
          <p:cNvSpPr/>
          <p:nvPr/>
        </p:nvSpPr>
        <p:spPr>
          <a:xfrm>
            <a:off x="3943175"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8" name="Google Shape;3608;p69"/>
          <p:cNvGrpSpPr/>
          <p:nvPr/>
        </p:nvGrpSpPr>
        <p:grpSpPr>
          <a:xfrm>
            <a:off x="4043035" y="3076323"/>
            <a:ext cx="308183" cy="347561"/>
            <a:chOff x="2206122" y="3360748"/>
            <a:chExt cx="308183" cy="347561"/>
          </a:xfrm>
        </p:grpSpPr>
        <p:sp>
          <p:nvSpPr>
            <p:cNvPr id="3609" name="Google Shape;3609;p69"/>
            <p:cNvSpPr/>
            <p:nvPr/>
          </p:nvSpPr>
          <p:spPr>
            <a:xfrm>
              <a:off x="2206122" y="3543859"/>
              <a:ext cx="199932" cy="164451"/>
            </a:xfrm>
            <a:custGeom>
              <a:rect b="b" l="l" r="r" t="t"/>
              <a:pathLst>
                <a:path extrusionOk="0" h="5191" w="6311">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69"/>
            <p:cNvSpPr/>
            <p:nvPr/>
          </p:nvSpPr>
          <p:spPr>
            <a:xfrm>
              <a:off x="2216291" y="3360748"/>
              <a:ext cx="298014" cy="312872"/>
            </a:xfrm>
            <a:custGeom>
              <a:rect b="b" l="l" r="r" t="t"/>
              <a:pathLst>
                <a:path extrusionOk="0" h="9876" w="9407">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69"/>
            <p:cNvSpPr/>
            <p:nvPr/>
          </p:nvSpPr>
          <p:spPr>
            <a:xfrm>
              <a:off x="2392812" y="3401615"/>
              <a:ext cx="83033" cy="80372"/>
            </a:xfrm>
            <a:custGeom>
              <a:rect b="b" l="l" r="r" t="t"/>
              <a:pathLst>
                <a:path extrusionOk="0" h="2537" w="2621">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9"/>
            <p:cNvSpPr/>
            <p:nvPr/>
          </p:nvSpPr>
          <p:spPr>
            <a:xfrm>
              <a:off x="2229502" y="3535147"/>
              <a:ext cx="201833" cy="94723"/>
            </a:xfrm>
            <a:custGeom>
              <a:rect b="b" l="l" r="r" t="t"/>
              <a:pathLst>
                <a:path extrusionOk="0" h="2990" w="6371">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9"/>
            <p:cNvSpPr/>
            <p:nvPr/>
          </p:nvSpPr>
          <p:spPr>
            <a:xfrm>
              <a:off x="2236281" y="3609215"/>
              <a:ext cx="81893" cy="38364"/>
            </a:xfrm>
            <a:custGeom>
              <a:rect b="b" l="l" r="r" t="t"/>
              <a:pathLst>
                <a:path extrusionOk="0" h="1211" w="2585">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4" name="Google Shape;3614;p69"/>
          <p:cNvSpPr txBox="1"/>
          <p:nvPr/>
        </p:nvSpPr>
        <p:spPr>
          <a:xfrm>
            <a:off x="5362375" y="2362775"/>
            <a:ext cx="3749400" cy="22995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Chunking for sequences of information or actions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Reduce the number of actions required to complete a task</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Recognition over recall</a:t>
            </a:r>
            <a:endParaRPr sz="1200">
              <a:latin typeface="Abel"/>
              <a:ea typeface="Abel"/>
              <a:cs typeface="Abel"/>
              <a:sym typeface="Abel"/>
            </a:endParaRPr>
          </a:p>
        </p:txBody>
      </p:sp>
      <p:pic>
        <p:nvPicPr>
          <p:cNvPr id="3615" name="Google Shape;3615;p69"/>
          <p:cNvPicPr preferRelativeResize="0"/>
          <p:nvPr/>
        </p:nvPicPr>
        <p:blipFill>
          <a:blip r:embed="rId3">
            <a:alphaModFix/>
          </a:blip>
          <a:stretch>
            <a:fillRect/>
          </a:stretch>
        </p:blipFill>
        <p:spPr>
          <a:xfrm>
            <a:off x="3078000" y="560950"/>
            <a:ext cx="5110199" cy="1335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19" name="Shape 3619"/>
        <p:cNvGrpSpPr/>
        <p:nvPr/>
      </p:nvGrpSpPr>
      <p:grpSpPr>
        <a:xfrm>
          <a:off x="0" y="0"/>
          <a:ext cx="0" cy="0"/>
          <a:chOff x="0" y="0"/>
          <a:chExt cx="0" cy="0"/>
        </a:xfrm>
      </p:grpSpPr>
      <p:sp>
        <p:nvSpPr>
          <p:cNvPr id="3620" name="Google Shape;3620;p70"/>
          <p:cNvSpPr/>
          <p:nvPr/>
        </p:nvSpPr>
        <p:spPr>
          <a:xfrm>
            <a:off x="3308075"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70"/>
          <p:cNvSpPr txBox="1"/>
          <p:nvPr>
            <p:ph idx="4" type="subTitle"/>
          </p:nvPr>
        </p:nvSpPr>
        <p:spPr>
          <a:xfrm flipH="1">
            <a:off x="3483875" y="3505088"/>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Reduce cognitive load</a:t>
            </a:r>
            <a:endParaRPr sz="1700"/>
          </a:p>
        </p:txBody>
      </p:sp>
      <p:sp>
        <p:nvSpPr>
          <p:cNvPr id="3622" name="Google Shape;3622;p70"/>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sp>
        <p:nvSpPr>
          <p:cNvPr id="3623" name="Google Shape;3623;p70"/>
          <p:cNvSpPr/>
          <p:nvPr/>
        </p:nvSpPr>
        <p:spPr>
          <a:xfrm>
            <a:off x="3943175"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4" name="Google Shape;3624;p70"/>
          <p:cNvGrpSpPr/>
          <p:nvPr/>
        </p:nvGrpSpPr>
        <p:grpSpPr>
          <a:xfrm>
            <a:off x="4043035" y="3076323"/>
            <a:ext cx="308183" cy="347561"/>
            <a:chOff x="2206122" y="3360748"/>
            <a:chExt cx="308183" cy="347561"/>
          </a:xfrm>
        </p:grpSpPr>
        <p:sp>
          <p:nvSpPr>
            <p:cNvPr id="3625" name="Google Shape;3625;p70"/>
            <p:cNvSpPr/>
            <p:nvPr/>
          </p:nvSpPr>
          <p:spPr>
            <a:xfrm>
              <a:off x="2206122" y="3543859"/>
              <a:ext cx="199932" cy="164451"/>
            </a:xfrm>
            <a:custGeom>
              <a:rect b="b" l="l" r="r" t="t"/>
              <a:pathLst>
                <a:path extrusionOk="0" h="5191" w="6311">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70"/>
            <p:cNvSpPr/>
            <p:nvPr/>
          </p:nvSpPr>
          <p:spPr>
            <a:xfrm>
              <a:off x="2216291" y="3360748"/>
              <a:ext cx="298014" cy="312872"/>
            </a:xfrm>
            <a:custGeom>
              <a:rect b="b" l="l" r="r" t="t"/>
              <a:pathLst>
                <a:path extrusionOk="0" h="9876" w="9407">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70"/>
            <p:cNvSpPr/>
            <p:nvPr/>
          </p:nvSpPr>
          <p:spPr>
            <a:xfrm>
              <a:off x="2392812" y="3401615"/>
              <a:ext cx="83033" cy="80372"/>
            </a:xfrm>
            <a:custGeom>
              <a:rect b="b" l="l" r="r" t="t"/>
              <a:pathLst>
                <a:path extrusionOk="0" h="2537" w="2621">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70"/>
            <p:cNvSpPr/>
            <p:nvPr/>
          </p:nvSpPr>
          <p:spPr>
            <a:xfrm>
              <a:off x="2229502" y="3535147"/>
              <a:ext cx="201833" cy="94723"/>
            </a:xfrm>
            <a:custGeom>
              <a:rect b="b" l="l" r="r" t="t"/>
              <a:pathLst>
                <a:path extrusionOk="0" h="2990" w="6371">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70"/>
            <p:cNvSpPr/>
            <p:nvPr/>
          </p:nvSpPr>
          <p:spPr>
            <a:xfrm>
              <a:off x="2236281" y="3609215"/>
              <a:ext cx="81893" cy="38364"/>
            </a:xfrm>
            <a:custGeom>
              <a:rect b="b" l="l" r="r" t="t"/>
              <a:pathLst>
                <a:path extrusionOk="0" h="1211" w="2585">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0" name="Google Shape;3630;p70"/>
          <p:cNvSpPr txBox="1"/>
          <p:nvPr/>
        </p:nvSpPr>
        <p:spPr>
          <a:xfrm>
            <a:off x="5362375" y="817125"/>
            <a:ext cx="3749400" cy="38451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Chunking for sequences of information or actions</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Reduce the number of actions required to complete a task</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Recognition over recall</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Promote visual clarity</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When designing layouts:</a:t>
            </a:r>
            <a:endParaRPr sz="1200">
              <a:latin typeface="Abel"/>
              <a:ea typeface="Abel"/>
              <a:cs typeface="Abel"/>
              <a:sym typeface="Abel"/>
            </a:endParaRPr>
          </a:p>
          <a:p>
            <a:pPr indent="-190500" lvl="1" marL="571500" rtl="0" algn="l">
              <a:lnSpc>
                <a:spcPct val="115000"/>
              </a:lnSpc>
              <a:spcBef>
                <a:spcPts val="0"/>
              </a:spcBef>
              <a:spcAft>
                <a:spcPts val="0"/>
              </a:spcAft>
              <a:buSzPts val="1200"/>
              <a:buFont typeface="Abel"/>
              <a:buChar char="○"/>
            </a:pPr>
            <a:r>
              <a:rPr lang="en" sz="1200">
                <a:latin typeface="Abel"/>
                <a:ea typeface="Abel"/>
                <a:cs typeface="Abel"/>
                <a:sym typeface="Abel"/>
              </a:rPr>
              <a:t>Avoid presenting too much information at one time on the screen. This results in visual clutter.</a:t>
            </a:r>
            <a:endParaRPr sz="1200">
              <a:latin typeface="Abel"/>
              <a:ea typeface="Abel"/>
              <a:cs typeface="Abel"/>
              <a:sym typeface="Abel"/>
            </a:endParaRPr>
          </a:p>
          <a:p>
            <a:pPr indent="-190500" lvl="1" marL="571500" rtl="0" algn="l">
              <a:lnSpc>
                <a:spcPct val="115000"/>
              </a:lnSpc>
              <a:spcBef>
                <a:spcPts val="0"/>
              </a:spcBef>
              <a:spcAft>
                <a:spcPts val="0"/>
              </a:spcAft>
              <a:buSzPts val="1200"/>
              <a:buFont typeface="Abel"/>
              <a:buChar char="○"/>
            </a:pPr>
            <a:r>
              <a:rPr lang="en" sz="1200">
                <a:latin typeface="Abel"/>
                <a:ea typeface="Abel"/>
                <a:cs typeface="Abel"/>
                <a:sym typeface="Abel"/>
              </a:rPr>
              <a:t>Apply the general principles of content organization such as grouping similar items together, numbering items, and using headings and prompt text.</a:t>
            </a:r>
            <a:endParaRPr sz="1200">
              <a:latin typeface="Abel"/>
              <a:ea typeface="Abel"/>
              <a:cs typeface="Abel"/>
              <a:sym typeface="Abe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34" name="Shape 3634"/>
        <p:cNvGrpSpPr/>
        <p:nvPr/>
      </p:nvGrpSpPr>
      <p:grpSpPr>
        <a:xfrm>
          <a:off x="0" y="0"/>
          <a:ext cx="0" cy="0"/>
          <a:chOff x="0" y="0"/>
          <a:chExt cx="0" cy="0"/>
        </a:xfrm>
      </p:grpSpPr>
      <p:sp>
        <p:nvSpPr>
          <p:cNvPr id="3635" name="Google Shape;3635;p71"/>
          <p:cNvSpPr/>
          <p:nvPr/>
        </p:nvSpPr>
        <p:spPr>
          <a:xfrm>
            <a:off x="5524550"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71"/>
          <p:cNvSpPr txBox="1"/>
          <p:nvPr>
            <p:ph idx="3" type="subTitle"/>
          </p:nvPr>
        </p:nvSpPr>
        <p:spPr>
          <a:xfrm flipH="1">
            <a:off x="5700350" y="3498212"/>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user interfaces consistent</a:t>
            </a:r>
            <a:endParaRPr sz="1700"/>
          </a:p>
        </p:txBody>
      </p:sp>
      <p:sp>
        <p:nvSpPr>
          <p:cNvPr id="3637" name="Google Shape;3637;p71"/>
          <p:cNvSpPr/>
          <p:nvPr/>
        </p:nvSpPr>
        <p:spPr>
          <a:xfrm>
            <a:off x="6159650"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71"/>
          <p:cNvSpPr/>
          <p:nvPr/>
        </p:nvSpPr>
        <p:spPr>
          <a:xfrm>
            <a:off x="6236420" y="3065729"/>
            <a:ext cx="354363" cy="354395"/>
          </a:xfrm>
          <a:custGeom>
            <a:rect b="b" l="l" r="r" t="t"/>
            <a:pathLst>
              <a:path extrusionOk="0" h="11134" w="11133">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71"/>
          <p:cNvSpPr txBox="1"/>
          <p:nvPr/>
        </p:nvSpPr>
        <p:spPr>
          <a:xfrm>
            <a:off x="5524550" y="817125"/>
            <a:ext cx="3259500" cy="38451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Visual consistency (style)</a:t>
            </a:r>
            <a:endParaRPr sz="1200">
              <a:latin typeface="Abel"/>
              <a:ea typeface="Abel"/>
              <a:cs typeface="Abel"/>
              <a:sym typeface="Abel"/>
            </a:endParaRPr>
          </a:p>
        </p:txBody>
      </p:sp>
      <p:pic>
        <p:nvPicPr>
          <p:cNvPr id="3640" name="Google Shape;3640;p71"/>
          <p:cNvPicPr preferRelativeResize="0"/>
          <p:nvPr/>
        </p:nvPicPr>
        <p:blipFill>
          <a:blip r:embed="rId3">
            <a:alphaModFix/>
          </a:blip>
          <a:stretch>
            <a:fillRect/>
          </a:stretch>
        </p:blipFill>
        <p:spPr>
          <a:xfrm>
            <a:off x="1961750" y="591200"/>
            <a:ext cx="2072800" cy="778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44" name="Shape 3644"/>
        <p:cNvGrpSpPr/>
        <p:nvPr/>
      </p:nvGrpSpPr>
      <p:grpSpPr>
        <a:xfrm>
          <a:off x="0" y="0"/>
          <a:ext cx="0" cy="0"/>
          <a:chOff x="0" y="0"/>
          <a:chExt cx="0" cy="0"/>
        </a:xfrm>
      </p:grpSpPr>
      <p:sp>
        <p:nvSpPr>
          <p:cNvPr id="3645" name="Google Shape;3645;p72"/>
          <p:cNvSpPr/>
          <p:nvPr/>
        </p:nvSpPr>
        <p:spPr>
          <a:xfrm>
            <a:off x="5524550"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72"/>
          <p:cNvSpPr txBox="1"/>
          <p:nvPr>
            <p:ph idx="3" type="subTitle"/>
          </p:nvPr>
        </p:nvSpPr>
        <p:spPr>
          <a:xfrm flipH="1">
            <a:off x="5700350" y="3498212"/>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user interfaces consistent</a:t>
            </a:r>
            <a:endParaRPr sz="1700"/>
          </a:p>
        </p:txBody>
      </p:sp>
      <p:sp>
        <p:nvSpPr>
          <p:cNvPr id="3647" name="Google Shape;3647;p72"/>
          <p:cNvSpPr/>
          <p:nvPr/>
        </p:nvSpPr>
        <p:spPr>
          <a:xfrm>
            <a:off x="6159650"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72"/>
          <p:cNvSpPr/>
          <p:nvPr/>
        </p:nvSpPr>
        <p:spPr>
          <a:xfrm>
            <a:off x="6236420" y="3065729"/>
            <a:ext cx="354363" cy="354395"/>
          </a:xfrm>
          <a:custGeom>
            <a:rect b="b" l="l" r="r" t="t"/>
            <a:pathLst>
              <a:path extrusionOk="0" h="11134" w="11133">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72"/>
          <p:cNvSpPr txBox="1"/>
          <p:nvPr/>
        </p:nvSpPr>
        <p:spPr>
          <a:xfrm>
            <a:off x="5524550" y="817125"/>
            <a:ext cx="3259500" cy="38451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Visual consistency (style)</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Functional consistency (behavior)</a:t>
            </a:r>
            <a:endParaRPr sz="1200">
              <a:latin typeface="Abel"/>
              <a:ea typeface="Abel"/>
              <a:cs typeface="Abel"/>
              <a:sym typeface="Abel"/>
            </a:endParaRPr>
          </a:p>
        </p:txBody>
      </p:sp>
      <p:pic>
        <p:nvPicPr>
          <p:cNvPr id="3650" name="Google Shape;3650;p72" title="5_1570553795565.mp4">
            <a:hlinkClick r:id="rId3"/>
          </p:cNvPr>
          <p:cNvPicPr preferRelativeResize="0"/>
          <p:nvPr/>
        </p:nvPicPr>
        <p:blipFill>
          <a:blip r:embed="rId4">
            <a:alphaModFix/>
          </a:blip>
          <a:stretch>
            <a:fillRect/>
          </a:stretch>
        </p:blipFill>
        <p:spPr>
          <a:xfrm>
            <a:off x="1648025" y="1563700"/>
            <a:ext cx="2688125" cy="20160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54" name="Shape 3654"/>
        <p:cNvGrpSpPr/>
        <p:nvPr/>
      </p:nvGrpSpPr>
      <p:grpSpPr>
        <a:xfrm>
          <a:off x="0" y="0"/>
          <a:ext cx="0" cy="0"/>
          <a:chOff x="0" y="0"/>
          <a:chExt cx="0" cy="0"/>
        </a:xfrm>
      </p:grpSpPr>
      <p:sp>
        <p:nvSpPr>
          <p:cNvPr id="3655" name="Google Shape;3655;p73"/>
          <p:cNvSpPr/>
          <p:nvPr/>
        </p:nvSpPr>
        <p:spPr>
          <a:xfrm>
            <a:off x="5524550" y="2780700"/>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73"/>
          <p:cNvSpPr txBox="1"/>
          <p:nvPr>
            <p:ph idx="3" type="subTitle"/>
          </p:nvPr>
        </p:nvSpPr>
        <p:spPr>
          <a:xfrm flipH="1">
            <a:off x="5700350" y="3498212"/>
            <a:ext cx="1426500" cy="9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Make user interfaces consistent</a:t>
            </a:r>
            <a:endParaRPr sz="1700"/>
          </a:p>
        </p:txBody>
      </p:sp>
      <p:sp>
        <p:nvSpPr>
          <p:cNvPr id="3657" name="Google Shape;3657;p73"/>
          <p:cNvSpPr/>
          <p:nvPr/>
        </p:nvSpPr>
        <p:spPr>
          <a:xfrm>
            <a:off x="6159650"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73"/>
          <p:cNvSpPr/>
          <p:nvPr/>
        </p:nvSpPr>
        <p:spPr>
          <a:xfrm>
            <a:off x="6236420" y="3065729"/>
            <a:ext cx="354363" cy="354395"/>
          </a:xfrm>
          <a:custGeom>
            <a:rect b="b" l="l" r="r" t="t"/>
            <a:pathLst>
              <a:path extrusionOk="0" h="11134" w="11133">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73"/>
          <p:cNvSpPr txBox="1"/>
          <p:nvPr/>
        </p:nvSpPr>
        <p:spPr>
          <a:xfrm>
            <a:off x="5524550" y="817125"/>
            <a:ext cx="3259500" cy="3845100"/>
          </a:xfrm>
          <a:prstGeom prst="rect">
            <a:avLst/>
          </a:prstGeom>
          <a:noFill/>
          <a:ln>
            <a:noFill/>
          </a:ln>
        </p:spPr>
        <p:txBody>
          <a:bodyPr anchorCtr="0" anchor="t" bIns="91425" lIns="91425" spcFirstLastPara="1" rIns="91425" wrap="square" tIns="91425">
            <a:noAutofit/>
          </a:bodyPr>
          <a:lstStyle/>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Visual consistency (style)</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Functional consistency (behavior)</a:t>
            </a:r>
            <a:endParaRPr sz="1200">
              <a:latin typeface="Abel"/>
              <a:ea typeface="Abel"/>
              <a:cs typeface="Abel"/>
              <a:sym typeface="Abel"/>
            </a:endParaRPr>
          </a:p>
          <a:p>
            <a:pPr indent="-190500" lvl="0" marL="114300" rtl="0" algn="l">
              <a:lnSpc>
                <a:spcPct val="115000"/>
              </a:lnSpc>
              <a:spcBef>
                <a:spcPts val="0"/>
              </a:spcBef>
              <a:spcAft>
                <a:spcPts val="0"/>
              </a:spcAft>
              <a:buSzPts val="1200"/>
              <a:buFont typeface="Abel"/>
              <a:buChar char="●"/>
            </a:pPr>
            <a:r>
              <a:rPr lang="en" sz="1200">
                <a:latin typeface="Abel"/>
                <a:ea typeface="Abel"/>
                <a:cs typeface="Abel"/>
                <a:sym typeface="Abel"/>
              </a:rPr>
              <a:t>Consistent with user expectations</a:t>
            </a:r>
            <a:endParaRPr sz="1200">
              <a:latin typeface="Abel"/>
              <a:ea typeface="Abel"/>
              <a:cs typeface="Abel"/>
              <a:sym typeface="Abel"/>
            </a:endParaRPr>
          </a:p>
          <a:p>
            <a:pPr indent="-190500" lvl="1" marL="571500" rtl="0" algn="l">
              <a:lnSpc>
                <a:spcPct val="115000"/>
              </a:lnSpc>
              <a:spcBef>
                <a:spcPts val="0"/>
              </a:spcBef>
              <a:spcAft>
                <a:spcPts val="0"/>
              </a:spcAft>
              <a:buSzPts val="1200"/>
              <a:buFont typeface="Abel"/>
              <a:buChar char="○"/>
            </a:pPr>
            <a:r>
              <a:rPr lang="en" sz="1200">
                <a:latin typeface="Abel"/>
                <a:ea typeface="Abel"/>
                <a:cs typeface="Abel"/>
                <a:sym typeface="Abel"/>
              </a:rPr>
              <a:t>Follow platform conventions.</a:t>
            </a:r>
            <a:endParaRPr sz="1200">
              <a:latin typeface="Abel"/>
              <a:ea typeface="Abel"/>
              <a:cs typeface="Abel"/>
              <a:sym typeface="Abel"/>
            </a:endParaRPr>
          </a:p>
          <a:p>
            <a:pPr indent="-190500" lvl="1" marL="571500" rtl="0" algn="l">
              <a:lnSpc>
                <a:spcPct val="115000"/>
              </a:lnSpc>
              <a:spcBef>
                <a:spcPts val="0"/>
              </a:spcBef>
              <a:spcAft>
                <a:spcPts val="0"/>
              </a:spcAft>
              <a:buSzPts val="1200"/>
              <a:buFont typeface="Abel"/>
              <a:buChar char="○"/>
            </a:pPr>
            <a:r>
              <a:rPr lang="en" sz="1200">
                <a:latin typeface="Abel"/>
                <a:ea typeface="Abel"/>
                <a:cs typeface="Abel"/>
                <a:sym typeface="Abel"/>
              </a:rPr>
              <a:t>Don’t reinvent patterns.</a:t>
            </a:r>
            <a:endParaRPr sz="1200">
              <a:latin typeface="Abel"/>
              <a:ea typeface="Abel"/>
              <a:cs typeface="Abel"/>
              <a:sym typeface="Abel"/>
            </a:endParaRPr>
          </a:p>
          <a:p>
            <a:pPr indent="-190500" lvl="1" marL="571500" rtl="0" algn="l">
              <a:lnSpc>
                <a:spcPct val="115000"/>
              </a:lnSpc>
              <a:spcBef>
                <a:spcPts val="0"/>
              </a:spcBef>
              <a:spcAft>
                <a:spcPts val="0"/>
              </a:spcAft>
              <a:buSzPts val="1200"/>
              <a:buFont typeface="Abel"/>
              <a:buChar char="○"/>
            </a:pPr>
            <a:r>
              <a:rPr lang="en" sz="1200">
                <a:latin typeface="Abel"/>
                <a:ea typeface="Abel"/>
                <a:cs typeface="Abel"/>
                <a:sym typeface="Abel"/>
              </a:rPr>
              <a:t>Don’t try to reinvent terminology.</a:t>
            </a:r>
            <a:endParaRPr sz="1200">
              <a:latin typeface="Abel"/>
              <a:ea typeface="Abel"/>
              <a:cs typeface="Abel"/>
              <a:sym typeface="Abel"/>
            </a:endParaRPr>
          </a:p>
        </p:txBody>
      </p:sp>
      <p:sp>
        <p:nvSpPr>
          <p:cNvPr id="3660" name="Google Shape;3660;p73"/>
          <p:cNvSpPr txBox="1"/>
          <p:nvPr>
            <p:ph type="ctrTitle"/>
          </p:nvPr>
        </p:nvSpPr>
        <p:spPr>
          <a:xfrm flipH="1">
            <a:off x="973425" y="1951175"/>
            <a:ext cx="1558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PRINCIPLES FOR </a:t>
            </a:r>
            <a:br>
              <a:rPr lang="en" sz="2200"/>
            </a:br>
            <a:r>
              <a:rPr lang="en" sz="2200"/>
              <a:t>UI DESIGN</a:t>
            </a:r>
            <a:endParaRPr sz="2200"/>
          </a:p>
        </p:txBody>
      </p:sp>
      <p:pic>
        <p:nvPicPr>
          <p:cNvPr id="3661" name="Google Shape;3661;p73"/>
          <p:cNvPicPr preferRelativeResize="0"/>
          <p:nvPr/>
        </p:nvPicPr>
        <p:blipFill>
          <a:blip r:embed="rId3">
            <a:alphaModFix/>
          </a:blip>
          <a:stretch>
            <a:fillRect/>
          </a:stretch>
        </p:blipFill>
        <p:spPr>
          <a:xfrm>
            <a:off x="1172600" y="932944"/>
            <a:ext cx="3591212" cy="507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66" name="Shape 3666"/>
        <p:cNvGrpSpPr/>
        <p:nvPr/>
      </p:nvGrpSpPr>
      <p:grpSpPr>
        <a:xfrm>
          <a:off x="0" y="0"/>
          <a:ext cx="0" cy="0"/>
          <a:chOff x="0" y="0"/>
          <a:chExt cx="0" cy="0"/>
        </a:xfrm>
      </p:grpSpPr>
      <p:pic>
        <p:nvPicPr>
          <p:cNvPr id="3667" name="Google Shape;3667;p74"/>
          <p:cNvPicPr preferRelativeResize="0"/>
          <p:nvPr/>
        </p:nvPicPr>
        <p:blipFill>
          <a:blip r:embed="rId4">
            <a:alphaModFix/>
          </a:blip>
          <a:stretch>
            <a:fillRect/>
          </a:stretch>
        </p:blipFill>
        <p:spPr>
          <a:xfrm>
            <a:off x="2102350" y="-38025"/>
            <a:ext cx="6857952" cy="5143500"/>
          </a:xfrm>
          <a:prstGeom prst="rect">
            <a:avLst/>
          </a:prstGeom>
          <a:noFill/>
          <a:ln>
            <a:noFill/>
          </a:ln>
        </p:spPr>
      </p:pic>
      <p:sp>
        <p:nvSpPr>
          <p:cNvPr id="3668" name="Google Shape;3668;p74"/>
          <p:cNvSpPr txBox="1"/>
          <p:nvPr>
            <p:ph type="ctrTitle"/>
          </p:nvPr>
        </p:nvSpPr>
        <p:spPr>
          <a:xfrm>
            <a:off x="0" y="1744200"/>
            <a:ext cx="3356700" cy="1655100"/>
          </a:xfrm>
          <a:prstGeom prst="rect">
            <a:avLst/>
          </a:prstGeom>
          <a:solidFill>
            <a:srgbClr val="1A1A1A">
              <a:alpha val="48600"/>
            </a:srgbClr>
          </a:solidFill>
        </p:spPr>
        <p:txBody>
          <a:bodyPr anchorCtr="0" anchor="ctr" bIns="34275" lIns="68575" spcFirstLastPara="1" rIns="68575" wrap="square" tIns="34275">
            <a:noAutofit/>
          </a:bodyPr>
          <a:lstStyle/>
          <a:p>
            <a:pPr indent="0" lvl="0" marL="0" rtl="0" algn="ctr">
              <a:spcBef>
                <a:spcPts val="0"/>
              </a:spcBef>
              <a:spcAft>
                <a:spcPts val="0"/>
              </a:spcAft>
              <a:buNone/>
            </a:pPr>
            <a:r>
              <a:rPr lang="en" sz="4200">
                <a:solidFill>
                  <a:srgbClr val="F3F3F3"/>
                </a:solidFill>
              </a:rPr>
              <a:t>INTERACTION &amp; ANIMATION</a:t>
            </a:r>
            <a:endParaRPr sz="4200">
              <a:solidFill>
                <a:srgbClr val="F3F3F3"/>
              </a:solidFill>
            </a:endParaRPr>
          </a:p>
        </p:txBody>
      </p:sp>
      <p:sp>
        <p:nvSpPr>
          <p:cNvPr id="3669" name="Google Shape;3669;p74"/>
          <p:cNvSpPr txBox="1"/>
          <p:nvPr>
            <p:ph idx="4294967295" type="title"/>
          </p:nvPr>
        </p:nvSpPr>
        <p:spPr>
          <a:xfrm>
            <a:off x="-44525" y="-146550"/>
            <a:ext cx="778500" cy="86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3F3F3"/>
                </a:solidFill>
              </a:rPr>
              <a:t>03</a:t>
            </a:r>
            <a:endParaRPr>
              <a:solidFill>
                <a:srgbClr val="F3F3F3"/>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4" name="Shape 3674"/>
        <p:cNvGrpSpPr/>
        <p:nvPr/>
      </p:nvGrpSpPr>
      <p:grpSpPr>
        <a:xfrm>
          <a:off x="0" y="0"/>
          <a:ext cx="0" cy="0"/>
          <a:chOff x="0" y="0"/>
          <a:chExt cx="0" cy="0"/>
        </a:xfrm>
      </p:grpSpPr>
      <p:pic>
        <p:nvPicPr>
          <p:cNvPr id="3675" name="Google Shape;3675;p75"/>
          <p:cNvPicPr preferRelativeResize="0"/>
          <p:nvPr/>
        </p:nvPicPr>
        <p:blipFill>
          <a:blip r:embed="rId3">
            <a:alphaModFix/>
          </a:blip>
          <a:stretch>
            <a:fillRect/>
          </a:stretch>
        </p:blipFill>
        <p:spPr>
          <a:xfrm>
            <a:off x="2430350" y="965525"/>
            <a:ext cx="4283300" cy="3212450"/>
          </a:xfrm>
          <a:prstGeom prst="rect">
            <a:avLst/>
          </a:prstGeom>
          <a:noFill/>
          <a:ln>
            <a:noFill/>
          </a:ln>
        </p:spPr>
      </p:pic>
      <p:grpSp>
        <p:nvGrpSpPr>
          <p:cNvPr id="3676" name="Google Shape;3676;p75"/>
          <p:cNvGrpSpPr/>
          <p:nvPr/>
        </p:nvGrpSpPr>
        <p:grpSpPr>
          <a:xfrm>
            <a:off x="2340278" y="3852728"/>
            <a:ext cx="4645195" cy="542736"/>
            <a:chOff x="2340278" y="3852728"/>
            <a:chExt cx="4645195" cy="542736"/>
          </a:xfrm>
        </p:grpSpPr>
        <p:grpSp>
          <p:nvGrpSpPr>
            <p:cNvPr id="3677" name="Google Shape;3677;p75"/>
            <p:cNvGrpSpPr/>
            <p:nvPr/>
          </p:nvGrpSpPr>
          <p:grpSpPr>
            <a:xfrm>
              <a:off x="2340278" y="3852729"/>
              <a:ext cx="498163" cy="499779"/>
              <a:chOff x="5779408" y="3699191"/>
              <a:chExt cx="317645" cy="318757"/>
            </a:xfrm>
          </p:grpSpPr>
          <p:sp>
            <p:nvSpPr>
              <p:cNvPr id="3678" name="Google Shape;3678;p75"/>
              <p:cNvSpPr/>
              <p:nvPr/>
            </p:nvSpPr>
            <p:spPr>
              <a:xfrm>
                <a:off x="5892837" y="3700334"/>
                <a:ext cx="204216" cy="317614"/>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75"/>
              <p:cNvSpPr/>
              <p:nvPr/>
            </p:nvSpPr>
            <p:spPr>
              <a:xfrm>
                <a:off x="5779408" y="3699191"/>
                <a:ext cx="195134" cy="316883"/>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0" name="Google Shape;3680;p75"/>
            <p:cNvGrpSpPr/>
            <p:nvPr/>
          </p:nvGrpSpPr>
          <p:grpSpPr>
            <a:xfrm>
              <a:off x="6257765" y="3852728"/>
              <a:ext cx="727708" cy="542736"/>
              <a:chOff x="5216456" y="3725484"/>
              <a:chExt cx="356196" cy="265631"/>
            </a:xfrm>
          </p:grpSpPr>
          <p:sp>
            <p:nvSpPr>
              <p:cNvPr id="3681" name="Google Shape;3681;p75"/>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75"/>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6"/>
                                        </p:tgtEl>
                                        <p:attrNameLst>
                                          <p:attrName>style.visibility</p:attrName>
                                        </p:attrNameLst>
                                      </p:cBhvr>
                                      <p:to>
                                        <p:strVal val="visible"/>
                                      </p:to>
                                    </p:set>
                                    <p:animEffect filter="fade" transition="in">
                                      <p:cBhvr>
                                        <p:cTn dur="300"/>
                                        <p:tgtEl>
                                          <p:spTgt spid="3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7" name="Shape 3687"/>
        <p:cNvGrpSpPr/>
        <p:nvPr/>
      </p:nvGrpSpPr>
      <p:grpSpPr>
        <a:xfrm>
          <a:off x="0" y="0"/>
          <a:ext cx="0" cy="0"/>
          <a:chOff x="0" y="0"/>
          <a:chExt cx="0" cy="0"/>
        </a:xfrm>
      </p:grpSpPr>
      <p:pic>
        <p:nvPicPr>
          <p:cNvPr id="3688" name="Google Shape;3688;p76"/>
          <p:cNvPicPr preferRelativeResize="0"/>
          <p:nvPr/>
        </p:nvPicPr>
        <p:blipFill>
          <a:blip r:embed="rId3">
            <a:alphaModFix/>
          </a:blip>
          <a:stretch>
            <a:fillRect/>
          </a:stretch>
        </p:blipFill>
        <p:spPr>
          <a:xfrm>
            <a:off x="2416000" y="965524"/>
            <a:ext cx="4283300" cy="3212475"/>
          </a:xfrm>
          <a:prstGeom prst="rect">
            <a:avLst/>
          </a:prstGeom>
          <a:noFill/>
          <a:ln>
            <a:noFill/>
          </a:ln>
        </p:spPr>
      </p:pic>
      <p:grpSp>
        <p:nvGrpSpPr>
          <p:cNvPr id="3689" name="Google Shape;3689;p76"/>
          <p:cNvGrpSpPr/>
          <p:nvPr/>
        </p:nvGrpSpPr>
        <p:grpSpPr>
          <a:xfrm>
            <a:off x="2340278" y="3852728"/>
            <a:ext cx="4645195" cy="542736"/>
            <a:chOff x="2340278" y="3852728"/>
            <a:chExt cx="4645195" cy="542736"/>
          </a:xfrm>
        </p:grpSpPr>
        <p:grpSp>
          <p:nvGrpSpPr>
            <p:cNvPr id="3690" name="Google Shape;3690;p76"/>
            <p:cNvGrpSpPr/>
            <p:nvPr/>
          </p:nvGrpSpPr>
          <p:grpSpPr>
            <a:xfrm>
              <a:off x="2340278" y="3852729"/>
              <a:ext cx="498163" cy="499779"/>
              <a:chOff x="5779408" y="3699191"/>
              <a:chExt cx="317645" cy="318757"/>
            </a:xfrm>
          </p:grpSpPr>
          <p:sp>
            <p:nvSpPr>
              <p:cNvPr id="3691" name="Google Shape;3691;p76"/>
              <p:cNvSpPr/>
              <p:nvPr/>
            </p:nvSpPr>
            <p:spPr>
              <a:xfrm>
                <a:off x="5892837" y="3700334"/>
                <a:ext cx="204216" cy="317614"/>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76"/>
              <p:cNvSpPr/>
              <p:nvPr/>
            </p:nvSpPr>
            <p:spPr>
              <a:xfrm>
                <a:off x="5779408" y="3699191"/>
                <a:ext cx="195134" cy="316883"/>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3" name="Google Shape;3693;p76"/>
            <p:cNvGrpSpPr/>
            <p:nvPr/>
          </p:nvGrpSpPr>
          <p:grpSpPr>
            <a:xfrm>
              <a:off x="6257765" y="3852728"/>
              <a:ext cx="727708" cy="542736"/>
              <a:chOff x="5216456" y="3725484"/>
              <a:chExt cx="356196" cy="265631"/>
            </a:xfrm>
          </p:grpSpPr>
          <p:sp>
            <p:nvSpPr>
              <p:cNvPr id="3694" name="Google Shape;3694;p76"/>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76"/>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9"/>
                                        </p:tgtEl>
                                        <p:attrNameLst>
                                          <p:attrName>style.visibility</p:attrName>
                                        </p:attrNameLst>
                                      </p:cBhvr>
                                      <p:to>
                                        <p:strVal val="visible"/>
                                      </p:to>
                                    </p:set>
                                    <p:animEffect filter="fade" transition="in">
                                      <p:cBhvr>
                                        <p:cTn dur="300"/>
                                        <p:tgtEl>
                                          <p:spTgt spid="3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0" name="Shape 3700"/>
        <p:cNvGrpSpPr/>
        <p:nvPr/>
      </p:nvGrpSpPr>
      <p:grpSpPr>
        <a:xfrm>
          <a:off x="0" y="0"/>
          <a:ext cx="0" cy="0"/>
          <a:chOff x="0" y="0"/>
          <a:chExt cx="0" cy="0"/>
        </a:xfrm>
      </p:grpSpPr>
      <p:pic>
        <p:nvPicPr>
          <p:cNvPr id="3701" name="Google Shape;3701;p77"/>
          <p:cNvPicPr preferRelativeResize="0"/>
          <p:nvPr/>
        </p:nvPicPr>
        <p:blipFill>
          <a:blip r:embed="rId3">
            <a:alphaModFix/>
          </a:blip>
          <a:stretch>
            <a:fillRect/>
          </a:stretch>
        </p:blipFill>
        <p:spPr>
          <a:xfrm>
            <a:off x="2416000" y="965501"/>
            <a:ext cx="4283300" cy="3212475"/>
          </a:xfrm>
          <a:prstGeom prst="rect">
            <a:avLst/>
          </a:prstGeom>
          <a:noFill/>
          <a:ln>
            <a:noFill/>
          </a:ln>
        </p:spPr>
      </p:pic>
      <p:grpSp>
        <p:nvGrpSpPr>
          <p:cNvPr id="3702" name="Google Shape;3702;p77"/>
          <p:cNvGrpSpPr/>
          <p:nvPr/>
        </p:nvGrpSpPr>
        <p:grpSpPr>
          <a:xfrm>
            <a:off x="2340278" y="3852728"/>
            <a:ext cx="4645195" cy="542736"/>
            <a:chOff x="2340278" y="3852728"/>
            <a:chExt cx="4645195" cy="542736"/>
          </a:xfrm>
        </p:grpSpPr>
        <p:grpSp>
          <p:nvGrpSpPr>
            <p:cNvPr id="3703" name="Google Shape;3703;p77"/>
            <p:cNvGrpSpPr/>
            <p:nvPr/>
          </p:nvGrpSpPr>
          <p:grpSpPr>
            <a:xfrm>
              <a:off x="2340278" y="3852729"/>
              <a:ext cx="498163" cy="499779"/>
              <a:chOff x="5779408" y="3699191"/>
              <a:chExt cx="317645" cy="318757"/>
            </a:xfrm>
          </p:grpSpPr>
          <p:sp>
            <p:nvSpPr>
              <p:cNvPr id="3704" name="Google Shape;3704;p77"/>
              <p:cNvSpPr/>
              <p:nvPr/>
            </p:nvSpPr>
            <p:spPr>
              <a:xfrm>
                <a:off x="5892837" y="3700334"/>
                <a:ext cx="204216" cy="317614"/>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77"/>
              <p:cNvSpPr/>
              <p:nvPr/>
            </p:nvSpPr>
            <p:spPr>
              <a:xfrm>
                <a:off x="5779408" y="3699191"/>
                <a:ext cx="195134" cy="316883"/>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6" name="Google Shape;3706;p77"/>
            <p:cNvGrpSpPr/>
            <p:nvPr/>
          </p:nvGrpSpPr>
          <p:grpSpPr>
            <a:xfrm>
              <a:off x="6257765" y="3852728"/>
              <a:ext cx="727708" cy="542736"/>
              <a:chOff x="5216456" y="3725484"/>
              <a:chExt cx="356196" cy="265631"/>
            </a:xfrm>
          </p:grpSpPr>
          <p:sp>
            <p:nvSpPr>
              <p:cNvPr id="3707" name="Google Shape;3707;p77"/>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77"/>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2"/>
                                        </p:tgtEl>
                                        <p:attrNameLst>
                                          <p:attrName>style.visibility</p:attrName>
                                        </p:attrNameLst>
                                      </p:cBhvr>
                                      <p:to>
                                        <p:strVal val="visible"/>
                                      </p:to>
                                    </p:set>
                                    <p:animEffect filter="fade" transition="in">
                                      <p:cBhvr>
                                        <p:cTn dur="300"/>
                                        <p:tgtEl>
                                          <p:spTgt spid="37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3" name="Shape 3713"/>
        <p:cNvGrpSpPr/>
        <p:nvPr/>
      </p:nvGrpSpPr>
      <p:grpSpPr>
        <a:xfrm>
          <a:off x="0" y="0"/>
          <a:ext cx="0" cy="0"/>
          <a:chOff x="0" y="0"/>
          <a:chExt cx="0" cy="0"/>
        </a:xfrm>
      </p:grpSpPr>
      <p:pic>
        <p:nvPicPr>
          <p:cNvPr id="3714" name="Google Shape;3714;p78"/>
          <p:cNvPicPr preferRelativeResize="0"/>
          <p:nvPr/>
        </p:nvPicPr>
        <p:blipFill rotWithShape="1">
          <a:blip r:embed="rId3">
            <a:alphaModFix/>
          </a:blip>
          <a:srcRect b="22646" l="24346" r="24889" t="23829"/>
          <a:stretch/>
        </p:blipFill>
        <p:spPr>
          <a:xfrm>
            <a:off x="5152004" y="366225"/>
            <a:ext cx="2927620" cy="2297549"/>
          </a:xfrm>
          <a:prstGeom prst="rect">
            <a:avLst/>
          </a:prstGeom>
          <a:noFill/>
          <a:ln>
            <a:noFill/>
          </a:ln>
        </p:spPr>
      </p:pic>
      <p:pic>
        <p:nvPicPr>
          <p:cNvPr id="3715" name="Google Shape;3715;p78"/>
          <p:cNvPicPr preferRelativeResize="0"/>
          <p:nvPr/>
        </p:nvPicPr>
        <p:blipFill rotWithShape="1">
          <a:blip r:embed="rId4">
            <a:alphaModFix/>
          </a:blip>
          <a:srcRect b="19096" l="19509" r="15479" t="25649"/>
          <a:stretch/>
        </p:blipFill>
        <p:spPr>
          <a:xfrm>
            <a:off x="5152000" y="2663773"/>
            <a:ext cx="2927630" cy="1866201"/>
          </a:xfrm>
          <a:prstGeom prst="rect">
            <a:avLst/>
          </a:prstGeom>
          <a:noFill/>
          <a:ln>
            <a:noFill/>
          </a:ln>
        </p:spPr>
      </p:pic>
      <p:pic>
        <p:nvPicPr>
          <p:cNvPr id="3716" name="Google Shape;3716;p78"/>
          <p:cNvPicPr preferRelativeResize="0"/>
          <p:nvPr/>
        </p:nvPicPr>
        <p:blipFill>
          <a:blip r:embed="rId5">
            <a:alphaModFix/>
          </a:blip>
          <a:stretch>
            <a:fillRect/>
          </a:stretch>
        </p:blipFill>
        <p:spPr>
          <a:xfrm>
            <a:off x="1119225" y="1435039"/>
            <a:ext cx="3031224" cy="22734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1" name="Shape 3721"/>
        <p:cNvGrpSpPr/>
        <p:nvPr/>
      </p:nvGrpSpPr>
      <p:grpSpPr>
        <a:xfrm>
          <a:off x="0" y="0"/>
          <a:ext cx="0" cy="0"/>
          <a:chOff x="0" y="0"/>
          <a:chExt cx="0" cy="0"/>
        </a:xfrm>
      </p:grpSpPr>
      <p:pic>
        <p:nvPicPr>
          <p:cNvPr id="3722" name="Google Shape;3722;p79"/>
          <p:cNvPicPr preferRelativeResize="0"/>
          <p:nvPr/>
        </p:nvPicPr>
        <p:blipFill rotWithShape="1">
          <a:blip r:embed="rId3">
            <a:alphaModFix/>
          </a:blip>
          <a:srcRect b="0" l="28040" r="25341" t="0"/>
          <a:stretch/>
        </p:blipFill>
        <p:spPr>
          <a:xfrm>
            <a:off x="6032650" y="590588"/>
            <a:ext cx="2462902" cy="3962325"/>
          </a:xfrm>
          <a:prstGeom prst="rect">
            <a:avLst/>
          </a:prstGeom>
          <a:noFill/>
          <a:ln>
            <a:noFill/>
          </a:ln>
        </p:spPr>
      </p:pic>
      <p:pic>
        <p:nvPicPr>
          <p:cNvPr id="3723" name="Google Shape;3723;p79"/>
          <p:cNvPicPr preferRelativeResize="0"/>
          <p:nvPr/>
        </p:nvPicPr>
        <p:blipFill>
          <a:blip r:embed="rId4">
            <a:alphaModFix/>
          </a:blip>
          <a:stretch>
            <a:fillRect/>
          </a:stretch>
        </p:blipFill>
        <p:spPr>
          <a:xfrm>
            <a:off x="1264925" y="2200475"/>
            <a:ext cx="3136550" cy="2352425"/>
          </a:xfrm>
          <a:prstGeom prst="rect">
            <a:avLst/>
          </a:prstGeom>
          <a:noFill/>
          <a:ln>
            <a:noFill/>
          </a:ln>
        </p:spPr>
      </p:pic>
      <p:pic>
        <p:nvPicPr>
          <p:cNvPr id="3724" name="Google Shape;3724;p79"/>
          <p:cNvPicPr preferRelativeResize="0"/>
          <p:nvPr/>
        </p:nvPicPr>
        <p:blipFill rotWithShape="1">
          <a:blip r:embed="rId5">
            <a:alphaModFix/>
          </a:blip>
          <a:srcRect b="27383" l="9453" r="10431" t="28413"/>
          <a:stretch/>
        </p:blipFill>
        <p:spPr>
          <a:xfrm>
            <a:off x="1646100" y="590588"/>
            <a:ext cx="2462900" cy="101913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9" name="Shape 3729"/>
        <p:cNvGrpSpPr/>
        <p:nvPr/>
      </p:nvGrpSpPr>
      <p:grpSpPr>
        <a:xfrm>
          <a:off x="0" y="0"/>
          <a:ext cx="0" cy="0"/>
          <a:chOff x="0" y="0"/>
          <a:chExt cx="0" cy="0"/>
        </a:xfrm>
      </p:grpSpPr>
      <p:pic>
        <p:nvPicPr>
          <p:cNvPr id="3730" name="Google Shape;3730;p80"/>
          <p:cNvPicPr preferRelativeResize="0"/>
          <p:nvPr/>
        </p:nvPicPr>
        <p:blipFill>
          <a:blip r:embed="rId3">
            <a:alphaModFix/>
          </a:blip>
          <a:stretch>
            <a:fillRect/>
          </a:stretch>
        </p:blipFill>
        <p:spPr>
          <a:xfrm>
            <a:off x="0" y="857273"/>
            <a:ext cx="4572000" cy="3428982"/>
          </a:xfrm>
          <a:prstGeom prst="rect">
            <a:avLst/>
          </a:prstGeom>
          <a:noFill/>
          <a:ln>
            <a:noFill/>
          </a:ln>
        </p:spPr>
      </p:pic>
      <p:pic>
        <p:nvPicPr>
          <p:cNvPr id="3731" name="Google Shape;3731;p80"/>
          <p:cNvPicPr preferRelativeResize="0"/>
          <p:nvPr/>
        </p:nvPicPr>
        <p:blipFill>
          <a:blip r:embed="rId4">
            <a:alphaModFix/>
          </a:blip>
          <a:stretch>
            <a:fillRect/>
          </a:stretch>
        </p:blipFill>
        <p:spPr>
          <a:xfrm>
            <a:off x="4572000" y="857273"/>
            <a:ext cx="4572000" cy="342898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35" name="Shape 3735"/>
        <p:cNvGrpSpPr/>
        <p:nvPr/>
      </p:nvGrpSpPr>
      <p:grpSpPr>
        <a:xfrm>
          <a:off x="0" y="0"/>
          <a:ext cx="0" cy="0"/>
          <a:chOff x="0" y="0"/>
          <a:chExt cx="0" cy="0"/>
        </a:xfrm>
      </p:grpSpPr>
      <p:sp>
        <p:nvSpPr>
          <p:cNvPr id="3736" name="Google Shape;3736;p81"/>
          <p:cNvSpPr txBox="1"/>
          <p:nvPr>
            <p:ph idx="2" type="ctrTitle"/>
          </p:nvPr>
        </p:nvSpPr>
        <p:spPr>
          <a:xfrm flipH="1">
            <a:off x="5902800" y="2049675"/>
            <a:ext cx="3241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SOFTWARE</a:t>
            </a:r>
            <a:endParaRPr/>
          </a:p>
        </p:txBody>
      </p:sp>
      <p:sp>
        <p:nvSpPr>
          <p:cNvPr id="3737" name="Google Shape;3737;p81"/>
          <p:cNvSpPr txBox="1"/>
          <p:nvPr>
            <p:ph type="title"/>
          </p:nvPr>
        </p:nvSpPr>
        <p:spPr>
          <a:xfrm>
            <a:off x="4475975" y="2238075"/>
            <a:ext cx="1276800" cy="864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3F3F3"/>
                </a:solidFill>
              </a:rPr>
              <a:t>0</a:t>
            </a:r>
            <a:r>
              <a:rPr lang="en"/>
              <a:t>4</a:t>
            </a:r>
            <a:endParaRPr>
              <a:solidFill>
                <a:srgbClr val="F3F3F3"/>
              </a:solidFill>
            </a:endParaRPr>
          </a:p>
        </p:txBody>
      </p:sp>
      <p:sp>
        <p:nvSpPr>
          <p:cNvPr id="3738" name="Google Shape;3738;p81"/>
          <p:cNvSpPr/>
          <p:nvPr/>
        </p:nvSpPr>
        <p:spPr>
          <a:xfrm>
            <a:off x="4198116" y="2445084"/>
            <a:ext cx="13983" cy="13946"/>
          </a:xfrm>
          <a:custGeom>
            <a:rect b="b" l="l" r="r" t="t"/>
            <a:pathLst>
              <a:path extrusionOk="0" h="379" w="380">
                <a:moveTo>
                  <a:pt x="192" y="0"/>
                </a:moveTo>
                <a:cubicBezTo>
                  <a:pt x="88" y="0"/>
                  <a:pt x="1" y="82"/>
                  <a:pt x="1" y="187"/>
                </a:cubicBezTo>
                <a:cubicBezTo>
                  <a:pt x="1" y="292"/>
                  <a:pt x="88" y="379"/>
                  <a:pt x="192" y="379"/>
                </a:cubicBezTo>
                <a:cubicBezTo>
                  <a:pt x="297" y="379"/>
                  <a:pt x="379" y="292"/>
                  <a:pt x="379" y="187"/>
                </a:cubicBezTo>
                <a:cubicBezTo>
                  <a:pt x="379" y="82"/>
                  <a:pt x="297" y="0"/>
                  <a:pt x="192"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9" name="Google Shape;3739;p81"/>
          <p:cNvGrpSpPr/>
          <p:nvPr/>
        </p:nvGrpSpPr>
        <p:grpSpPr>
          <a:xfrm>
            <a:off x="409625" y="1109924"/>
            <a:ext cx="4554838" cy="3344527"/>
            <a:chOff x="409625" y="1109924"/>
            <a:chExt cx="4554838" cy="3344527"/>
          </a:xfrm>
        </p:grpSpPr>
        <p:sp>
          <p:nvSpPr>
            <p:cNvPr id="3740" name="Google Shape;3740;p81"/>
            <p:cNvSpPr/>
            <p:nvPr/>
          </p:nvSpPr>
          <p:spPr>
            <a:xfrm flipH="1">
              <a:off x="409625" y="4236051"/>
              <a:ext cx="43911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81"/>
            <p:cNvSpPr/>
            <p:nvPr/>
          </p:nvSpPr>
          <p:spPr>
            <a:xfrm>
              <a:off x="1409123" y="3092610"/>
              <a:ext cx="506039" cy="368306"/>
            </a:xfrm>
            <a:custGeom>
              <a:rect b="b" l="l" r="r" t="t"/>
              <a:pathLst>
                <a:path extrusionOk="0" h="10009" w="13752">
                  <a:moveTo>
                    <a:pt x="5005" y="0"/>
                  </a:moveTo>
                  <a:cubicBezTo>
                    <a:pt x="2243" y="0"/>
                    <a:pt x="0" y="2248"/>
                    <a:pt x="0" y="5004"/>
                  </a:cubicBezTo>
                  <a:cubicBezTo>
                    <a:pt x="0" y="7762"/>
                    <a:pt x="2243" y="10009"/>
                    <a:pt x="5005" y="10009"/>
                  </a:cubicBezTo>
                  <a:lnTo>
                    <a:pt x="12702" y="10009"/>
                  </a:lnTo>
                  <a:cubicBezTo>
                    <a:pt x="13281" y="10009"/>
                    <a:pt x="13751" y="9535"/>
                    <a:pt x="13751" y="8956"/>
                  </a:cubicBezTo>
                  <a:cubicBezTo>
                    <a:pt x="13751" y="8378"/>
                    <a:pt x="13281" y="7903"/>
                    <a:pt x="12702" y="7903"/>
                  </a:cubicBezTo>
                  <a:lnTo>
                    <a:pt x="5005" y="7903"/>
                  </a:lnTo>
                  <a:cubicBezTo>
                    <a:pt x="3404" y="7903"/>
                    <a:pt x="2102" y="6605"/>
                    <a:pt x="2102" y="5004"/>
                  </a:cubicBezTo>
                  <a:cubicBezTo>
                    <a:pt x="2102" y="3405"/>
                    <a:pt x="3404" y="2106"/>
                    <a:pt x="5005" y="2106"/>
                  </a:cubicBezTo>
                  <a:lnTo>
                    <a:pt x="8514" y="2106"/>
                  </a:lnTo>
                  <a:cubicBezTo>
                    <a:pt x="9097" y="2106"/>
                    <a:pt x="9567" y="1632"/>
                    <a:pt x="9567" y="1053"/>
                  </a:cubicBezTo>
                  <a:cubicBezTo>
                    <a:pt x="9567" y="475"/>
                    <a:pt x="9097" y="0"/>
                    <a:pt x="851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81"/>
            <p:cNvSpPr/>
            <p:nvPr/>
          </p:nvSpPr>
          <p:spPr>
            <a:xfrm>
              <a:off x="1495966" y="3415618"/>
              <a:ext cx="743530" cy="100016"/>
            </a:xfrm>
            <a:custGeom>
              <a:rect b="b" l="l" r="r" t="t"/>
              <a:pathLst>
                <a:path extrusionOk="0" h="2718" w="20206">
                  <a:moveTo>
                    <a:pt x="106" y="0"/>
                  </a:moveTo>
                  <a:cubicBezTo>
                    <a:pt x="47" y="0"/>
                    <a:pt x="1" y="46"/>
                    <a:pt x="1" y="105"/>
                  </a:cubicBezTo>
                  <a:lnTo>
                    <a:pt x="1" y="2612"/>
                  </a:lnTo>
                  <a:cubicBezTo>
                    <a:pt x="1" y="2671"/>
                    <a:pt x="47" y="2717"/>
                    <a:pt x="106" y="2717"/>
                  </a:cubicBezTo>
                  <a:lnTo>
                    <a:pt x="20105" y="2717"/>
                  </a:lnTo>
                  <a:cubicBezTo>
                    <a:pt x="20159" y="2717"/>
                    <a:pt x="20205" y="2671"/>
                    <a:pt x="20205" y="2612"/>
                  </a:cubicBezTo>
                  <a:lnTo>
                    <a:pt x="20205" y="105"/>
                  </a:lnTo>
                  <a:cubicBezTo>
                    <a:pt x="20205" y="46"/>
                    <a:pt x="20159" y="0"/>
                    <a:pt x="2010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81"/>
            <p:cNvSpPr/>
            <p:nvPr/>
          </p:nvSpPr>
          <p:spPr>
            <a:xfrm>
              <a:off x="1854520" y="3515597"/>
              <a:ext cx="100347" cy="472958"/>
            </a:xfrm>
            <a:custGeom>
              <a:rect b="b" l="l" r="r" t="t"/>
              <a:pathLst>
                <a:path extrusionOk="0" h="12853" w="2727">
                  <a:moveTo>
                    <a:pt x="1" y="0"/>
                  </a:moveTo>
                  <a:lnTo>
                    <a:pt x="1" y="12853"/>
                  </a:lnTo>
                  <a:lnTo>
                    <a:pt x="2727" y="12853"/>
                  </a:lnTo>
                  <a:lnTo>
                    <a:pt x="2727"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81"/>
            <p:cNvSpPr/>
            <p:nvPr/>
          </p:nvSpPr>
          <p:spPr>
            <a:xfrm>
              <a:off x="1854520" y="3738627"/>
              <a:ext cx="100347" cy="26715"/>
            </a:xfrm>
            <a:custGeom>
              <a:rect b="b" l="l" r="r" t="t"/>
              <a:pathLst>
                <a:path extrusionOk="0" h="726" w="2727">
                  <a:moveTo>
                    <a:pt x="1" y="0"/>
                  </a:moveTo>
                  <a:lnTo>
                    <a:pt x="1" y="726"/>
                  </a:lnTo>
                  <a:lnTo>
                    <a:pt x="2727" y="726"/>
                  </a:lnTo>
                  <a:lnTo>
                    <a:pt x="272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81"/>
            <p:cNvSpPr/>
            <p:nvPr/>
          </p:nvSpPr>
          <p:spPr>
            <a:xfrm>
              <a:off x="1854520" y="3515597"/>
              <a:ext cx="100347" cy="55196"/>
            </a:xfrm>
            <a:custGeom>
              <a:rect b="b" l="l" r="r" t="t"/>
              <a:pathLst>
                <a:path extrusionOk="0" h="1500" w="2727">
                  <a:moveTo>
                    <a:pt x="1" y="0"/>
                  </a:moveTo>
                  <a:lnTo>
                    <a:pt x="1" y="1500"/>
                  </a:lnTo>
                  <a:lnTo>
                    <a:pt x="2727" y="1500"/>
                  </a:lnTo>
                  <a:lnTo>
                    <a:pt x="272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81"/>
            <p:cNvSpPr/>
            <p:nvPr/>
          </p:nvSpPr>
          <p:spPr>
            <a:xfrm>
              <a:off x="1885725" y="3988850"/>
              <a:ext cx="37791" cy="229138"/>
            </a:xfrm>
            <a:custGeom>
              <a:rect b="b" l="l" r="r" t="t"/>
              <a:pathLst>
                <a:path extrusionOk="0" h="6227" w="1027">
                  <a:moveTo>
                    <a:pt x="1" y="1"/>
                  </a:moveTo>
                  <a:lnTo>
                    <a:pt x="1" y="6227"/>
                  </a:lnTo>
                  <a:lnTo>
                    <a:pt x="1027" y="6227"/>
                  </a:lnTo>
                  <a:lnTo>
                    <a:pt x="1027"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81"/>
            <p:cNvSpPr/>
            <p:nvPr/>
          </p:nvSpPr>
          <p:spPr>
            <a:xfrm>
              <a:off x="1482571" y="4202202"/>
              <a:ext cx="770319" cy="76833"/>
            </a:xfrm>
            <a:custGeom>
              <a:rect b="b" l="l" r="r" t="t"/>
              <a:pathLst>
                <a:path extrusionOk="0" h="2088" w="20934">
                  <a:moveTo>
                    <a:pt x="1723" y="0"/>
                  </a:moveTo>
                  <a:cubicBezTo>
                    <a:pt x="775" y="0"/>
                    <a:pt x="1" y="770"/>
                    <a:pt x="1" y="1719"/>
                  </a:cubicBezTo>
                  <a:cubicBezTo>
                    <a:pt x="1" y="1923"/>
                    <a:pt x="165" y="2087"/>
                    <a:pt x="365" y="2087"/>
                  </a:cubicBezTo>
                  <a:cubicBezTo>
                    <a:pt x="571" y="2087"/>
                    <a:pt x="729" y="1923"/>
                    <a:pt x="729" y="1719"/>
                  </a:cubicBezTo>
                  <a:cubicBezTo>
                    <a:pt x="729" y="1172"/>
                    <a:pt x="1177" y="730"/>
                    <a:pt x="1723" y="730"/>
                  </a:cubicBezTo>
                  <a:lnTo>
                    <a:pt x="19211" y="730"/>
                  </a:lnTo>
                  <a:cubicBezTo>
                    <a:pt x="19758" y="730"/>
                    <a:pt x="20205" y="1172"/>
                    <a:pt x="20205" y="1719"/>
                  </a:cubicBezTo>
                  <a:cubicBezTo>
                    <a:pt x="20205" y="1923"/>
                    <a:pt x="20369" y="2087"/>
                    <a:pt x="20569" y="2087"/>
                  </a:cubicBezTo>
                  <a:cubicBezTo>
                    <a:pt x="20769" y="2087"/>
                    <a:pt x="20934" y="1923"/>
                    <a:pt x="20934" y="1719"/>
                  </a:cubicBezTo>
                  <a:cubicBezTo>
                    <a:pt x="20934" y="770"/>
                    <a:pt x="20159" y="0"/>
                    <a:pt x="1921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81"/>
            <p:cNvSpPr/>
            <p:nvPr/>
          </p:nvSpPr>
          <p:spPr>
            <a:xfrm>
              <a:off x="1526176" y="4245770"/>
              <a:ext cx="69621" cy="69694"/>
            </a:xfrm>
            <a:custGeom>
              <a:rect b="b" l="l" r="r" t="t"/>
              <a:pathLst>
                <a:path extrusionOk="0" h="1894" w="1892">
                  <a:moveTo>
                    <a:pt x="944" y="1"/>
                  </a:moveTo>
                  <a:cubicBezTo>
                    <a:pt x="425" y="1"/>
                    <a:pt x="0" y="425"/>
                    <a:pt x="0" y="945"/>
                  </a:cubicBezTo>
                  <a:cubicBezTo>
                    <a:pt x="0" y="1469"/>
                    <a:pt x="425" y="1893"/>
                    <a:pt x="944" y="1893"/>
                  </a:cubicBezTo>
                  <a:cubicBezTo>
                    <a:pt x="1468" y="1893"/>
                    <a:pt x="1892" y="1469"/>
                    <a:pt x="1892" y="945"/>
                  </a:cubicBezTo>
                  <a:cubicBezTo>
                    <a:pt x="1892" y="425"/>
                    <a:pt x="1468" y="1"/>
                    <a:pt x="94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81"/>
            <p:cNvSpPr/>
            <p:nvPr/>
          </p:nvSpPr>
          <p:spPr>
            <a:xfrm>
              <a:off x="2133961" y="4245770"/>
              <a:ext cx="69621" cy="69694"/>
            </a:xfrm>
            <a:custGeom>
              <a:rect b="b" l="l" r="r" t="t"/>
              <a:pathLst>
                <a:path extrusionOk="0" h="1894" w="1892">
                  <a:moveTo>
                    <a:pt x="944" y="1"/>
                  </a:moveTo>
                  <a:cubicBezTo>
                    <a:pt x="425" y="1"/>
                    <a:pt x="0" y="425"/>
                    <a:pt x="0" y="945"/>
                  </a:cubicBezTo>
                  <a:cubicBezTo>
                    <a:pt x="0" y="1469"/>
                    <a:pt x="425" y="1893"/>
                    <a:pt x="944" y="1893"/>
                  </a:cubicBezTo>
                  <a:cubicBezTo>
                    <a:pt x="1468" y="1893"/>
                    <a:pt x="1892" y="1469"/>
                    <a:pt x="1892" y="945"/>
                  </a:cubicBezTo>
                  <a:cubicBezTo>
                    <a:pt x="1892" y="425"/>
                    <a:pt x="1468" y="1"/>
                    <a:pt x="94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81"/>
            <p:cNvSpPr/>
            <p:nvPr/>
          </p:nvSpPr>
          <p:spPr>
            <a:xfrm>
              <a:off x="1287213" y="2465212"/>
              <a:ext cx="750007" cy="583976"/>
            </a:xfrm>
            <a:custGeom>
              <a:rect b="b" l="l" r="r" t="t"/>
              <a:pathLst>
                <a:path extrusionOk="0" h="15870" w="20382">
                  <a:moveTo>
                    <a:pt x="346" y="0"/>
                  </a:moveTo>
                  <a:cubicBezTo>
                    <a:pt x="154" y="0"/>
                    <a:pt x="0" y="156"/>
                    <a:pt x="0" y="347"/>
                  </a:cubicBezTo>
                  <a:lnTo>
                    <a:pt x="0" y="15519"/>
                  </a:lnTo>
                  <a:cubicBezTo>
                    <a:pt x="0" y="15716"/>
                    <a:pt x="154" y="15870"/>
                    <a:pt x="346" y="15870"/>
                  </a:cubicBezTo>
                  <a:lnTo>
                    <a:pt x="20031" y="15870"/>
                  </a:lnTo>
                  <a:cubicBezTo>
                    <a:pt x="20226" y="15870"/>
                    <a:pt x="20382" y="15716"/>
                    <a:pt x="20382" y="15519"/>
                  </a:cubicBezTo>
                  <a:lnTo>
                    <a:pt x="20382" y="347"/>
                  </a:lnTo>
                  <a:cubicBezTo>
                    <a:pt x="20382" y="156"/>
                    <a:pt x="20226" y="0"/>
                    <a:pt x="2003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81"/>
            <p:cNvSpPr/>
            <p:nvPr/>
          </p:nvSpPr>
          <p:spPr>
            <a:xfrm>
              <a:off x="1334829" y="2465212"/>
              <a:ext cx="750007" cy="583976"/>
            </a:xfrm>
            <a:custGeom>
              <a:rect b="b" l="l" r="r" t="t"/>
              <a:pathLst>
                <a:path extrusionOk="0" h="15870" w="20382">
                  <a:moveTo>
                    <a:pt x="347" y="0"/>
                  </a:moveTo>
                  <a:cubicBezTo>
                    <a:pt x="155" y="0"/>
                    <a:pt x="0" y="156"/>
                    <a:pt x="0" y="347"/>
                  </a:cubicBezTo>
                  <a:lnTo>
                    <a:pt x="0" y="15519"/>
                  </a:lnTo>
                  <a:cubicBezTo>
                    <a:pt x="0" y="15716"/>
                    <a:pt x="155" y="15870"/>
                    <a:pt x="347" y="15870"/>
                  </a:cubicBezTo>
                  <a:lnTo>
                    <a:pt x="20036" y="15870"/>
                  </a:lnTo>
                  <a:cubicBezTo>
                    <a:pt x="20228" y="15870"/>
                    <a:pt x="20382" y="15716"/>
                    <a:pt x="20382" y="15519"/>
                  </a:cubicBezTo>
                  <a:lnTo>
                    <a:pt x="20382" y="347"/>
                  </a:lnTo>
                  <a:cubicBezTo>
                    <a:pt x="20382" y="156"/>
                    <a:pt x="20228" y="0"/>
                    <a:pt x="20036"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81"/>
            <p:cNvSpPr/>
            <p:nvPr/>
          </p:nvSpPr>
          <p:spPr>
            <a:xfrm>
              <a:off x="1621923" y="3049152"/>
              <a:ext cx="95784" cy="42133"/>
            </a:xfrm>
            <a:custGeom>
              <a:rect b="b" l="l" r="r" t="t"/>
              <a:pathLst>
                <a:path extrusionOk="0" h="1145" w="2603">
                  <a:moveTo>
                    <a:pt x="1" y="1"/>
                  </a:moveTo>
                  <a:lnTo>
                    <a:pt x="1" y="1145"/>
                  </a:lnTo>
                  <a:lnTo>
                    <a:pt x="2603" y="1145"/>
                  </a:lnTo>
                  <a:lnTo>
                    <a:pt x="260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81"/>
            <p:cNvSpPr/>
            <p:nvPr/>
          </p:nvSpPr>
          <p:spPr>
            <a:xfrm>
              <a:off x="2251897" y="3241345"/>
              <a:ext cx="878688" cy="867427"/>
            </a:xfrm>
            <a:custGeom>
              <a:rect b="b" l="l" r="r" t="t"/>
              <a:pathLst>
                <a:path extrusionOk="0" h="23573" w="23879">
                  <a:moveTo>
                    <a:pt x="2615" y="0"/>
                  </a:moveTo>
                  <a:cubicBezTo>
                    <a:pt x="1318" y="0"/>
                    <a:pt x="0" y="1402"/>
                    <a:pt x="1240" y="3305"/>
                  </a:cubicBezTo>
                  <a:cubicBezTo>
                    <a:pt x="1240" y="3305"/>
                    <a:pt x="3400" y="6906"/>
                    <a:pt x="6690" y="10922"/>
                  </a:cubicBezTo>
                  <a:cubicBezTo>
                    <a:pt x="9985" y="14936"/>
                    <a:pt x="20623" y="22862"/>
                    <a:pt x="22141" y="23460"/>
                  </a:cubicBezTo>
                  <a:cubicBezTo>
                    <a:pt x="22323" y="23531"/>
                    <a:pt x="22542" y="23573"/>
                    <a:pt x="22750" y="23573"/>
                  </a:cubicBezTo>
                  <a:cubicBezTo>
                    <a:pt x="23358" y="23573"/>
                    <a:pt x="23879" y="23221"/>
                    <a:pt x="23148" y="22256"/>
                  </a:cubicBezTo>
                  <a:cubicBezTo>
                    <a:pt x="22168" y="20962"/>
                    <a:pt x="5095" y="1683"/>
                    <a:pt x="3737" y="430"/>
                  </a:cubicBezTo>
                  <a:cubicBezTo>
                    <a:pt x="3416" y="134"/>
                    <a:pt x="3016" y="0"/>
                    <a:pt x="261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81"/>
            <p:cNvSpPr/>
            <p:nvPr/>
          </p:nvSpPr>
          <p:spPr>
            <a:xfrm>
              <a:off x="3111192" y="3835588"/>
              <a:ext cx="300452" cy="358408"/>
            </a:xfrm>
            <a:custGeom>
              <a:rect b="b" l="l" r="r" t="t"/>
              <a:pathLst>
                <a:path extrusionOk="0" h="9740" w="8165">
                  <a:moveTo>
                    <a:pt x="6842" y="0"/>
                  </a:moveTo>
                  <a:lnTo>
                    <a:pt x="1" y="8842"/>
                  </a:lnTo>
                  <a:lnTo>
                    <a:pt x="1159" y="9740"/>
                  </a:lnTo>
                  <a:lnTo>
                    <a:pt x="8164" y="684"/>
                  </a:lnTo>
                  <a:cubicBezTo>
                    <a:pt x="8164" y="684"/>
                    <a:pt x="8023" y="625"/>
                    <a:pt x="6842"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81"/>
            <p:cNvSpPr/>
            <p:nvPr/>
          </p:nvSpPr>
          <p:spPr>
            <a:xfrm>
              <a:off x="2957084" y="3830584"/>
              <a:ext cx="405876" cy="330368"/>
            </a:xfrm>
            <a:custGeom>
              <a:rect b="b" l="l" r="r" t="t"/>
              <a:pathLst>
                <a:path extrusionOk="0" h="8978" w="11030">
                  <a:moveTo>
                    <a:pt x="10538" y="1"/>
                  </a:moveTo>
                  <a:cubicBezTo>
                    <a:pt x="9199" y="1"/>
                    <a:pt x="6980" y="2424"/>
                    <a:pt x="5547" y="3946"/>
                  </a:cubicBezTo>
                  <a:cubicBezTo>
                    <a:pt x="5094" y="4430"/>
                    <a:pt x="4589" y="4603"/>
                    <a:pt x="4098" y="4603"/>
                  </a:cubicBezTo>
                  <a:cubicBezTo>
                    <a:pt x="2864" y="4603"/>
                    <a:pt x="1723" y="3509"/>
                    <a:pt x="1723" y="3509"/>
                  </a:cubicBezTo>
                  <a:lnTo>
                    <a:pt x="0" y="5732"/>
                  </a:lnTo>
                  <a:lnTo>
                    <a:pt x="4189" y="8978"/>
                  </a:lnTo>
                  <a:lnTo>
                    <a:pt x="11030" y="136"/>
                  </a:lnTo>
                  <a:cubicBezTo>
                    <a:pt x="11008" y="122"/>
                    <a:pt x="10985" y="109"/>
                    <a:pt x="10958" y="99"/>
                  </a:cubicBezTo>
                  <a:cubicBezTo>
                    <a:pt x="10831" y="32"/>
                    <a:pt x="10690" y="1"/>
                    <a:pt x="1053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81"/>
            <p:cNvSpPr/>
            <p:nvPr/>
          </p:nvSpPr>
          <p:spPr>
            <a:xfrm>
              <a:off x="3207160" y="3834595"/>
              <a:ext cx="104836" cy="174751"/>
            </a:xfrm>
            <a:custGeom>
              <a:rect b="b" l="l" r="r" t="t"/>
              <a:pathLst>
                <a:path extrusionOk="0" h="4749" w="2849">
                  <a:moveTo>
                    <a:pt x="2790" y="0"/>
                  </a:moveTo>
                  <a:cubicBezTo>
                    <a:pt x="2780" y="13"/>
                    <a:pt x="1554" y="1490"/>
                    <a:pt x="779" y="2598"/>
                  </a:cubicBezTo>
                  <a:cubicBezTo>
                    <a:pt x="1" y="3723"/>
                    <a:pt x="561" y="4735"/>
                    <a:pt x="565" y="4748"/>
                  </a:cubicBezTo>
                  <a:lnTo>
                    <a:pt x="629" y="4712"/>
                  </a:lnTo>
                  <a:cubicBezTo>
                    <a:pt x="624" y="4699"/>
                    <a:pt x="87" y="3728"/>
                    <a:pt x="843" y="2638"/>
                  </a:cubicBezTo>
                  <a:cubicBezTo>
                    <a:pt x="1608" y="1536"/>
                    <a:pt x="2835" y="63"/>
                    <a:pt x="2849" y="45"/>
                  </a:cubicBezTo>
                  <a:lnTo>
                    <a:pt x="27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81"/>
            <p:cNvSpPr/>
            <p:nvPr/>
          </p:nvSpPr>
          <p:spPr>
            <a:xfrm>
              <a:off x="2988288" y="3964011"/>
              <a:ext cx="185018" cy="89455"/>
            </a:xfrm>
            <a:custGeom>
              <a:rect b="b" l="l" r="r" t="t"/>
              <a:pathLst>
                <a:path extrusionOk="0" h="2431" w="5028">
                  <a:moveTo>
                    <a:pt x="4959" y="1"/>
                  </a:moveTo>
                  <a:cubicBezTo>
                    <a:pt x="4954" y="15"/>
                    <a:pt x="4485" y="1578"/>
                    <a:pt x="3482" y="2226"/>
                  </a:cubicBezTo>
                  <a:cubicBezTo>
                    <a:pt x="3338" y="2319"/>
                    <a:pt x="3165" y="2358"/>
                    <a:pt x="2973" y="2358"/>
                  </a:cubicBezTo>
                  <a:cubicBezTo>
                    <a:pt x="1839" y="2358"/>
                    <a:pt x="66" y="969"/>
                    <a:pt x="46" y="954"/>
                  </a:cubicBezTo>
                  <a:lnTo>
                    <a:pt x="0" y="1008"/>
                  </a:lnTo>
                  <a:cubicBezTo>
                    <a:pt x="87" y="1077"/>
                    <a:pt x="1814" y="2430"/>
                    <a:pt x="2968" y="2430"/>
                  </a:cubicBezTo>
                  <a:cubicBezTo>
                    <a:pt x="3177" y="2430"/>
                    <a:pt x="3364" y="2390"/>
                    <a:pt x="3523" y="2289"/>
                  </a:cubicBezTo>
                  <a:cubicBezTo>
                    <a:pt x="4548" y="1624"/>
                    <a:pt x="5023" y="38"/>
                    <a:pt x="5028" y="19"/>
                  </a:cubicBezTo>
                  <a:lnTo>
                    <a:pt x="49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81"/>
            <p:cNvSpPr/>
            <p:nvPr/>
          </p:nvSpPr>
          <p:spPr>
            <a:xfrm>
              <a:off x="3000358" y="3987010"/>
              <a:ext cx="62593" cy="23550"/>
            </a:xfrm>
            <a:custGeom>
              <a:rect b="b" l="l" r="r" t="t"/>
              <a:pathLst>
                <a:path extrusionOk="0" h="640" w="1701">
                  <a:moveTo>
                    <a:pt x="1677" y="0"/>
                  </a:moveTo>
                  <a:lnTo>
                    <a:pt x="0" y="566"/>
                  </a:lnTo>
                  <a:lnTo>
                    <a:pt x="23" y="639"/>
                  </a:lnTo>
                  <a:lnTo>
                    <a:pt x="1700" y="69"/>
                  </a:lnTo>
                  <a:lnTo>
                    <a:pt x="16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81"/>
            <p:cNvSpPr/>
            <p:nvPr/>
          </p:nvSpPr>
          <p:spPr>
            <a:xfrm>
              <a:off x="3030053" y="3974756"/>
              <a:ext cx="11260" cy="53908"/>
            </a:xfrm>
            <a:custGeom>
              <a:rect b="b" l="l" r="r" t="t"/>
              <a:pathLst>
                <a:path extrusionOk="0" h="1465" w="306">
                  <a:moveTo>
                    <a:pt x="232" y="1"/>
                  </a:moveTo>
                  <a:lnTo>
                    <a:pt x="1" y="1455"/>
                  </a:lnTo>
                  <a:lnTo>
                    <a:pt x="73" y="1464"/>
                  </a:lnTo>
                  <a:lnTo>
                    <a:pt x="306" y="15"/>
                  </a:lnTo>
                  <a:lnTo>
                    <a:pt x="2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81"/>
            <p:cNvSpPr/>
            <p:nvPr/>
          </p:nvSpPr>
          <p:spPr>
            <a:xfrm>
              <a:off x="3045619" y="3998601"/>
              <a:ext cx="58398" cy="39116"/>
            </a:xfrm>
            <a:custGeom>
              <a:rect b="b" l="l" r="r" t="t"/>
              <a:pathLst>
                <a:path extrusionOk="0" h="1063" w="1587">
                  <a:moveTo>
                    <a:pt x="1547" y="0"/>
                  </a:moveTo>
                  <a:lnTo>
                    <a:pt x="1" y="1002"/>
                  </a:lnTo>
                  <a:lnTo>
                    <a:pt x="42" y="1063"/>
                  </a:lnTo>
                  <a:lnTo>
                    <a:pt x="1587" y="64"/>
                  </a:lnTo>
                  <a:lnTo>
                    <a:pt x="15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81"/>
            <p:cNvSpPr/>
            <p:nvPr/>
          </p:nvSpPr>
          <p:spPr>
            <a:xfrm>
              <a:off x="3073806" y="3994737"/>
              <a:ext cx="6256" cy="53688"/>
            </a:xfrm>
            <a:custGeom>
              <a:rect b="b" l="l" r="r" t="t"/>
              <a:pathLst>
                <a:path extrusionOk="0" h="1459" w="170">
                  <a:moveTo>
                    <a:pt x="97" y="0"/>
                  </a:moveTo>
                  <a:lnTo>
                    <a:pt x="1" y="1454"/>
                  </a:lnTo>
                  <a:lnTo>
                    <a:pt x="74" y="1459"/>
                  </a:lnTo>
                  <a:lnTo>
                    <a:pt x="169" y="5"/>
                  </a:lnTo>
                  <a:lnTo>
                    <a:pt x="9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81"/>
            <p:cNvSpPr/>
            <p:nvPr/>
          </p:nvSpPr>
          <p:spPr>
            <a:xfrm>
              <a:off x="1590241" y="2939643"/>
              <a:ext cx="849654" cy="441055"/>
            </a:xfrm>
            <a:custGeom>
              <a:rect b="b" l="l" r="r" t="t"/>
              <a:pathLst>
                <a:path extrusionOk="0" h="11986" w="23090">
                  <a:moveTo>
                    <a:pt x="4820" y="0"/>
                  </a:moveTo>
                  <a:cubicBezTo>
                    <a:pt x="4814" y="0"/>
                    <a:pt x="4809" y="0"/>
                    <a:pt x="4804" y="0"/>
                  </a:cubicBezTo>
                  <a:cubicBezTo>
                    <a:pt x="3136" y="42"/>
                    <a:pt x="1" y="520"/>
                    <a:pt x="1486" y="4723"/>
                  </a:cubicBezTo>
                  <a:cubicBezTo>
                    <a:pt x="1486" y="4723"/>
                    <a:pt x="4421" y="7247"/>
                    <a:pt x="10497" y="8921"/>
                  </a:cubicBezTo>
                  <a:cubicBezTo>
                    <a:pt x="15370" y="10260"/>
                    <a:pt x="18841" y="11986"/>
                    <a:pt x="20701" y="11986"/>
                  </a:cubicBezTo>
                  <a:cubicBezTo>
                    <a:pt x="21158" y="11986"/>
                    <a:pt x="21518" y="11882"/>
                    <a:pt x="21777" y="11641"/>
                  </a:cubicBezTo>
                  <a:cubicBezTo>
                    <a:pt x="23090" y="10425"/>
                    <a:pt x="21436" y="8620"/>
                    <a:pt x="19252" y="7120"/>
                  </a:cubicBezTo>
                  <a:cubicBezTo>
                    <a:pt x="17076" y="5621"/>
                    <a:pt x="6535" y="0"/>
                    <a:pt x="482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81"/>
            <p:cNvSpPr/>
            <p:nvPr/>
          </p:nvSpPr>
          <p:spPr>
            <a:xfrm>
              <a:off x="1611399" y="2921023"/>
              <a:ext cx="772674" cy="499158"/>
            </a:xfrm>
            <a:custGeom>
              <a:rect b="b" l="l" r="r" t="t"/>
              <a:pathLst>
                <a:path extrusionOk="0" h="13565" w="20998">
                  <a:moveTo>
                    <a:pt x="4497" y="1"/>
                  </a:moveTo>
                  <a:cubicBezTo>
                    <a:pt x="3480" y="1"/>
                    <a:pt x="1" y="2049"/>
                    <a:pt x="2320" y="6017"/>
                  </a:cubicBezTo>
                  <a:cubicBezTo>
                    <a:pt x="2320" y="6017"/>
                    <a:pt x="5970" y="9991"/>
                    <a:pt x="11025" y="11655"/>
                  </a:cubicBezTo>
                  <a:cubicBezTo>
                    <a:pt x="13905" y="12603"/>
                    <a:pt x="15533" y="13068"/>
                    <a:pt x="16694" y="13565"/>
                  </a:cubicBezTo>
                  <a:lnTo>
                    <a:pt x="20997" y="7999"/>
                  </a:lnTo>
                  <a:cubicBezTo>
                    <a:pt x="17889" y="5885"/>
                    <a:pt x="5295" y="365"/>
                    <a:pt x="4685" y="37"/>
                  </a:cubicBezTo>
                  <a:cubicBezTo>
                    <a:pt x="4640" y="13"/>
                    <a:pt x="4576" y="1"/>
                    <a:pt x="449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81"/>
            <p:cNvSpPr/>
            <p:nvPr/>
          </p:nvSpPr>
          <p:spPr>
            <a:xfrm>
              <a:off x="1867289" y="2399639"/>
              <a:ext cx="522856" cy="497171"/>
            </a:xfrm>
            <a:custGeom>
              <a:rect b="b" l="l" r="r" t="t"/>
              <a:pathLst>
                <a:path extrusionOk="0" h="13511" w="14209">
                  <a:moveTo>
                    <a:pt x="1883" y="1"/>
                  </a:moveTo>
                  <a:cubicBezTo>
                    <a:pt x="1413" y="1"/>
                    <a:pt x="985" y="162"/>
                    <a:pt x="735" y="615"/>
                  </a:cubicBezTo>
                  <a:cubicBezTo>
                    <a:pt x="1" y="1955"/>
                    <a:pt x="2535" y="4357"/>
                    <a:pt x="2836" y="4954"/>
                  </a:cubicBezTo>
                  <a:cubicBezTo>
                    <a:pt x="3137" y="5552"/>
                    <a:pt x="9731" y="12220"/>
                    <a:pt x="10939" y="13085"/>
                  </a:cubicBezTo>
                  <a:cubicBezTo>
                    <a:pt x="11335" y="13368"/>
                    <a:pt x="11844" y="13511"/>
                    <a:pt x="12327" y="13511"/>
                  </a:cubicBezTo>
                  <a:cubicBezTo>
                    <a:pt x="13324" y="13511"/>
                    <a:pt x="14209" y="12902"/>
                    <a:pt x="13751" y="11659"/>
                  </a:cubicBezTo>
                  <a:cubicBezTo>
                    <a:pt x="13076" y="9818"/>
                    <a:pt x="4111" y="857"/>
                    <a:pt x="4111" y="857"/>
                  </a:cubicBezTo>
                  <a:cubicBezTo>
                    <a:pt x="3871" y="610"/>
                    <a:pt x="2797" y="1"/>
                    <a:pt x="188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81"/>
            <p:cNvSpPr/>
            <p:nvPr/>
          </p:nvSpPr>
          <p:spPr>
            <a:xfrm>
              <a:off x="2199534" y="2746272"/>
              <a:ext cx="659448" cy="145129"/>
            </a:xfrm>
            <a:custGeom>
              <a:rect b="b" l="l" r="r" t="t"/>
              <a:pathLst>
                <a:path extrusionOk="0" h="3944" w="17921">
                  <a:moveTo>
                    <a:pt x="16605" y="1"/>
                  </a:moveTo>
                  <a:cubicBezTo>
                    <a:pt x="16600" y="1"/>
                    <a:pt x="16595" y="1"/>
                    <a:pt x="16591" y="1"/>
                  </a:cubicBezTo>
                  <a:cubicBezTo>
                    <a:pt x="16591" y="1"/>
                    <a:pt x="4034" y="129"/>
                    <a:pt x="2699" y="598"/>
                  </a:cubicBezTo>
                  <a:cubicBezTo>
                    <a:pt x="1363" y="1063"/>
                    <a:pt x="0" y="2567"/>
                    <a:pt x="1914" y="3688"/>
                  </a:cubicBezTo>
                  <a:cubicBezTo>
                    <a:pt x="2219" y="3867"/>
                    <a:pt x="2762" y="3943"/>
                    <a:pt x="3466" y="3943"/>
                  </a:cubicBezTo>
                  <a:cubicBezTo>
                    <a:pt x="7175" y="3943"/>
                    <a:pt x="15347" y="1812"/>
                    <a:pt x="16527" y="1268"/>
                  </a:cubicBezTo>
                  <a:cubicBezTo>
                    <a:pt x="17921" y="625"/>
                    <a:pt x="17310" y="1"/>
                    <a:pt x="16605"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81"/>
            <p:cNvSpPr/>
            <p:nvPr/>
          </p:nvSpPr>
          <p:spPr>
            <a:xfrm>
              <a:off x="2749951" y="2725555"/>
              <a:ext cx="275282" cy="83236"/>
            </a:xfrm>
            <a:custGeom>
              <a:rect b="b" l="l" r="r" t="t"/>
              <a:pathLst>
                <a:path extrusionOk="0" h="2262" w="7481">
                  <a:moveTo>
                    <a:pt x="3844" y="1"/>
                  </a:moveTo>
                  <a:cubicBezTo>
                    <a:pt x="2521" y="1"/>
                    <a:pt x="240" y="563"/>
                    <a:pt x="124" y="1220"/>
                  </a:cubicBezTo>
                  <a:cubicBezTo>
                    <a:pt x="1" y="1935"/>
                    <a:pt x="2262" y="1963"/>
                    <a:pt x="3046" y="2173"/>
                  </a:cubicBezTo>
                  <a:cubicBezTo>
                    <a:pt x="3271" y="2233"/>
                    <a:pt x="3610" y="2261"/>
                    <a:pt x="3976" y="2261"/>
                  </a:cubicBezTo>
                  <a:cubicBezTo>
                    <a:pt x="4874" y="2261"/>
                    <a:pt x="5935" y="2093"/>
                    <a:pt x="5880" y="1831"/>
                  </a:cubicBezTo>
                  <a:cubicBezTo>
                    <a:pt x="5846" y="1678"/>
                    <a:pt x="5589" y="1642"/>
                    <a:pt x="5277" y="1642"/>
                  </a:cubicBezTo>
                  <a:cubicBezTo>
                    <a:pt x="5000" y="1642"/>
                    <a:pt x="4679" y="1671"/>
                    <a:pt x="4434" y="1671"/>
                  </a:cubicBezTo>
                  <a:cubicBezTo>
                    <a:pt x="4298" y="1671"/>
                    <a:pt x="4186" y="1662"/>
                    <a:pt x="4117" y="1635"/>
                  </a:cubicBezTo>
                  <a:cubicBezTo>
                    <a:pt x="3784" y="1503"/>
                    <a:pt x="3757" y="1312"/>
                    <a:pt x="3902" y="1247"/>
                  </a:cubicBezTo>
                  <a:cubicBezTo>
                    <a:pt x="3902" y="1247"/>
                    <a:pt x="4424" y="988"/>
                    <a:pt x="4972" y="988"/>
                  </a:cubicBezTo>
                  <a:cubicBezTo>
                    <a:pt x="5010" y="988"/>
                    <a:pt x="5048" y="990"/>
                    <a:pt x="5087" y="992"/>
                  </a:cubicBezTo>
                  <a:cubicBezTo>
                    <a:pt x="5453" y="1017"/>
                    <a:pt x="6306" y="1125"/>
                    <a:pt x="6878" y="1125"/>
                  </a:cubicBezTo>
                  <a:cubicBezTo>
                    <a:pt x="7233" y="1125"/>
                    <a:pt x="7481" y="1084"/>
                    <a:pt x="7439" y="956"/>
                  </a:cubicBezTo>
                  <a:cubicBezTo>
                    <a:pt x="7325" y="628"/>
                    <a:pt x="5406" y="145"/>
                    <a:pt x="4194" y="17"/>
                  </a:cubicBezTo>
                  <a:cubicBezTo>
                    <a:pt x="4088" y="6"/>
                    <a:pt x="3970" y="1"/>
                    <a:pt x="384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81"/>
            <p:cNvSpPr/>
            <p:nvPr/>
          </p:nvSpPr>
          <p:spPr>
            <a:xfrm>
              <a:off x="1628952" y="2391949"/>
              <a:ext cx="302475" cy="199332"/>
            </a:xfrm>
            <a:custGeom>
              <a:rect b="b" l="l" r="r" t="t"/>
              <a:pathLst>
                <a:path extrusionOk="0" h="5417" w="8220">
                  <a:moveTo>
                    <a:pt x="7213" y="0"/>
                  </a:moveTo>
                  <a:cubicBezTo>
                    <a:pt x="6384" y="0"/>
                    <a:pt x="5662" y="59"/>
                    <a:pt x="5662" y="59"/>
                  </a:cubicBezTo>
                  <a:lnTo>
                    <a:pt x="3857" y="31"/>
                  </a:lnTo>
                  <a:cubicBezTo>
                    <a:pt x="3857" y="31"/>
                    <a:pt x="1345" y="305"/>
                    <a:pt x="1" y="469"/>
                  </a:cubicBezTo>
                  <a:cubicBezTo>
                    <a:pt x="106" y="1316"/>
                    <a:pt x="312" y="2155"/>
                    <a:pt x="808" y="2934"/>
                  </a:cubicBezTo>
                  <a:cubicBezTo>
                    <a:pt x="1771" y="4259"/>
                    <a:pt x="3532" y="5417"/>
                    <a:pt x="5040" y="5417"/>
                  </a:cubicBezTo>
                  <a:cubicBezTo>
                    <a:pt x="5700" y="5417"/>
                    <a:pt x="6312" y="5194"/>
                    <a:pt x="6787" y="4667"/>
                  </a:cubicBezTo>
                  <a:cubicBezTo>
                    <a:pt x="7887" y="3395"/>
                    <a:pt x="8095" y="1741"/>
                    <a:pt x="8219" y="36"/>
                  </a:cubicBezTo>
                  <a:cubicBezTo>
                    <a:pt x="7893" y="10"/>
                    <a:pt x="7544" y="0"/>
                    <a:pt x="721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81"/>
            <p:cNvSpPr/>
            <p:nvPr/>
          </p:nvSpPr>
          <p:spPr>
            <a:xfrm>
              <a:off x="1549322" y="2393237"/>
              <a:ext cx="491247" cy="541770"/>
            </a:xfrm>
            <a:custGeom>
              <a:rect b="b" l="l" r="r" t="t"/>
              <a:pathLst>
                <a:path extrusionOk="0" h="14723" w="13350">
                  <a:moveTo>
                    <a:pt x="10383" y="1"/>
                  </a:moveTo>
                  <a:cubicBezTo>
                    <a:pt x="10259" y="1706"/>
                    <a:pt x="10051" y="3360"/>
                    <a:pt x="8951" y="4632"/>
                  </a:cubicBezTo>
                  <a:cubicBezTo>
                    <a:pt x="8476" y="5159"/>
                    <a:pt x="7864" y="5382"/>
                    <a:pt x="7204" y="5382"/>
                  </a:cubicBezTo>
                  <a:cubicBezTo>
                    <a:pt x="5696" y="5382"/>
                    <a:pt x="3935" y="4224"/>
                    <a:pt x="2972" y="2899"/>
                  </a:cubicBezTo>
                  <a:cubicBezTo>
                    <a:pt x="2476" y="2120"/>
                    <a:pt x="2270" y="1281"/>
                    <a:pt x="2165" y="434"/>
                  </a:cubicBezTo>
                  <a:cubicBezTo>
                    <a:pt x="1988" y="457"/>
                    <a:pt x="1832" y="475"/>
                    <a:pt x="1704" y="493"/>
                  </a:cubicBezTo>
                  <a:cubicBezTo>
                    <a:pt x="602" y="639"/>
                    <a:pt x="0" y="1929"/>
                    <a:pt x="133" y="3465"/>
                  </a:cubicBezTo>
                  <a:cubicBezTo>
                    <a:pt x="261" y="5005"/>
                    <a:pt x="1750" y="7827"/>
                    <a:pt x="2220" y="8829"/>
                  </a:cubicBezTo>
                  <a:cubicBezTo>
                    <a:pt x="2685" y="9832"/>
                    <a:pt x="3469" y="14462"/>
                    <a:pt x="3469" y="14462"/>
                  </a:cubicBezTo>
                  <a:lnTo>
                    <a:pt x="9508" y="14723"/>
                  </a:lnTo>
                  <a:cubicBezTo>
                    <a:pt x="9508" y="14723"/>
                    <a:pt x="9672" y="14536"/>
                    <a:pt x="9744" y="13555"/>
                  </a:cubicBezTo>
                  <a:cubicBezTo>
                    <a:pt x="9813" y="12575"/>
                    <a:pt x="10565" y="10215"/>
                    <a:pt x="11955" y="7129"/>
                  </a:cubicBezTo>
                  <a:cubicBezTo>
                    <a:pt x="13350" y="4048"/>
                    <a:pt x="12375" y="885"/>
                    <a:pt x="11696" y="324"/>
                  </a:cubicBezTo>
                  <a:cubicBezTo>
                    <a:pt x="11467" y="137"/>
                    <a:pt x="10957" y="42"/>
                    <a:pt x="1038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81"/>
            <p:cNvSpPr/>
            <p:nvPr/>
          </p:nvSpPr>
          <p:spPr>
            <a:xfrm>
              <a:off x="1598778" y="2401958"/>
              <a:ext cx="202460" cy="227997"/>
            </a:xfrm>
            <a:custGeom>
              <a:rect b="b" l="l" r="r" t="t"/>
              <a:pathLst>
                <a:path extrusionOk="0" h="6196" w="5502">
                  <a:moveTo>
                    <a:pt x="2489" y="1"/>
                  </a:moveTo>
                  <a:lnTo>
                    <a:pt x="1" y="352"/>
                  </a:lnTo>
                  <a:lnTo>
                    <a:pt x="1214" y="6195"/>
                  </a:lnTo>
                  <a:lnTo>
                    <a:pt x="5502" y="5123"/>
                  </a:lnTo>
                  <a:cubicBezTo>
                    <a:pt x="3483" y="4837"/>
                    <a:pt x="2489" y="1"/>
                    <a:pt x="2489"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81"/>
            <p:cNvSpPr/>
            <p:nvPr/>
          </p:nvSpPr>
          <p:spPr>
            <a:xfrm>
              <a:off x="1727569" y="2172672"/>
              <a:ext cx="112932" cy="263139"/>
            </a:xfrm>
            <a:custGeom>
              <a:rect b="b" l="l" r="r" t="t"/>
              <a:pathLst>
                <a:path extrusionOk="0" h="7151" w="3069">
                  <a:moveTo>
                    <a:pt x="1001" y="1"/>
                  </a:moveTo>
                  <a:cubicBezTo>
                    <a:pt x="857" y="1"/>
                    <a:pt x="697" y="26"/>
                    <a:pt x="520" y="83"/>
                  </a:cubicBezTo>
                  <a:lnTo>
                    <a:pt x="1" y="6474"/>
                  </a:lnTo>
                  <a:cubicBezTo>
                    <a:pt x="1" y="6474"/>
                    <a:pt x="648" y="7057"/>
                    <a:pt x="1537" y="7143"/>
                  </a:cubicBezTo>
                  <a:cubicBezTo>
                    <a:pt x="1592" y="7148"/>
                    <a:pt x="1646" y="7151"/>
                    <a:pt x="1699" y="7151"/>
                  </a:cubicBezTo>
                  <a:cubicBezTo>
                    <a:pt x="2503" y="7151"/>
                    <a:pt x="3068" y="6606"/>
                    <a:pt x="3068" y="6606"/>
                  </a:cubicBezTo>
                  <a:lnTo>
                    <a:pt x="2280" y="1301"/>
                  </a:lnTo>
                  <a:cubicBezTo>
                    <a:pt x="2280" y="1301"/>
                    <a:pt x="2038" y="1"/>
                    <a:pt x="10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81"/>
            <p:cNvSpPr/>
            <p:nvPr/>
          </p:nvSpPr>
          <p:spPr>
            <a:xfrm>
              <a:off x="1751267" y="2168330"/>
              <a:ext cx="66603" cy="94496"/>
            </a:xfrm>
            <a:custGeom>
              <a:rect b="b" l="l" r="r" t="t"/>
              <a:pathLst>
                <a:path extrusionOk="0" h="2568" w="1810">
                  <a:moveTo>
                    <a:pt x="653" y="0"/>
                  </a:moveTo>
                  <a:cubicBezTo>
                    <a:pt x="0" y="0"/>
                    <a:pt x="82" y="489"/>
                    <a:pt x="82" y="489"/>
                  </a:cubicBezTo>
                  <a:cubicBezTo>
                    <a:pt x="82" y="489"/>
                    <a:pt x="1153" y="2475"/>
                    <a:pt x="1809" y="2567"/>
                  </a:cubicBezTo>
                  <a:lnTo>
                    <a:pt x="1631" y="1150"/>
                  </a:lnTo>
                  <a:cubicBezTo>
                    <a:pt x="1631" y="1150"/>
                    <a:pt x="1418" y="33"/>
                    <a:pt x="707" y="1"/>
                  </a:cubicBezTo>
                  <a:cubicBezTo>
                    <a:pt x="688" y="1"/>
                    <a:pt x="670" y="0"/>
                    <a:pt x="653"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81"/>
            <p:cNvSpPr/>
            <p:nvPr/>
          </p:nvSpPr>
          <p:spPr>
            <a:xfrm>
              <a:off x="1539019" y="2901410"/>
              <a:ext cx="490474" cy="441018"/>
            </a:xfrm>
            <a:custGeom>
              <a:rect b="b" l="l" r="r" t="t"/>
              <a:pathLst>
                <a:path extrusionOk="0" h="11985" w="13329">
                  <a:moveTo>
                    <a:pt x="3886" y="0"/>
                  </a:moveTo>
                  <a:cubicBezTo>
                    <a:pt x="3886" y="0"/>
                    <a:pt x="983" y="4304"/>
                    <a:pt x="398" y="7854"/>
                  </a:cubicBezTo>
                  <a:cubicBezTo>
                    <a:pt x="0" y="10298"/>
                    <a:pt x="3298" y="11984"/>
                    <a:pt x="6345" y="11984"/>
                  </a:cubicBezTo>
                  <a:cubicBezTo>
                    <a:pt x="7723" y="11984"/>
                    <a:pt x="9051" y="11639"/>
                    <a:pt x="9961" y="10862"/>
                  </a:cubicBezTo>
                  <a:cubicBezTo>
                    <a:pt x="13329" y="7991"/>
                    <a:pt x="12117" y="5798"/>
                    <a:pt x="11506" y="3397"/>
                  </a:cubicBezTo>
                  <a:cubicBezTo>
                    <a:pt x="10945" y="1199"/>
                    <a:pt x="9929" y="0"/>
                    <a:pt x="992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81"/>
            <p:cNvSpPr/>
            <p:nvPr/>
          </p:nvSpPr>
          <p:spPr>
            <a:xfrm>
              <a:off x="1630350" y="2927573"/>
              <a:ext cx="114367" cy="66272"/>
            </a:xfrm>
            <a:custGeom>
              <a:rect b="b" l="l" r="r" t="t"/>
              <a:pathLst>
                <a:path extrusionOk="0" h="1801" w="3108">
                  <a:moveTo>
                    <a:pt x="3021" y="0"/>
                  </a:moveTo>
                  <a:cubicBezTo>
                    <a:pt x="3021" y="6"/>
                    <a:pt x="2975" y="557"/>
                    <a:pt x="2028" y="1291"/>
                  </a:cubicBezTo>
                  <a:cubicBezTo>
                    <a:pt x="1595" y="1625"/>
                    <a:pt x="1141" y="1716"/>
                    <a:pt x="776" y="1716"/>
                  </a:cubicBezTo>
                  <a:cubicBezTo>
                    <a:pt x="345" y="1716"/>
                    <a:pt x="37" y="1589"/>
                    <a:pt x="32" y="1586"/>
                  </a:cubicBezTo>
                  <a:lnTo>
                    <a:pt x="0" y="1664"/>
                  </a:lnTo>
                  <a:cubicBezTo>
                    <a:pt x="5" y="1668"/>
                    <a:pt x="328" y="1801"/>
                    <a:pt x="779" y="1801"/>
                  </a:cubicBezTo>
                  <a:cubicBezTo>
                    <a:pt x="1162" y="1801"/>
                    <a:pt x="1631" y="1706"/>
                    <a:pt x="2083" y="1359"/>
                  </a:cubicBezTo>
                  <a:cubicBezTo>
                    <a:pt x="3063" y="598"/>
                    <a:pt x="3103" y="28"/>
                    <a:pt x="3108" y="6"/>
                  </a:cubicBezTo>
                  <a:lnTo>
                    <a:pt x="302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81"/>
            <p:cNvSpPr/>
            <p:nvPr/>
          </p:nvSpPr>
          <p:spPr>
            <a:xfrm>
              <a:off x="1665197" y="2926064"/>
              <a:ext cx="262035" cy="3238"/>
            </a:xfrm>
            <a:custGeom>
              <a:rect b="b" l="l" r="r" t="t"/>
              <a:pathLst>
                <a:path extrusionOk="0" h="88" w="7121">
                  <a:moveTo>
                    <a:pt x="0" y="1"/>
                  </a:moveTo>
                  <a:lnTo>
                    <a:pt x="0" y="87"/>
                  </a:lnTo>
                  <a:lnTo>
                    <a:pt x="7120" y="87"/>
                  </a:lnTo>
                  <a:lnTo>
                    <a:pt x="712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81"/>
            <p:cNvSpPr/>
            <p:nvPr/>
          </p:nvSpPr>
          <p:spPr>
            <a:xfrm>
              <a:off x="2188237" y="3402408"/>
              <a:ext cx="922329" cy="827465"/>
            </a:xfrm>
            <a:custGeom>
              <a:rect b="b" l="l" r="r" t="t"/>
              <a:pathLst>
                <a:path extrusionOk="0" h="22487" w="25065">
                  <a:moveTo>
                    <a:pt x="2661" y="1"/>
                  </a:moveTo>
                  <a:cubicBezTo>
                    <a:pt x="1333" y="1"/>
                    <a:pt x="1" y="1495"/>
                    <a:pt x="1369" y="3377"/>
                  </a:cubicBezTo>
                  <a:cubicBezTo>
                    <a:pt x="1369" y="3377"/>
                    <a:pt x="3712" y="6854"/>
                    <a:pt x="7213" y="10692"/>
                  </a:cubicBezTo>
                  <a:cubicBezTo>
                    <a:pt x="10713" y="14530"/>
                    <a:pt x="21756" y="21886"/>
                    <a:pt x="23301" y="22406"/>
                  </a:cubicBezTo>
                  <a:cubicBezTo>
                    <a:pt x="23460" y="22458"/>
                    <a:pt x="23644" y="22487"/>
                    <a:pt x="23824" y="22487"/>
                  </a:cubicBezTo>
                  <a:cubicBezTo>
                    <a:pt x="24471" y="22487"/>
                    <a:pt x="25064" y="22117"/>
                    <a:pt x="24245" y="21148"/>
                  </a:cubicBezTo>
                  <a:cubicBezTo>
                    <a:pt x="23196" y="19903"/>
                    <a:pt x="5134" y="1549"/>
                    <a:pt x="3712" y="373"/>
                  </a:cubicBezTo>
                  <a:cubicBezTo>
                    <a:pt x="3401" y="117"/>
                    <a:pt x="3031" y="1"/>
                    <a:pt x="266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81"/>
            <p:cNvSpPr/>
            <p:nvPr/>
          </p:nvSpPr>
          <p:spPr>
            <a:xfrm>
              <a:off x="3079362" y="3926809"/>
              <a:ext cx="284113" cy="368821"/>
            </a:xfrm>
            <a:custGeom>
              <a:rect b="b" l="l" r="r" t="t"/>
              <a:pathLst>
                <a:path extrusionOk="0" h="10023" w="7721">
                  <a:moveTo>
                    <a:pt x="6367" y="0"/>
                  </a:moveTo>
                  <a:lnTo>
                    <a:pt x="1" y="9194"/>
                  </a:lnTo>
                  <a:lnTo>
                    <a:pt x="1204" y="10023"/>
                  </a:lnTo>
                  <a:lnTo>
                    <a:pt x="7721" y="616"/>
                  </a:lnTo>
                  <a:cubicBezTo>
                    <a:pt x="7721" y="616"/>
                    <a:pt x="7575" y="561"/>
                    <a:pt x="636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81"/>
            <p:cNvSpPr/>
            <p:nvPr/>
          </p:nvSpPr>
          <p:spPr>
            <a:xfrm>
              <a:off x="2918998" y="3922725"/>
              <a:ext cx="394653" cy="342401"/>
            </a:xfrm>
            <a:custGeom>
              <a:rect b="b" l="l" r="r" t="t"/>
              <a:pathLst>
                <a:path extrusionOk="0" h="9305" w="10725">
                  <a:moveTo>
                    <a:pt x="10278" y="1"/>
                  </a:moveTo>
                  <a:cubicBezTo>
                    <a:pt x="8941" y="1"/>
                    <a:pt x="6816" y="2586"/>
                    <a:pt x="5447" y="4209"/>
                  </a:cubicBezTo>
                  <a:cubicBezTo>
                    <a:pt x="4987" y="4752"/>
                    <a:pt x="4450" y="4940"/>
                    <a:pt x="3925" y="4940"/>
                  </a:cubicBezTo>
                  <a:cubicBezTo>
                    <a:pt x="2732" y="4940"/>
                    <a:pt x="1605" y="3967"/>
                    <a:pt x="1605" y="3967"/>
                  </a:cubicBezTo>
                  <a:lnTo>
                    <a:pt x="1" y="6282"/>
                  </a:lnTo>
                  <a:lnTo>
                    <a:pt x="4359" y="9305"/>
                  </a:lnTo>
                  <a:lnTo>
                    <a:pt x="10725" y="111"/>
                  </a:lnTo>
                  <a:cubicBezTo>
                    <a:pt x="10697" y="102"/>
                    <a:pt x="10676" y="89"/>
                    <a:pt x="10648" y="79"/>
                  </a:cubicBezTo>
                  <a:cubicBezTo>
                    <a:pt x="10533" y="26"/>
                    <a:pt x="10409" y="1"/>
                    <a:pt x="1027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81"/>
            <p:cNvSpPr/>
            <p:nvPr/>
          </p:nvSpPr>
          <p:spPr>
            <a:xfrm>
              <a:off x="3165063" y="3928649"/>
              <a:ext cx="97624" cy="178836"/>
            </a:xfrm>
            <a:custGeom>
              <a:rect b="b" l="l" r="r" t="t"/>
              <a:pathLst>
                <a:path extrusionOk="0" h="4860" w="2653">
                  <a:moveTo>
                    <a:pt x="2594" y="0"/>
                  </a:moveTo>
                  <a:cubicBezTo>
                    <a:pt x="2580" y="15"/>
                    <a:pt x="1435" y="1555"/>
                    <a:pt x="724" y="2699"/>
                  </a:cubicBezTo>
                  <a:cubicBezTo>
                    <a:pt x="0" y="3866"/>
                    <a:pt x="615" y="4845"/>
                    <a:pt x="619" y="4859"/>
                  </a:cubicBezTo>
                  <a:lnTo>
                    <a:pt x="684" y="4818"/>
                  </a:lnTo>
                  <a:cubicBezTo>
                    <a:pt x="680" y="4809"/>
                    <a:pt x="87" y="3866"/>
                    <a:pt x="784" y="2739"/>
                  </a:cubicBezTo>
                  <a:cubicBezTo>
                    <a:pt x="1495" y="1596"/>
                    <a:pt x="2639" y="59"/>
                    <a:pt x="2653" y="46"/>
                  </a:cubicBezTo>
                  <a:lnTo>
                    <a:pt x="25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81"/>
            <p:cNvSpPr/>
            <p:nvPr/>
          </p:nvSpPr>
          <p:spPr>
            <a:xfrm>
              <a:off x="2948032" y="4065168"/>
              <a:ext cx="182994" cy="93318"/>
            </a:xfrm>
            <a:custGeom>
              <a:rect b="b" l="l" r="r" t="t"/>
              <a:pathLst>
                <a:path extrusionOk="0" h="2536" w="4973">
                  <a:moveTo>
                    <a:pt x="4900" y="1"/>
                  </a:moveTo>
                  <a:cubicBezTo>
                    <a:pt x="4895" y="19"/>
                    <a:pt x="4512" y="1600"/>
                    <a:pt x="3542" y="2302"/>
                  </a:cubicBezTo>
                  <a:cubicBezTo>
                    <a:pt x="3385" y="2416"/>
                    <a:pt x="3186" y="2463"/>
                    <a:pt x="2964" y="2463"/>
                  </a:cubicBezTo>
                  <a:cubicBezTo>
                    <a:pt x="1827" y="2463"/>
                    <a:pt x="65" y="1228"/>
                    <a:pt x="46" y="1213"/>
                  </a:cubicBezTo>
                  <a:lnTo>
                    <a:pt x="0" y="1272"/>
                  </a:lnTo>
                  <a:cubicBezTo>
                    <a:pt x="91" y="1332"/>
                    <a:pt x="1805" y="2535"/>
                    <a:pt x="2958" y="2535"/>
                  </a:cubicBezTo>
                  <a:cubicBezTo>
                    <a:pt x="3200" y="2535"/>
                    <a:pt x="3414" y="2485"/>
                    <a:pt x="3587" y="2361"/>
                  </a:cubicBezTo>
                  <a:cubicBezTo>
                    <a:pt x="4576" y="1646"/>
                    <a:pt x="4969" y="32"/>
                    <a:pt x="4973" y="19"/>
                  </a:cubicBezTo>
                  <a:lnTo>
                    <a:pt x="490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81"/>
            <p:cNvSpPr/>
            <p:nvPr/>
          </p:nvSpPr>
          <p:spPr>
            <a:xfrm>
              <a:off x="2960616" y="4093833"/>
              <a:ext cx="61415" cy="26715"/>
            </a:xfrm>
            <a:custGeom>
              <a:rect b="b" l="l" r="r" t="t"/>
              <a:pathLst>
                <a:path extrusionOk="0" h="726" w="1669">
                  <a:moveTo>
                    <a:pt x="1641" y="0"/>
                  </a:moveTo>
                  <a:lnTo>
                    <a:pt x="1" y="657"/>
                  </a:lnTo>
                  <a:lnTo>
                    <a:pt x="28" y="726"/>
                  </a:lnTo>
                  <a:lnTo>
                    <a:pt x="1669" y="69"/>
                  </a:lnTo>
                  <a:lnTo>
                    <a:pt x="164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81"/>
            <p:cNvSpPr/>
            <p:nvPr/>
          </p:nvSpPr>
          <p:spPr>
            <a:xfrm>
              <a:off x="2991122" y="4082978"/>
              <a:ext cx="8574" cy="53982"/>
            </a:xfrm>
            <a:custGeom>
              <a:rect b="b" l="l" r="r" t="t"/>
              <a:pathLst>
                <a:path extrusionOk="0" h="1467" w="233">
                  <a:moveTo>
                    <a:pt x="161" y="0"/>
                  </a:moveTo>
                  <a:lnTo>
                    <a:pt x="1" y="1463"/>
                  </a:lnTo>
                  <a:lnTo>
                    <a:pt x="74" y="1467"/>
                  </a:lnTo>
                  <a:lnTo>
                    <a:pt x="233" y="9"/>
                  </a:lnTo>
                  <a:lnTo>
                    <a:pt x="16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81"/>
            <p:cNvSpPr/>
            <p:nvPr/>
          </p:nvSpPr>
          <p:spPr>
            <a:xfrm>
              <a:off x="3007239" y="4103400"/>
              <a:ext cx="56374" cy="41986"/>
            </a:xfrm>
            <a:custGeom>
              <a:rect b="b" l="l" r="r" t="t"/>
              <a:pathLst>
                <a:path extrusionOk="0" h="1141" w="1532">
                  <a:moveTo>
                    <a:pt x="1490" y="1"/>
                  </a:moveTo>
                  <a:lnTo>
                    <a:pt x="0" y="1080"/>
                  </a:lnTo>
                  <a:lnTo>
                    <a:pt x="41" y="1141"/>
                  </a:lnTo>
                  <a:lnTo>
                    <a:pt x="1532" y="60"/>
                  </a:lnTo>
                  <a:lnTo>
                    <a:pt x="14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81"/>
            <p:cNvSpPr/>
            <p:nvPr/>
          </p:nvSpPr>
          <p:spPr>
            <a:xfrm>
              <a:off x="3035904" y="4100861"/>
              <a:ext cx="3569" cy="53761"/>
            </a:xfrm>
            <a:custGeom>
              <a:rect b="b" l="l" r="r" t="t"/>
              <a:pathLst>
                <a:path extrusionOk="0" h="1461" w="97">
                  <a:moveTo>
                    <a:pt x="19" y="1"/>
                  </a:moveTo>
                  <a:lnTo>
                    <a:pt x="0" y="1456"/>
                  </a:lnTo>
                  <a:lnTo>
                    <a:pt x="73" y="1460"/>
                  </a:lnTo>
                  <a:lnTo>
                    <a:pt x="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81"/>
            <p:cNvSpPr/>
            <p:nvPr/>
          </p:nvSpPr>
          <p:spPr>
            <a:xfrm>
              <a:off x="1544133" y="3137135"/>
              <a:ext cx="841964" cy="409814"/>
            </a:xfrm>
            <a:custGeom>
              <a:rect b="b" l="l" r="r" t="t"/>
              <a:pathLst>
                <a:path extrusionOk="0" h="11137" w="22881">
                  <a:moveTo>
                    <a:pt x="4136" y="1"/>
                  </a:moveTo>
                  <a:cubicBezTo>
                    <a:pt x="4113" y="1"/>
                    <a:pt x="4091" y="2"/>
                    <a:pt x="4070" y="3"/>
                  </a:cubicBezTo>
                  <a:cubicBezTo>
                    <a:pt x="2407" y="126"/>
                    <a:pt x="0" y="1758"/>
                    <a:pt x="1468" y="5212"/>
                  </a:cubicBezTo>
                  <a:cubicBezTo>
                    <a:pt x="1468" y="5212"/>
                    <a:pt x="4066" y="7259"/>
                    <a:pt x="10219" y="8607"/>
                  </a:cubicBezTo>
                  <a:cubicBezTo>
                    <a:pt x="15007" y="9654"/>
                    <a:pt x="18498" y="11137"/>
                    <a:pt x="20400" y="11137"/>
                  </a:cubicBezTo>
                  <a:cubicBezTo>
                    <a:pt x="20941" y="11137"/>
                    <a:pt x="21354" y="11017"/>
                    <a:pt x="21631" y="10732"/>
                  </a:cubicBezTo>
                  <a:cubicBezTo>
                    <a:pt x="22880" y="9446"/>
                    <a:pt x="21130" y="7732"/>
                    <a:pt x="18869" y="6347"/>
                  </a:cubicBezTo>
                  <a:cubicBezTo>
                    <a:pt x="16636" y="4979"/>
                    <a:pt x="5997" y="1"/>
                    <a:pt x="413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81"/>
            <p:cNvSpPr/>
            <p:nvPr/>
          </p:nvSpPr>
          <p:spPr>
            <a:xfrm>
              <a:off x="1481541" y="3113658"/>
              <a:ext cx="832249" cy="485653"/>
            </a:xfrm>
            <a:custGeom>
              <a:rect b="b" l="l" r="r" t="t"/>
              <a:pathLst>
                <a:path extrusionOk="0" h="13198" w="22617">
                  <a:moveTo>
                    <a:pt x="5025" y="1"/>
                  </a:moveTo>
                  <a:cubicBezTo>
                    <a:pt x="3811" y="1"/>
                    <a:pt x="1" y="1482"/>
                    <a:pt x="3256" y="6133"/>
                  </a:cubicBezTo>
                  <a:cubicBezTo>
                    <a:pt x="3256" y="6133"/>
                    <a:pt x="7111" y="9916"/>
                    <a:pt x="12243" y="11311"/>
                  </a:cubicBezTo>
                  <a:cubicBezTo>
                    <a:pt x="15776" y="12268"/>
                    <a:pt x="17453" y="12623"/>
                    <a:pt x="18692" y="13197"/>
                  </a:cubicBezTo>
                  <a:lnTo>
                    <a:pt x="22617" y="7537"/>
                  </a:lnTo>
                  <a:cubicBezTo>
                    <a:pt x="22516" y="7468"/>
                    <a:pt x="22421" y="7404"/>
                    <a:pt x="22320" y="7337"/>
                  </a:cubicBezTo>
                  <a:cubicBezTo>
                    <a:pt x="19745" y="5545"/>
                    <a:pt x="5953" y="349"/>
                    <a:pt x="5302" y="44"/>
                  </a:cubicBezTo>
                  <a:cubicBezTo>
                    <a:pt x="5242" y="16"/>
                    <a:pt x="5147" y="1"/>
                    <a:pt x="50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81"/>
            <p:cNvSpPr/>
            <p:nvPr/>
          </p:nvSpPr>
          <p:spPr>
            <a:xfrm>
              <a:off x="1413686" y="2408176"/>
              <a:ext cx="270351" cy="564437"/>
            </a:xfrm>
            <a:custGeom>
              <a:rect b="b" l="l" r="r" t="t"/>
              <a:pathLst>
                <a:path extrusionOk="0" h="15339" w="7347">
                  <a:moveTo>
                    <a:pt x="5788" y="0"/>
                  </a:moveTo>
                  <a:cubicBezTo>
                    <a:pt x="4261" y="5"/>
                    <a:pt x="3705" y="1427"/>
                    <a:pt x="3331" y="1983"/>
                  </a:cubicBezTo>
                  <a:cubicBezTo>
                    <a:pt x="2952" y="2535"/>
                    <a:pt x="300" y="11527"/>
                    <a:pt x="127" y="13004"/>
                  </a:cubicBezTo>
                  <a:cubicBezTo>
                    <a:pt x="0" y="14091"/>
                    <a:pt x="769" y="15339"/>
                    <a:pt x="1698" y="15339"/>
                  </a:cubicBezTo>
                  <a:cubicBezTo>
                    <a:pt x="2034" y="15339"/>
                    <a:pt x="2391" y="15175"/>
                    <a:pt x="2734" y="14781"/>
                  </a:cubicBezTo>
                  <a:cubicBezTo>
                    <a:pt x="4019" y="13300"/>
                    <a:pt x="7195" y="2626"/>
                    <a:pt x="7195" y="2626"/>
                  </a:cubicBezTo>
                  <a:cubicBezTo>
                    <a:pt x="7346" y="2120"/>
                    <a:pt x="7315" y="0"/>
                    <a:pt x="578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81"/>
            <p:cNvSpPr/>
            <p:nvPr/>
          </p:nvSpPr>
          <p:spPr>
            <a:xfrm>
              <a:off x="1377073" y="2827337"/>
              <a:ext cx="166398" cy="605429"/>
            </a:xfrm>
            <a:custGeom>
              <a:rect b="b" l="l" r="r" t="t"/>
              <a:pathLst>
                <a:path extrusionOk="0" h="16453" w="4522">
                  <a:moveTo>
                    <a:pt x="2743" y="1"/>
                  </a:moveTo>
                  <a:cubicBezTo>
                    <a:pt x="2376" y="1"/>
                    <a:pt x="1962" y="193"/>
                    <a:pt x="1518" y="665"/>
                  </a:cubicBezTo>
                  <a:cubicBezTo>
                    <a:pt x="1" y="2278"/>
                    <a:pt x="320" y="13942"/>
                    <a:pt x="638" y="15450"/>
                  </a:cubicBezTo>
                  <a:cubicBezTo>
                    <a:pt x="794" y="16186"/>
                    <a:pt x="1052" y="16453"/>
                    <a:pt x="1294" y="16453"/>
                  </a:cubicBezTo>
                  <a:cubicBezTo>
                    <a:pt x="1549" y="16453"/>
                    <a:pt x="1785" y="16154"/>
                    <a:pt x="1860" y="15796"/>
                  </a:cubicBezTo>
                  <a:cubicBezTo>
                    <a:pt x="1860" y="15796"/>
                    <a:pt x="4522" y="3523"/>
                    <a:pt x="4362" y="2118"/>
                  </a:cubicBezTo>
                  <a:cubicBezTo>
                    <a:pt x="4246" y="1122"/>
                    <a:pt x="3630" y="1"/>
                    <a:pt x="274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81"/>
            <p:cNvSpPr/>
            <p:nvPr/>
          </p:nvSpPr>
          <p:spPr>
            <a:xfrm>
              <a:off x="1387634" y="3348610"/>
              <a:ext cx="116096" cy="263102"/>
            </a:xfrm>
            <a:custGeom>
              <a:rect b="b" l="l" r="r" t="t"/>
              <a:pathLst>
                <a:path extrusionOk="0" h="7150" w="3155">
                  <a:moveTo>
                    <a:pt x="792" y="1"/>
                  </a:moveTo>
                  <a:cubicBezTo>
                    <a:pt x="749" y="1"/>
                    <a:pt x="706" y="10"/>
                    <a:pt x="662" y="31"/>
                  </a:cubicBezTo>
                  <a:cubicBezTo>
                    <a:pt x="0" y="340"/>
                    <a:pt x="142" y="3129"/>
                    <a:pt x="584" y="4269"/>
                  </a:cubicBezTo>
                  <a:cubicBezTo>
                    <a:pt x="1026" y="5404"/>
                    <a:pt x="2002" y="7132"/>
                    <a:pt x="2348" y="7149"/>
                  </a:cubicBezTo>
                  <a:cubicBezTo>
                    <a:pt x="2349" y="7149"/>
                    <a:pt x="2351" y="7149"/>
                    <a:pt x="2352" y="7149"/>
                  </a:cubicBezTo>
                  <a:cubicBezTo>
                    <a:pt x="2693" y="7149"/>
                    <a:pt x="1955" y="5429"/>
                    <a:pt x="1760" y="4875"/>
                  </a:cubicBezTo>
                  <a:cubicBezTo>
                    <a:pt x="1564" y="4315"/>
                    <a:pt x="1691" y="3663"/>
                    <a:pt x="1691" y="3663"/>
                  </a:cubicBezTo>
                  <a:cubicBezTo>
                    <a:pt x="1702" y="3592"/>
                    <a:pt x="1748" y="3548"/>
                    <a:pt x="1816" y="3548"/>
                  </a:cubicBezTo>
                  <a:cubicBezTo>
                    <a:pt x="1897" y="3548"/>
                    <a:pt x="2008" y="3612"/>
                    <a:pt x="2125" y="3768"/>
                  </a:cubicBezTo>
                  <a:cubicBezTo>
                    <a:pt x="2333" y="4053"/>
                    <a:pt x="2402" y="5414"/>
                    <a:pt x="2774" y="5414"/>
                  </a:cubicBezTo>
                  <a:cubicBezTo>
                    <a:pt x="2776" y="5414"/>
                    <a:pt x="2778" y="5413"/>
                    <a:pt x="2781" y="5413"/>
                  </a:cubicBezTo>
                  <a:cubicBezTo>
                    <a:pt x="3155" y="5390"/>
                    <a:pt x="2768" y="3285"/>
                    <a:pt x="2358" y="2587"/>
                  </a:cubicBezTo>
                  <a:cubicBezTo>
                    <a:pt x="1974" y="1936"/>
                    <a:pt x="1404" y="1"/>
                    <a:pt x="79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81"/>
            <p:cNvSpPr/>
            <p:nvPr/>
          </p:nvSpPr>
          <p:spPr>
            <a:xfrm>
              <a:off x="1561539" y="1864456"/>
              <a:ext cx="495478" cy="329411"/>
            </a:xfrm>
            <a:custGeom>
              <a:rect b="b" l="l" r="r" t="t"/>
              <a:pathLst>
                <a:path extrusionOk="0" h="8952" w="13465">
                  <a:moveTo>
                    <a:pt x="4477" y="1"/>
                  </a:moveTo>
                  <a:cubicBezTo>
                    <a:pt x="2016" y="1"/>
                    <a:pt x="1" y="2016"/>
                    <a:pt x="1" y="4477"/>
                  </a:cubicBezTo>
                  <a:cubicBezTo>
                    <a:pt x="1" y="6938"/>
                    <a:pt x="2016" y="8952"/>
                    <a:pt x="4477" y="8952"/>
                  </a:cubicBezTo>
                  <a:lnTo>
                    <a:pt x="8989" y="8952"/>
                  </a:lnTo>
                  <a:cubicBezTo>
                    <a:pt x="11450" y="8952"/>
                    <a:pt x="13465" y="6938"/>
                    <a:pt x="13465" y="4477"/>
                  </a:cubicBezTo>
                  <a:cubicBezTo>
                    <a:pt x="13465" y="2016"/>
                    <a:pt x="11450" y="1"/>
                    <a:pt x="898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81"/>
            <p:cNvSpPr/>
            <p:nvPr/>
          </p:nvSpPr>
          <p:spPr>
            <a:xfrm>
              <a:off x="1712004" y="2011131"/>
              <a:ext cx="208163" cy="218099"/>
            </a:xfrm>
            <a:custGeom>
              <a:rect b="b" l="l" r="r" t="t"/>
              <a:pathLst>
                <a:path extrusionOk="0" h="5927" w="5657">
                  <a:moveTo>
                    <a:pt x="2740" y="0"/>
                  </a:moveTo>
                  <a:cubicBezTo>
                    <a:pt x="1802" y="0"/>
                    <a:pt x="1040" y="294"/>
                    <a:pt x="985" y="1224"/>
                  </a:cubicBezTo>
                  <a:cubicBezTo>
                    <a:pt x="907" y="2536"/>
                    <a:pt x="899" y="3165"/>
                    <a:pt x="899" y="3165"/>
                  </a:cubicBezTo>
                  <a:cubicBezTo>
                    <a:pt x="899" y="3165"/>
                    <a:pt x="768" y="2966"/>
                    <a:pt x="563" y="2966"/>
                  </a:cubicBezTo>
                  <a:cubicBezTo>
                    <a:pt x="497" y="2966"/>
                    <a:pt x="422" y="2987"/>
                    <a:pt x="342" y="3043"/>
                  </a:cubicBezTo>
                  <a:cubicBezTo>
                    <a:pt x="9" y="3270"/>
                    <a:pt x="1" y="4309"/>
                    <a:pt x="356" y="4524"/>
                  </a:cubicBezTo>
                  <a:cubicBezTo>
                    <a:pt x="459" y="4586"/>
                    <a:pt x="551" y="4607"/>
                    <a:pt x="630" y="4607"/>
                  </a:cubicBezTo>
                  <a:cubicBezTo>
                    <a:pt x="826" y="4607"/>
                    <a:pt x="943" y="4473"/>
                    <a:pt x="943" y="4473"/>
                  </a:cubicBezTo>
                  <a:cubicBezTo>
                    <a:pt x="943" y="4473"/>
                    <a:pt x="1454" y="5380"/>
                    <a:pt x="2703" y="5691"/>
                  </a:cubicBezTo>
                  <a:cubicBezTo>
                    <a:pt x="2703" y="5691"/>
                    <a:pt x="3795" y="5926"/>
                    <a:pt x="4544" y="5926"/>
                  </a:cubicBezTo>
                  <a:cubicBezTo>
                    <a:pt x="4755" y="5926"/>
                    <a:pt x="4939" y="5907"/>
                    <a:pt x="5064" y="5859"/>
                  </a:cubicBezTo>
                  <a:cubicBezTo>
                    <a:pt x="5624" y="5641"/>
                    <a:pt x="5657" y="4888"/>
                    <a:pt x="5483" y="3821"/>
                  </a:cubicBezTo>
                  <a:cubicBezTo>
                    <a:pt x="5310" y="2751"/>
                    <a:pt x="5356" y="386"/>
                    <a:pt x="3952" y="125"/>
                  </a:cubicBezTo>
                  <a:cubicBezTo>
                    <a:pt x="3542" y="50"/>
                    <a:pt x="3126" y="0"/>
                    <a:pt x="274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81"/>
            <p:cNvSpPr/>
            <p:nvPr/>
          </p:nvSpPr>
          <p:spPr>
            <a:xfrm>
              <a:off x="1787107" y="2094956"/>
              <a:ext cx="42979" cy="23624"/>
            </a:xfrm>
            <a:custGeom>
              <a:rect b="b" l="l" r="r" t="t"/>
              <a:pathLst>
                <a:path extrusionOk="0" h="642" w="1168">
                  <a:moveTo>
                    <a:pt x="560" y="0"/>
                  </a:moveTo>
                  <a:cubicBezTo>
                    <a:pt x="541" y="0"/>
                    <a:pt x="522" y="1"/>
                    <a:pt x="503" y="3"/>
                  </a:cubicBezTo>
                  <a:cubicBezTo>
                    <a:pt x="1" y="54"/>
                    <a:pt x="15" y="459"/>
                    <a:pt x="15" y="459"/>
                  </a:cubicBezTo>
                  <a:cubicBezTo>
                    <a:pt x="15" y="459"/>
                    <a:pt x="349" y="642"/>
                    <a:pt x="758" y="642"/>
                  </a:cubicBezTo>
                  <a:cubicBezTo>
                    <a:pt x="890" y="642"/>
                    <a:pt x="1029" y="623"/>
                    <a:pt x="1168" y="573"/>
                  </a:cubicBezTo>
                  <a:cubicBezTo>
                    <a:pt x="1168" y="573"/>
                    <a:pt x="1016" y="0"/>
                    <a:pt x="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81"/>
            <p:cNvSpPr/>
            <p:nvPr/>
          </p:nvSpPr>
          <p:spPr>
            <a:xfrm>
              <a:off x="1866627" y="2086014"/>
              <a:ext cx="29880" cy="26862"/>
            </a:xfrm>
            <a:custGeom>
              <a:rect b="b" l="l" r="r" t="t"/>
              <a:pathLst>
                <a:path extrusionOk="0" h="730" w="812">
                  <a:moveTo>
                    <a:pt x="527" y="1"/>
                  </a:moveTo>
                  <a:cubicBezTo>
                    <a:pt x="486" y="1"/>
                    <a:pt x="438" y="10"/>
                    <a:pt x="383" y="32"/>
                  </a:cubicBezTo>
                  <a:cubicBezTo>
                    <a:pt x="0" y="183"/>
                    <a:pt x="160" y="730"/>
                    <a:pt x="160" y="730"/>
                  </a:cubicBezTo>
                  <a:cubicBezTo>
                    <a:pt x="160" y="730"/>
                    <a:pt x="730" y="629"/>
                    <a:pt x="812" y="347"/>
                  </a:cubicBezTo>
                  <a:cubicBezTo>
                    <a:pt x="812" y="347"/>
                    <a:pt x="782" y="1"/>
                    <a:pt x="5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81"/>
            <p:cNvSpPr/>
            <p:nvPr/>
          </p:nvSpPr>
          <p:spPr>
            <a:xfrm>
              <a:off x="1786335" y="2093153"/>
              <a:ext cx="43752" cy="22925"/>
            </a:xfrm>
            <a:custGeom>
              <a:rect b="b" l="l" r="r" t="t"/>
              <a:pathLst>
                <a:path extrusionOk="0" h="623" w="1189">
                  <a:moveTo>
                    <a:pt x="550" y="0"/>
                  </a:moveTo>
                  <a:cubicBezTo>
                    <a:pt x="180" y="0"/>
                    <a:pt x="1" y="343"/>
                    <a:pt x="13" y="513"/>
                  </a:cubicBezTo>
                  <a:lnTo>
                    <a:pt x="36" y="508"/>
                  </a:lnTo>
                  <a:cubicBezTo>
                    <a:pt x="36" y="508"/>
                    <a:pt x="122" y="126"/>
                    <a:pt x="541" y="84"/>
                  </a:cubicBezTo>
                  <a:cubicBezTo>
                    <a:pt x="555" y="83"/>
                    <a:pt x="569" y="82"/>
                    <a:pt x="583" y="82"/>
                  </a:cubicBezTo>
                  <a:cubicBezTo>
                    <a:pt x="976" y="82"/>
                    <a:pt x="1189" y="622"/>
                    <a:pt x="1189" y="622"/>
                  </a:cubicBezTo>
                  <a:cubicBezTo>
                    <a:pt x="1189" y="622"/>
                    <a:pt x="1066" y="61"/>
                    <a:pt x="638" y="6"/>
                  </a:cubicBezTo>
                  <a:cubicBezTo>
                    <a:pt x="607" y="2"/>
                    <a:pt x="578" y="0"/>
                    <a:pt x="55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81"/>
            <p:cNvSpPr/>
            <p:nvPr/>
          </p:nvSpPr>
          <p:spPr>
            <a:xfrm>
              <a:off x="1868135" y="2084395"/>
              <a:ext cx="28371" cy="28481"/>
            </a:xfrm>
            <a:custGeom>
              <a:rect b="b" l="l" r="r" t="t"/>
              <a:pathLst>
                <a:path extrusionOk="0" h="774" w="771">
                  <a:moveTo>
                    <a:pt x="466" y="1"/>
                  </a:moveTo>
                  <a:cubicBezTo>
                    <a:pt x="436" y="1"/>
                    <a:pt x="402" y="6"/>
                    <a:pt x="365" y="17"/>
                  </a:cubicBezTo>
                  <a:cubicBezTo>
                    <a:pt x="1" y="126"/>
                    <a:pt x="32" y="568"/>
                    <a:pt x="119" y="774"/>
                  </a:cubicBezTo>
                  <a:cubicBezTo>
                    <a:pt x="119" y="774"/>
                    <a:pt x="9" y="381"/>
                    <a:pt x="315" y="126"/>
                  </a:cubicBezTo>
                  <a:cubicBezTo>
                    <a:pt x="374" y="76"/>
                    <a:pt x="427" y="56"/>
                    <a:pt x="475" y="56"/>
                  </a:cubicBezTo>
                  <a:cubicBezTo>
                    <a:pt x="671" y="56"/>
                    <a:pt x="771" y="391"/>
                    <a:pt x="771" y="391"/>
                  </a:cubicBezTo>
                  <a:cubicBezTo>
                    <a:pt x="771" y="391"/>
                    <a:pt x="738" y="1"/>
                    <a:pt x="46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81"/>
            <p:cNvSpPr/>
            <p:nvPr/>
          </p:nvSpPr>
          <p:spPr>
            <a:xfrm>
              <a:off x="1803409" y="2095545"/>
              <a:ext cx="13762" cy="18730"/>
            </a:xfrm>
            <a:custGeom>
              <a:rect b="b" l="l" r="r" t="t"/>
              <a:pathLst>
                <a:path extrusionOk="0" h="509" w="374">
                  <a:moveTo>
                    <a:pt x="164" y="0"/>
                  </a:moveTo>
                  <a:cubicBezTo>
                    <a:pt x="158" y="0"/>
                    <a:pt x="152" y="1"/>
                    <a:pt x="146" y="2"/>
                  </a:cubicBezTo>
                  <a:cubicBezTo>
                    <a:pt x="55" y="15"/>
                    <a:pt x="1" y="138"/>
                    <a:pt x="23" y="279"/>
                  </a:cubicBezTo>
                  <a:cubicBezTo>
                    <a:pt x="40" y="412"/>
                    <a:pt x="126" y="508"/>
                    <a:pt x="211" y="508"/>
                  </a:cubicBezTo>
                  <a:cubicBezTo>
                    <a:pt x="217" y="508"/>
                    <a:pt x="222" y="508"/>
                    <a:pt x="228" y="507"/>
                  </a:cubicBezTo>
                  <a:cubicBezTo>
                    <a:pt x="319" y="494"/>
                    <a:pt x="374" y="366"/>
                    <a:pt x="356" y="229"/>
                  </a:cubicBezTo>
                  <a:cubicBezTo>
                    <a:pt x="335" y="97"/>
                    <a:pt x="253" y="0"/>
                    <a:pt x="16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81"/>
            <p:cNvSpPr/>
            <p:nvPr/>
          </p:nvSpPr>
          <p:spPr>
            <a:xfrm>
              <a:off x="1874023" y="2088480"/>
              <a:ext cx="13946" cy="18914"/>
            </a:xfrm>
            <a:custGeom>
              <a:rect b="b" l="l" r="r" t="t"/>
              <a:pathLst>
                <a:path extrusionOk="0" h="514" w="379">
                  <a:moveTo>
                    <a:pt x="167" y="1"/>
                  </a:moveTo>
                  <a:cubicBezTo>
                    <a:pt x="161" y="1"/>
                    <a:pt x="156" y="1"/>
                    <a:pt x="150" y="2"/>
                  </a:cubicBezTo>
                  <a:cubicBezTo>
                    <a:pt x="59" y="15"/>
                    <a:pt x="0" y="143"/>
                    <a:pt x="23" y="284"/>
                  </a:cubicBezTo>
                  <a:cubicBezTo>
                    <a:pt x="44" y="413"/>
                    <a:pt x="126" y="513"/>
                    <a:pt x="211" y="513"/>
                  </a:cubicBezTo>
                  <a:cubicBezTo>
                    <a:pt x="217" y="513"/>
                    <a:pt x="222" y="513"/>
                    <a:pt x="228" y="512"/>
                  </a:cubicBezTo>
                  <a:cubicBezTo>
                    <a:pt x="319" y="494"/>
                    <a:pt x="379" y="371"/>
                    <a:pt x="356" y="230"/>
                  </a:cubicBezTo>
                  <a:cubicBezTo>
                    <a:pt x="334" y="101"/>
                    <a:pt x="253" y="1"/>
                    <a:pt x="1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81"/>
            <p:cNvSpPr/>
            <p:nvPr/>
          </p:nvSpPr>
          <p:spPr>
            <a:xfrm>
              <a:off x="1848486" y="2103787"/>
              <a:ext cx="26568" cy="48058"/>
            </a:xfrm>
            <a:custGeom>
              <a:rect b="b" l="l" r="r" t="t"/>
              <a:pathLst>
                <a:path extrusionOk="0" h="1306" w="722">
                  <a:moveTo>
                    <a:pt x="74" y="1"/>
                  </a:moveTo>
                  <a:cubicBezTo>
                    <a:pt x="74" y="1"/>
                    <a:pt x="1" y="716"/>
                    <a:pt x="156" y="784"/>
                  </a:cubicBezTo>
                  <a:cubicBezTo>
                    <a:pt x="261" y="829"/>
                    <a:pt x="446" y="836"/>
                    <a:pt x="550" y="836"/>
                  </a:cubicBezTo>
                  <a:cubicBezTo>
                    <a:pt x="596" y="836"/>
                    <a:pt x="625" y="834"/>
                    <a:pt x="625" y="834"/>
                  </a:cubicBezTo>
                  <a:lnTo>
                    <a:pt x="625" y="834"/>
                  </a:lnTo>
                  <a:lnTo>
                    <a:pt x="156" y="1267"/>
                  </a:lnTo>
                  <a:cubicBezTo>
                    <a:pt x="156" y="1267"/>
                    <a:pt x="146" y="1306"/>
                    <a:pt x="183" y="1306"/>
                  </a:cubicBezTo>
                  <a:cubicBezTo>
                    <a:pt x="189" y="1306"/>
                    <a:pt x="195" y="1305"/>
                    <a:pt x="202" y="1303"/>
                  </a:cubicBezTo>
                  <a:cubicBezTo>
                    <a:pt x="257" y="1290"/>
                    <a:pt x="722" y="825"/>
                    <a:pt x="717" y="811"/>
                  </a:cubicBezTo>
                  <a:cubicBezTo>
                    <a:pt x="717" y="798"/>
                    <a:pt x="225" y="780"/>
                    <a:pt x="175" y="697"/>
                  </a:cubicBezTo>
                  <a:cubicBezTo>
                    <a:pt x="129" y="615"/>
                    <a:pt x="110" y="18"/>
                    <a:pt x="7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81"/>
            <p:cNvSpPr/>
            <p:nvPr/>
          </p:nvSpPr>
          <p:spPr>
            <a:xfrm>
              <a:off x="1835422" y="2164761"/>
              <a:ext cx="42501" cy="11996"/>
            </a:xfrm>
            <a:custGeom>
              <a:rect b="b" l="l" r="r" t="t"/>
              <a:pathLst>
                <a:path extrusionOk="0" h="326" w="1155">
                  <a:moveTo>
                    <a:pt x="684" y="0"/>
                  </a:moveTo>
                  <a:cubicBezTo>
                    <a:pt x="223" y="0"/>
                    <a:pt x="0" y="139"/>
                    <a:pt x="0" y="139"/>
                  </a:cubicBezTo>
                  <a:cubicBezTo>
                    <a:pt x="0" y="139"/>
                    <a:pt x="69" y="281"/>
                    <a:pt x="530" y="321"/>
                  </a:cubicBezTo>
                  <a:cubicBezTo>
                    <a:pt x="558" y="324"/>
                    <a:pt x="585" y="325"/>
                    <a:pt x="612" y="325"/>
                  </a:cubicBezTo>
                  <a:cubicBezTo>
                    <a:pt x="1014" y="325"/>
                    <a:pt x="1154" y="44"/>
                    <a:pt x="1154" y="44"/>
                  </a:cubicBezTo>
                  <a:cubicBezTo>
                    <a:pt x="977" y="12"/>
                    <a:pt x="820" y="0"/>
                    <a:pt x="684"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81"/>
            <p:cNvSpPr/>
            <p:nvPr/>
          </p:nvSpPr>
          <p:spPr>
            <a:xfrm>
              <a:off x="1835422" y="2170685"/>
              <a:ext cx="38969" cy="13468"/>
            </a:xfrm>
            <a:custGeom>
              <a:rect b="b" l="l" r="r" t="t"/>
              <a:pathLst>
                <a:path extrusionOk="0" h="366" w="1059">
                  <a:moveTo>
                    <a:pt x="1058" y="1"/>
                  </a:moveTo>
                  <a:cubicBezTo>
                    <a:pt x="1058" y="1"/>
                    <a:pt x="812" y="192"/>
                    <a:pt x="525" y="196"/>
                  </a:cubicBezTo>
                  <a:cubicBezTo>
                    <a:pt x="517" y="197"/>
                    <a:pt x="509" y="197"/>
                    <a:pt x="501" y="197"/>
                  </a:cubicBezTo>
                  <a:cubicBezTo>
                    <a:pt x="220" y="197"/>
                    <a:pt x="0" y="38"/>
                    <a:pt x="0" y="38"/>
                  </a:cubicBezTo>
                  <a:lnTo>
                    <a:pt x="0" y="38"/>
                  </a:lnTo>
                  <a:cubicBezTo>
                    <a:pt x="0" y="38"/>
                    <a:pt x="141" y="365"/>
                    <a:pt x="526" y="365"/>
                  </a:cubicBezTo>
                  <a:cubicBezTo>
                    <a:pt x="552" y="365"/>
                    <a:pt x="579" y="364"/>
                    <a:pt x="607" y="361"/>
                  </a:cubicBezTo>
                  <a:cubicBezTo>
                    <a:pt x="1054" y="311"/>
                    <a:pt x="1058" y="1"/>
                    <a:pt x="105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81"/>
            <p:cNvSpPr/>
            <p:nvPr/>
          </p:nvSpPr>
          <p:spPr>
            <a:xfrm>
              <a:off x="1823868" y="2157990"/>
              <a:ext cx="62114" cy="19981"/>
            </a:xfrm>
            <a:custGeom>
              <a:rect b="b" l="l" r="r" t="t"/>
              <a:pathLst>
                <a:path extrusionOk="0" h="543" w="1688">
                  <a:moveTo>
                    <a:pt x="1687" y="0"/>
                  </a:moveTo>
                  <a:cubicBezTo>
                    <a:pt x="1687" y="0"/>
                    <a:pt x="1353" y="474"/>
                    <a:pt x="848" y="482"/>
                  </a:cubicBezTo>
                  <a:cubicBezTo>
                    <a:pt x="843" y="483"/>
                    <a:pt x="837" y="483"/>
                    <a:pt x="832" y="483"/>
                  </a:cubicBezTo>
                  <a:cubicBezTo>
                    <a:pt x="340" y="483"/>
                    <a:pt x="0" y="41"/>
                    <a:pt x="0" y="40"/>
                  </a:cubicBezTo>
                  <a:lnTo>
                    <a:pt x="0" y="40"/>
                  </a:lnTo>
                  <a:cubicBezTo>
                    <a:pt x="14" y="109"/>
                    <a:pt x="278" y="524"/>
                    <a:pt x="839" y="541"/>
                  </a:cubicBezTo>
                  <a:cubicBezTo>
                    <a:pt x="850" y="542"/>
                    <a:pt x="861" y="542"/>
                    <a:pt x="872" y="542"/>
                  </a:cubicBezTo>
                  <a:cubicBezTo>
                    <a:pt x="1406" y="542"/>
                    <a:pt x="1687" y="0"/>
                    <a:pt x="168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81"/>
            <p:cNvSpPr/>
            <p:nvPr/>
          </p:nvSpPr>
          <p:spPr>
            <a:xfrm>
              <a:off x="1725104" y="2136132"/>
              <a:ext cx="19797" cy="38122"/>
            </a:xfrm>
            <a:custGeom>
              <a:rect b="b" l="l" r="r" t="t"/>
              <a:pathLst>
                <a:path extrusionOk="0" h="1036" w="538">
                  <a:moveTo>
                    <a:pt x="234" y="0"/>
                  </a:moveTo>
                  <a:cubicBezTo>
                    <a:pt x="117" y="0"/>
                    <a:pt x="12" y="131"/>
                    <a:pt x="0" y="147"/>
                  </a:cubicBezTo>
                  <a:lnTo>
                    <a:pt x="68" y="197"/>
                  </a:lnTo>
                  <a:cubicBezTo>
                    <a:pt x="93" y="168"/>
                    <a:pt x="172" y="85"/>
                    <a:pt x="233" y="85"/>
                  </a:cubicBezTo>
                  <a:cubicBezTo>
                    <a:pt x="239" y="85"/>
                    <a:pt x="245" y="86"/>
                    <a:pt x="251" y="88"/>
                  </a:cubicBezTo>
                  <a:cubicBezTo>
                    <a:pt x="282" y="96"/>
                    <a:pt x="341" y="142"/>
                    <a:pt x="369" y="352"/>
                  </a:cubicBezTo>
                  <a:cubicBezTo>
                    <a:pt x="442" y="867"/>
                    <a:pt x="246" y="954"/>
                    <a:pt x="246" y="954"/>
                  </a:cubicBezTo>
                  <a:lnTo>
                    <a:pt x="274" y="1036"/>
                  </a:lnTo>
                  <a:cubicBezTo>
                    <a:pt x="287" y="1032"/>
                    <a:pt x="537" y="931"/>
                    <a:pt x="455" y="342"/>
                  </a:cubicBezTo>
                  <a:cubicBezTo>
                    <a:pt x="428" y="138"/>
                    <a:pt x="369" y="28"/>
                    <a:pt x="274" y="6"/>
                  </a:cubicBezTo>
                  <a:cubicBezTo>
                    <a:pt x="260" y="2"/>
                    <a:pt x="247" y="0"/>
                    <a:pt x="23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81"/>
            <p:cNvSpPr/>
            <p:nvPr/>
          </p:nvSpPr>
          <p:spPr>
            <a:xfrm>
              <a:off x="1777577" y="2077808"/>
              <a:ext cx="52216" cy="14093"/>
            </a:xfrm>
            <a:custGeom>
              <a:rect b="b" l="l" r="r" t="t"/>
              <a:pathLst>
                <a:path extrusionOk="0" h="383" w="1419">
                  <a:moveTo>
                    <a:pt x="746" y="0"/>
                  </a:moveTo>
                  <a:cubicBezTo>
                    <a:pt x="690" y="0"/>
                    <a:pt x="632" y="6"/>
                    <a:pt x="570" y="19"/>
                  </a:cubicBezTo>
                  <a:cubicBezTo>
                    <a:pt x="41" y="128"/>
                    <a:pt x="0" y="383"/>
                    <a:pt x="0" y="383"/>
                  </a:cubicBezTo>
                  <a:cubicBezTo>
                    <a:pt x="0" y="383"/>
                    <a:pt x="272" y="125"/>
                    <a:pt x="718" y="125"/>
                  </a:cubicBezTo>
                  <a:cubicBezTo>
                    <a:pt x="919" y="125"/>
                    <a:pt x="1155" y="177"/>
                    <a:pt x="1418" y="328"/>
                  </a:cubicBezTo>
                  <a:cubicBezTo>
                    <a:pt x="1418" y="328"/>
                    <a:pt x="1172" y="0"/>
                    <a:pt x="74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81"/>
            <p:cNvSpPr/>
            <p:nvPr/>
          </p:nvSpPr>
          <p:spPr>
            <a:xfrm>
              <a:off x="1771689" y="2062537"/>
              <a:ext cx="52547" cy="52694"/>
            </a:xfrm>
            <a:custGeom>
              <a:rect b="b" l="l" r="r" t="t"/>
              <a:pathLst>
                <a:path extrusionOk="0" h="1432" w="1428">
                  <a:moveTo>
                    <a:pt x="999" y="1"/>
                  </a:moveTo>
                  <a:cubicBezTo>
                    <a:pt x="447" y="1"/>
                    <a:pt x="1" y="451"/>
                    <a:pt x="1" y="1002"/>
                  </a:cubicBezTo>
                  <a:cubicBezTo>
                    <a:pt x="1" y="1158"/>
                    <a:pt x="32" y="1299"/>
                    <a:pt x="97" y="1431"/>
                  </a:cubicBezTo>
                  <a:lnTo>
                    <a:pt x="1427" y="100"/>
                  </a:lnTo>
                  <a:cubicBezTo>
                    <a:pt x="1300" y="37"/>
                    <a:pt x="1154" y="1"/>
                    <a:pt x="999"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81"/>
            <p:cNvSpPr/>
            <p:nvPr/>
          </p:nvSpPr>
          <p:spPr>
            <a:xfrm>
              <a:off x="1775259" y="2066217"/>
              <a:ext cx="63034" cy="62924"/>
            </a:xfrm>
            <a:custGeom>
              <a:rect b="b" l="l" r="r" t="t"/>
              <a:pathLst>
                <a:path extrusionOk="0" h="1710" w="1713">
                  <a:moveTo>
                    <a:pt x="1330" y="0"/>
                  </a:moveTo>
                  <a:lnTo>
                    <a:pt x="0" y="1331"/>
                  </a:lnTo>
                  <a:cubicBezTo>
                    <a:pt x="72" y="1482"/>
                    <a:pt x="182" y="1613"/>
                    <a:pt x="314" y="1710"/>
                  </a:cubicBezTo>
                  <a:lnTo>
                    <a:pt x="1713" y="315"/>
                  </a:lnTo>
                  <a:cubicBezTo>
                    <a:pt x="1613" y="183"/>
                    <a:pt x="1485" y="73"/>
                    <a:pt x="133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81"/>
            <p:cNvSpPr/>
            <p:nvPr/>
          </p:nvSpPr>
          <p:spPr>
            <a:xfrm>
              <a:off x="1786776" y="2077808"/>
              <a:ext cx="57404" cy="57367"/>
            </a:xfrm>
            <a:custGeom>
              <a:rect b="b" l="l" r="r" t="t"/>
              <a:pathLst>
                <a:path extrusionOk="0" h="1559" w="1560">
                  <a:moveTo>
                    <a:pt x="1400" y="0"/>
                  </a:moveTo>
                  <a:lnTo>
                    <a:pt x="1" y="1395"/>
                  </a:lnTo>
                  <a:cubicBezTo>
                    <a:pt x="106" y="1472"/>
                    <a:pt x="224" y="1527"/>
                    <a:pt x="352" y="1559"/>
                  </a:cubicBezTo>
                  <a:lnTo>
                    <a:pt x="1560" y="347"/>
                  </a:lnTo>
                  <a:cubicBezTo>
                    <a:pt x="1528" y="219"/>
                    <a:pt x="1473" y="105"/>
                    <a:pt x="1400"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81"/>
            <p:cNvSpPr/>
            <p:nvPr/>
          </p:nvSpPr>
          <p:spPr>
            <a:xfrm>
              <a:off x="1799729" y="2090540"/>
              <a:ext cx="45629" cy="45666"/>
            </a:xfrm>
            <a:custGeom>
              <a:rect b="b" l="l" r="r" t="t"/>
              <a:pathLst>
                <a:path extrusionOk="0" h="1241" w="1240">
                  <a:moveTo>
                    <a:pt x="1208" y="1"/>
                  </a:moveTo>
                  <a:lnTo>
                    <a:pt x="0" y="1213"/>
                  </a:lnTo>
                  <a:cubicBezTo>
                    <a:pt x="78" y="1231"/>
                    <a:pt x="155" y="1240"/>
                    <a:pt x="237" y="1240"/>
                  </a:cubicBezTo>
                  <a:cubicBezTo>
                    <a:pt x="789" y="1240"/>
                    <a:pt x="1239" y="794"/>
                    <a:pt x="1239" y="241"/>
                  </a:cubicBezTo>
                  <a:cubicBezTo>
                    <a:pt x="1239" y="159"/>
                    <a:pt x="1226" y="77"/>
                    <a:pt x="120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81"/>
            <p:cNvSpPr/>
            <p:nvPr/>
          </p:nvSpPr>
          <p:spPr>
            <a:xfrm>
              <a:off x="1860776" y="2062537"/>
              <a:ext cx="54865" cy="54865"/>
            </a:xfrm>
            <a:custGeom>
              <a:rect b="b" l="l" r="r" t="t"/>
              <a:pathLst>
                <a:path extrusionOk="0" h="1491" w="1491">
                  <a:moveTo>
                    <a:pt x="998" y="1"/>
                  </a:moveTo>
                  <a:cubicBezTo>
                    <a:pt x="447" y="1"/>
                    <a:pt x="0" y="451"/>
                    <a:pt x="0" y="1002"/>
                  </a:cubicBezTo>
                  <a:cubicBezTo>
                    <a:pt x="0" y="1181"/>
                    <a:pt x="45" y="1349"/>
                    <a:pt x="127" y="1490"/>
                  </a:cubicBezTo>
                  <a:lnTo>
                    <a:pt x="1490" y="127"/>
                  </a:lnTo>
                  <a:cubicBezTo>
                    <a:pt x="1345" y="51"/>
                    <a:pt x="1176" y="1"/>
                    <a:pt x="998"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81"/>
            <p:cNvSpPr/>
            <p:nvPr/>
          </p:nvSpPr>
          <p:spPr>
            <a:xfrm>
              <a:off x="1865449" y="2067211"/>
              <a:ext cx="59391" cy="59612"/>
            </a:xfrm>
            <a:custGeom>
              <a:rect b="b" l="l" r="r" t="t"/>
              <a:pathLst>
                <a:path extrusionOk="0" h="1620" w="1614">
                  <a:moveTo>
                    <a:pt x="1363" y="0"/>
                  </a:moveTo>
                  <a:lnTo>
                    <a:pt x="0" y="1363"/>
                  </a:lnTo>
                  <a:cubicBezTo>
                    <a:pt x="55" y="1460"/>
                    <a:pt x="124" y="1546"/>
                    <a:pt x="206" y="1619"/>
                  </a:cubicBezTo>
                  <a:lnTo>
                    <a:pt x="1614" y="210"/>
                  </a:lnTo>
                  <a:cubicBezTo>
                    <a:pt x="1542" y="128"/>
                    <a:pt x="1460" y="55"/>
                    <a:pt x="136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81"/>
            <p:cNvSpPr/>
            <p:nvPr/>
          </p:nvSpPr>
          <p:spPr>
            <a:xfrm>
              <a:off x="1884400" y="2086309"/>
              <a:ext cx="49014" cy="49051"/>
            </a:xfrm>
            <a:custGeom>
              <a:rect b="b" l="l" r="r" t="t"/>
              <a:pathLst>
                <a:path extrusionOk="0" h="1333" w="1332">
                  <a:moveTo>
                    <a:pt x="1290" y="1"/>
                  </a:moveTo>
                  <a:lnTo>
                    <a:pt x="1" y="1292"/>
                  </a:lnTo>
                  <a:cubicBezTo>
                    <a:pt x="46" y="1309"/>
                    <a:pt x="91" y="1319"/>
                    <a:pt x="137" y="1332"/>
                  </a:cubicBezTo>
                  <a:lnTo>
                    <a:pt x="1332" y="138"/>
                  </a:lnTo>
                  <a:cubicBezTo>
                    <a:pt x="1322" y="93"/>
                    <a:pt x="1309" y="47"/>
                    <a:pt x="129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81"/>
            <p:cNvSpPr/>
            <p:nvPr/>
          </p:nvSpPr>
          <p:spPr>
            <a:xfrm>
              <a:off x="1889441" y="2091350"/>
              <a:ext cx="45003" cy="44856"/>
            </a:xfrm>
            <a:custGeom>
              <a:rect b="b" l="l" r="r" t="t"/>
              <a:pathLst>
                <a:path extrusionOk="0" h="1219" w="1223">
                  <a:moveTo>
                    <a:pt x="1195" y="1"/>
                  </a:moveTo>
                  <a:lnTo>
                    <a:pt x="0" y="1195"/>
                  </a:lnTo>
                  <a:cubicBezTo>
                    <a:pt x="74" y="1209"/>
                    <a:pt x="146" y="1218"/>
                    <a:pt x="219" y="1218"/>
                  </a:cubicBezTo>
                  <a:cubicBezTo>
                    <a:pt x="770" y="1218"/>
                    <a:pt x="1222" y="772"/>
                    <a:pt x="1222" y="219"/>
                  </a:cubicBezTo>
                  <a:cubicBezTo>
                    <a:pt x="1222" y="143"/>
                    <a:pt x="1212" y="70"/>
                    <a:pt x="1195"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81"/>
            <p:cNvSpPr/>
            <p:nvPr/>
          </p:nvSpPr>
          <p:spPr>
            <a:xfrm>
              <a:off x="1872993" y="2074938"/>
              <a:ext cx="58913" cy="58913"/>
            </a:xfrm>
            <a:custGeom>
              <a:rect b="b" l="l" r="r" t="t"/>
              <a:pathLst>
                <a:path extrusionOk="0" h="1601" w="1601">
                  <a:moveTo>
                    <a:pt x="1409" y="0"/>
                  </a:moveTo>
                  <a:lnTo>
                    <a:pt x="1" y="1409"/>
                  </a:lnTo>
                  <a:cubicBezTo>
                    <a:pt x="92" y="1491"/>
                    <a:pt x="197" y="1555"/>
                    <a:pt x="311" y="1601"/>
                  </a:cubicBezTo>
                  <a:lnTo>
                    <a:pt x="1600" y="310"/>
                  </a:lnTo>
                  <a:cubicBezTo>
                    <a:pt x="1555" y="196"/>
                    <a:pt x="1491" y="91"/>
                    <a:pt x="1409"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81"/>
            <p:cNvSpPr/>
            <p:nvPr/>
          </p:nvSpPr>
          <p:spPr>
            <a:xfrm>
              <a:off x="1845468" y="2098599"/>
              <a:ext cx="15676" cy="1693"/>
            </a:xfrm>
            <a:custGeom>
              <a:rect b="b" l="l" r="r" t="t"/>
              <a:pathLst>
                <a:path extrusionOk="0" h="46" w="426">
                  <a:moveTo>
                    <a:pt x="1" y="1"/>
                  </a:moveTo>
                  <a:lnTo>
                    <a:pt x="1" y="45"/>
                  </a:lnTo>
                  <a:lnTo>
                    <a:pt x="425" y="45"/>
                  </a:lnTo>
                  <a:lnTo>
                    <a:pt x="425" y="1"/>
                  </a:ln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81"/>
            <p:cNvSpPr/>
            <p:nvPr/>
          </p:nvSpPr>
          <p:spPr>
            <a:xfrm>
              <a:off x="1705969" y="2006164"/>
              <a:ext cx="158340" cy="121469"/>
            </a:xfrm>
            <a:custGeom>
              <a:rect b="b" l="l" r="r" t="t"/>
              <a:pathLst>
                <a:path extrusionOk="0" h="3301" w="4303">
                  <a:moveTo>
                    <a:pt x="2911" y="1"/>
                  </a:moveTo>
                  <a:cubicBezTo>
                    <a:pt x="1915" y="1"/>
                    <a:pt x="720" y="221"/>
                    <a:pt x="451" y="598"/>
                  </a:cubicBezTo>
                  <a:cubicBezTo>
                    <a:pt x="1" y="1232"/>
                    <a:pt x="451" y="3228"/>
                    <a:pt x="451" y="3228"/>
                  </a:cubicBezTo>
                  <a:cubicBezTo>
                    <a:pt x="451" y="3228"/>
                    <a:pt x="506" y="3178"/>
                    <a:pt x="670" y="3109"/>
                  </a:cubicBezTo>
                  <a:cubicBezTo>
                    <a:pt x="689" y="3100"/>
                    <a:pt x="709" y="3096"/>
                    <a:pt x="730" y="3096"/>
                  </a:cubicBezTo>
                  <a:cubicBezTo>
                    <a:pt x="882" y="3096"/>
                    <a:pt x="1063" y="3300"/>
                    <a:pt x="1063" y="3300"/>
                  </a:cubicBezTo>
                  <a:lnTo>
                    <a:pt x="1309" y="3228"/>
                  </a:lnTo>
                  <a:cubicBezTo>
                    <a:pt x="1549" y="3155"/>
                    <a:pt x="1528" y="2567"/>
                    <a:pt x="1719" y="1779"/>
                  </a:cubicBezTo>
                  <a:cubicBezTo>
                    <a:pt x="1868" y="1169"/>
                    <a:pt x="2470" y="1019"/>
                    <a:pt x="3044" y="1019"/>
                  </a:cubicBezTo>
                  <a:cubicBezTo>
                    <a:pt x="3208" y="1019"/>
                    <a:pt x="3370" y="1032"/>
                    <a:pt x="3518" y="1049"/>
                  </a:cubicBezTo>
                  <a:cubicBezTo>
                    <a:pt x="3549" y="1053"/>
                    <a:pt x="3578" y="1054"/>
                    <a:pt x="3606" y="1054"/>
                  </a:cubicBezTo>
                  <a:cubicBezTo>
                    <a:pt x="4195" y="1054"/>
                    <a:pt x="4303" y="311"/>
                    <a:pt x="4303" y="311"/>
                  </a:cubicBezTo>
                  <a:cubicBezTo>
                    <a:pt x="4148" y="98"/>
                    <a:pt x="3574" y="1"/>
                    <a:pt x="291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81"/>
            <p:cNvSpPr/>
            <p:nvPr/>
          </p:nvSpPr>
          <p:spPr>
            <a:xfrm>
              <a:off x="4179865" y="2428305"/>
              <a:ext cx="50523" cy="339494"/>
            </a:xfrm>
            <a:custGeom>
              <a:rect b="b" l="l" r="r" t="t"/>
              <a:pathLst>
                <a:path extrusionOk="0" h="9226" w="1373">
                  <a:moveTo>
                    <a:pt x="51" y="0"/>
                  </a:moveTo>
                  <a:cubicBezTo>
                    <a:pt x="23" y="0"/>
                    <a:pt x="0" y="23"/>
                    <a:pt x="0" y="51"/>
                  </a:cubicBezTo>
                  <a:lnTo>
                    <a:pt x="0" y="9180"/>
                  </a:lnTo>
                  <a:cubicBezTo>
                    <a:pt x="0" y="9203"/>
                    <a:pt x="23" y="9226"/>
                    <a:pt x="51" y="9226"/>
                  </a:cubicBezTo>
                  <a:lnTo>
                    <a:pt x="1327" y="9226"/>
                  </a:lnTo>
                  <a:cubicBezTo>
                    <a:pt x="1350" y="9226"/>
                    <a:pt x="1372" y="9203"/>
                    <a:pt x="1372" y="9180"/>
                  </a:cubicBezTo>
                  <a:lnTo>
                    <a:pt x="1372" y="51"/>
                  </a:lnTo>
                  <a:cubicBezTo>
                    <a:pt x="1372" y="23"/>
                    <a:pt x="1350" y="0"/>
                    <a:pt x="132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81"/>
            <p:cNvSpPr/>
            <p:nvPr/>
          </p:nvSpPr>
          <p:spPr>
            <a:xfrm>
              <a:off x="3971922" y="2219663"/>
              <a:ext cx="260821" cy="256184"/>
            </a:xfrm>
            <a:custGeom>
              <a:rect b="b" l="l" r="r" t="t"/>
              <a:pathLst>
                <a:path extrusionOk="0" h="6962" w="7088">
                  <a:moveTo>
                    <a:pt x="767" y="0"/>
                  </a:moveTo>
                  <a:cubicBezTo>
                    <a:pt x="604" y="0"/>
                    <a:pt x="440" y="63"/>
                    <a:pt x="314" y="188"/>
                  </a:cubicBezTo>
                  <a:lnTo>
                    <a:pt x="251" y="251"/>
                  </a:lnTo>
                  <a:cubicBezTo>
                    <a:pt x="1" y="497"/>
                    <a:pt x="1" y="908"/>
                    <a:pt x="251" y="1154"/>
                  </a:cubicBezTo>
                  <a:lnTo>
                    <a:pt x="5870" y="6774"/>
                  </a:lnTo>
                  <a:cubicBezTo>
                    <a:pt x="5993" y="6899"/>
                    <a:pt x="6156" y="6962"/>
                    <a:pt x="6320" y="6962"/>
                  </a:cubicBezTo>
                  <a:cubicBezTo>
                    <a:pt x="6483" y="6962"/>
                    <a:pt x="6647" y="6899"/>
                    <a:pt x="6773" y="6774"/>
                  </a:cubicBezTo>
                  <a:lnTo>
                    <a:pt x="6837" y="6709"/>
                  </a:lnTo>
                  <a:cubicBezTo>
                    <a:pt x="7088" y="6459"/>
                    <a:pt x="7088" y="6053"/>
                    <a:pt x="6837" y="5803"/>
                  </a:cubicBezTo>
                  <a:lnTo>
                    <a:pt x="1217" y="188"/>
                  </a:lnTo>
                  <a:cubicBezTo>
                    <a:pt x="1094" y="63"/>
                    <a:pt x="931" y="0"/>
                    <a:pt x="76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81"/>
            <p:cNvSpPr/>
            <p:nvPr/>
          </p:nvSpPr>
          <p:spPr>
            <a:xfrm>
              <a:off x="2267646" y="2853610"/>
              <a:ext cx="2323173" cy="68811"/>
            </a:xfrm>
            <a:custGeom>
              <a:rect b="b" l="l" r="r" t="t"/>
              <a:pathLst>
                <a:path extrusionOk="0" h="1870" w="63134">
                  <a:moveTo>
                    <a:pt x="930" y="1"/>
                  </a:moveTo>
                  <a:cubicBezTo>
                    <a:pt x="415" y="1"/>
                    <a:pt x="0" y="420"/>
                    <a:pt x="0" y="935"/>
                  </a:cubicBezTo>
                  <a:cubicBezTo>
                    <a:pt x="0" y="1450"/>
                    <a:pt x="415" y="1869"/>
                    <a:pt x="930" y="1869"/>
                  </a:cubicBezTo>
                  <a:lnTo>
                    <a:pt x="62204" y="1869"/>
                  </a:lnTo>
                  <a:cubicBezTo>
                    <a:pt x="62718" y="1869"/>
                    <a:pt x="63133" y="1450"/>
                    <a:pt x="63133" y="935"/>
                  </a:cubicBezTo>
                  <a:cubicBezTo>
                    <a:pt x="63133" y="420"/>
                    <a:pt x="62718" y="1"/>
                    <a:pt x="62204"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81"/>
            <p:cNvSpPr/>
            <p:nvPr/>
          </p:nvSpPr>
          <p:spPr>
            <a:xfrm>
              <a:off x="2235117" y="2922385"/>
              <a:ext cx="525100" cy="1395251"/>
            </a:xfrm>
            <a:custGeom>
              <a:rect b="b" l="l" r="r" t="t"/>
              <a:pathLst>
                <a:path extrusionOk="0" h="37917" w="14270">
                  <a:moveTo>
                    <a:pt x="10369" y="0"/>
                  </a:moveTo>
                  <a:lnTo>
                    <a:pt x="0" y="37916"/>
                  </a:lnTo>
                  <a:lnTo>
                    <a:pt x="1700" y="37916"/>
                  </a:lnTo>
                  <a:lnTo>
                    <a:pt x="14269"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81"/>
            <p:cNvSpPr/>
            <p:nvPr/>
          </p:nvSpPr>
          <p:spPr>
            <a:xfrm>
              <a:off x="4065829" y="2922385"/>
              <a:ext cx="524990" cy="1395251"/>
            </a:xfrm>
            <a:custGeom>
              <a:rect b="b" l="l" r="r" t="t"/>
              <a:pathLst>
                <a:path extrusionOk="0" h="37917" w="14267">
                  <a:moveTo>
                    <a:pt x="0" y="0"/>
                  </a:moveTo>
                  <a:lnTo>
                    <a:pt x="12571" y="37916"/>
                  </a:lnTo>
                  <a:lnTo>
                    <a:pt x="14266" y="37916"/>
                  </a:lnTo>
                  <a:lnTo>
                    <a:pt x="390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81"/>
            <p:cNvSpPr/>
            <p:nvPr/>
          </p:nvSpPr>
          <p:spPr>
            <a:xfrm>
              <a:off x="2553084" y="2922385"/>
              <a:ext cx="207133" cy="232634"/>
            </a:xfrm>
            <a:custGeom>
              <a:rect b="b" l="l" r="r" t="t"/>
              <a:pathLst>
                <a:path extrusionOk="0" h="6322" w="5629">
                  <a:moveTo>
                    <a:pt x="1728" y="0"/>
                  </a:moveTo>
                  <a:lnTo>
                    <a:pt x="1" y="6322"/>
                  </a:lnTo>
                  <a:lnTo>
                    <a:pt x="5628"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81"/>
            <p:cNvSpPr/>
            <p:nvPr/>
          </p:nvSpPr>
          <p:spPr>
            <a:xfrm>
              <a:off x="4065829" y="2922385"/>
              <a:ext cx="143621" cy="249082"/>
            </a:xfrm>
            <a:custGeom>
              <a:rect b="b" l="l" r="r" t="t"/>
              <a:pathLst>
                <a:path extrusionOk="0" h="6769" w="3903">
                  <a:moveTo>
                    <a:pt x="0" y="0"/>
                  </a:moveTo>
                  <a:lnTo>
                    <a:pt x="2243" y="6769"/>
                  </a:lnTo>
                  <a:lnTo>
                    <a:pt x="3902"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81"/>
            <p:cNvSpPr/>
            <p:nvPr/>
          </p:nvSpPr>
          <p:spPr>
            <a:xfrm>
              <a:off x="2991453" y="2834328"/>
              <a:ext cx="785921" cy="19319"/>
            </a:xfrm>
            <a:custGeom>
              <a:rect b="b" l="l" r="r" t="t"/>
              <a:pathLst>
                <a:path extrusionOk="0" h="525" w="21358">
                  <a:moveTo>
                    <a:pt x="1" y="1"/>
                  </a:moveTo>
                  <a:lnTo>
                    <a:pt x="1" y="525"/>
                  </a:lnTo>
                  <a:lnTo>
                    <a:pt x="21358" y="525"/>
                  </a:lnTo>
                  <a:lnTo>
                    <a:pt x="21358"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81"/>
            <p:cNvSpPr/>
            <p:nvPr/>
          </p:nvSpPr>
          <p:spPr>
            <a:xfrm>
              <a:off x="3225926" y="2441736"/>
              <a:ext cx="650911" cy="392629"/>
            </a:xfrm>
            <a:custGeom>
              <a:rect b="b" l="l" r="r" t="t"/>
              <a:pathLst>
                <a:path extrusionOk="0" h="10670" w="17689">
                  <a:moveTo>
                    <a:pt x="3214" y="1"/>
                  </a:moveTo>
                  <a:cubicBezTo>
                    <a:pt x="2913" y="1"/>
                    <a:pt x="2648" y="205"/>
                    <a:pt x="2575" y="497"/>
                  </a:cubicBezTo>
                  <a:lnTo>
                    <a:pt x="0" y="10670"/>
                  </a:lnTo>
                  <a:lnTo>
                    <a:pt x="14986" y="10670"/>
                  </a:lnTo>
                  <a:lnTo>
                    <a:pt x="17689"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81"/>
            <p:cNvSpPr/>
            <p:nvPr/>
          </p:nvSpPr>
          <p:spPr>
            <a:xfrm>
              <a:off x="3237518" y="2482986"/>
              <a:ext cx="628943" cy="305750"/>
            </a:xfrm>
            <a:custGeom>
              <a:rect b="b" l="l" r="r" t="t"/>
              <a:pathLst>
                <a:path extrusionOk="0" h="8309" w="17092">
                  <a:moveTo>
                    <a:pt x="2106" y="1"/>
                  </a:moveTo>
                  <a:lnTo>
                    <a:pt x="0" y="8309"/>
                  </a:lnTo>
                  <a:lnTo>
                    <a:pt x="14986" y="8309"/>
                  </a:lnTo>
                  <a:lnTo>
                    <a:pt x="17092"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81"/>
            <p:cNvSpPr/>
            <p:nvPr/>
          </p:nvSpPr>
          <p:spPr>
            <a:xfrm>
              <a:off x="3773179" y="2441736"/>
              <a:ext cx="125332" cy="413788"/>
            </a:xfrm>
            <a:custGeom>
              <a:rect b="b" l="l" r="r" t="t"/>
              <a:pathLst>
                <a:path extrusionOk="0" h="11245" w="3406">
                  <a:moveTo>
                    <a:pt x="2817" y="1"/>
                  </a:moveTo>
                  <a:lnTo>
                    <a:pt x="114" y="10670"/>
                  </a:lnTo>
                  <a:lnTo>
                    <a:pt x="0" y="11244"/>
                  </a:lnTo>
                  <a:lnTo>
                    <a:pt x="625" y="11194"/>
                  </a:lnTo>
                  <a:cubicBezTo>
                    <a:pt x="625" y="11194"/>
                    <a:pt x="3145" y="1372"/>
                    <a:pt x="3273" y="798"/>
                  </a:cubicBezTo>
                  <a:cubicBezTo>
                    <a:pt x="3405" y="228"/>
                    <a:pt x="2817" y="1"/>
                    <a:pt x="2817"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81"/>
            <p:cNvSpPr/>
            <p:nvPr/>
          </p:nvSpPr>
          <p:spPr>
            <a:xfrm>
              <a:off x="3051985" y="2827778"/>
              <a:ext cx="103033" cy="6587"/>
            </a:xfrm>
            <a:custGeom>
              <a:rect b="b" l="l" r="r" t="t"/>
              <a:pathLst>
                <a:path extrusionOk="0" h="179" w="2800">
                  <a:moveTo>
                    <a:pt x="1" y="1"/>
                  </a:moveTo>
                  <a:lnTo>
                    <a:pt x="1" y="179"/>
                  </a:lnTo>
                  <a:lnTo>
                    <a:pt x="2800" y="179"/>
                  </a:lnTo>
                  <a:lnTo>
                    <a:pt x="2800"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81"/>
            <p:cNvSpPr/>
            <p:nvPr/>
          </p:nvSpPr>
          <p:spPr>
            <a:xfrm>
              <a:off x="3161531" y="2827778"/>
              <a:ext cx="263507" cy="6587"/>
            </a:xfrm>
            <a:custGeom>
              <a:rect b="b" l="l" r="r" t="t"/>
              <a:pathLst>
                <a:path extrusionOk="0" h="179" w="7161">
                  <a:moveTo>
                    <a:pt x="0" y="1"/>
                  </a:moveTo>
                  <a:lnTo>
                    <a:pt x="0" y="179"/>
                  </a:lnTo>
                  <a:lnTo>
                    <a:pt x="7160" y="179"/>
                  </a:lnTo>
                  <a:lnTo>
                    <a:pt x="7160"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81"/>
            <p:cNvSpPr/>
            <p:nvPr/>
          </p:nvSpPr>
          <p:spPr>
            <a:xfrm>
              <a:off x="3576091" y="2455829"/>
              <a:ext cx="13284" cy="13284"/>
            </a:xfrm>
            <a:custGeom>
              <a:rect b="b" l="l" r="r" t="t"/>
              <a:pathLst>
                <a:path extrusionOk="0" h="361" w="361">
                  <a:moveTo>
                    <a:pt x="183" y="0"/>
                  </a:moveTo>
                  <a:cubicBezTo>
                    <a:pt x="83" y="0"/>
                    <a:pt x="1" y="82"/>
                    <a:pt x="1" y="182"/>
                  </a:cubicBezTo>
                  <a:cubicBezTo>
                    <a:pt x="1" y="283"/>
                    <a:pt x="83" y="360"/>
                    <a:pt x="183" y="360"/>
                  </a:cubicBezTo>
                  <a:cubicBezTo>
                    <a:pt x="279" y="360"/>
                    <a:pt x="361" y="283"/>
                    <a:pt x="361" y="182"/>
                  </a:cubicBezTo>
                  <a:cubicBezTo>
                    <a:pt x="361" y="82"/>
                    <a:pt x="279" y="0"/>
                    <a:pt x="18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81"/>
            <p:cNvSpPr/>
            <p:nvPr/>
          </p:nvSpPr>
          <p:spPr>
            <a:xfrm>
              <a:off x="4059279" y="2705169"/>
              <a:ext cx="300268" cy="147337"/>
            </a:xfrm>
            <a:custGeom>
              <a:rect b="b" l="l" r="r" t="t"/>
              <a:pathLst>
                <a:path extrusionOk="0" h="4004" w="8160">
                  <a:moveTo>
                    <a:pt x="4080" y="1"/>
                  </a:moveTo>
                  <a:cubicBezTo>
                    <a:pt x="1851" y="1"/>
                    <a:pt x="46" y="1784"/>
                    <a:pt x="0" y="4003"/>
                  </a:cubicBezTo>
                  <a:lnTo>
                    <a:pt x="8159" y="4003"/>
                  </a:lnTo>
                  <a:cubicBezTo>
                    <a:pt x="8113" y="1784"/>
                    <a:pt x="6304" y="1"/>
                    <a:pt x="408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81"/>
            <p:cNvSpPr/>
            <p:nvPr/>
          </p:nvSpPr>
          <p:spPr>
            <a:xfrm>
              <a:off x="3858218" y="2212634"/>
              <a:ext cx="251069" cy="123124"/>
            </a:xfrm>
            <a:custGeom>
              <a:rect b="b" l="l" r="r" t="t"/>
              <a:pathLst>
                <a:path extrusionOk="0" h="3346" w="6823">
                  <a:moveTo>
                    <a:pt x="3413" y="0"/>
                  </a:moveTo>
                  <a:cubicBezTo>
                    <a:pt x="1549" y="0"/>
                    <a:pt x="41" y="1490"/>
                    <a:pt x="0" y="3345"/>
                  </a:cubicBezTo>
                  <a:lnTo>
                    <a:pt x="6823" y="3345"/>
                  </a:lnTo>
                  <a:cubicBezTo>
                    <a:pt x="6787" y="1490"/>
                    <a:pt x="5278" y="0"/>
                    <a:pt x="341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81"/>
            <p:cNvSpPr/>
            <p:nvPr/>
          </p:nvSpPr>
          <p:spPr>
            <a:xfrm>
              <a:off x="3922098" y="2335722"/>
              <a:ext cx="123308" cy="60421"/>
            </a:xfrm>
            <a:custGeom>
              <a:rect b="b" l="l" r="r" t="t"/>
              <a:pathLst>
                <a:path extrusionOk="0" h="1642" w="3351">
                  <a:moveTo>
                    <a:pt x="0" y="0"/>
                  </a:moveTo>
                  <a:cubicBezTo>
                    <a:pt x="23" y="907"/>
                    <a:pt x="762" y="1641"/>
                    <a:pt x="1677" y="1641"/>
                  </a:cubicBezTo>
                  <a:cubicBezTo>
                    <a:pt x="2594" y="1641"/>
                    <a:pt x="3332" y="907"/>
                    <a:pt x="33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81"/>
            <p:cNvSpPr/>
            <p:nvPr/>
          </p:nvSpPr>
          <p:spPr>
            <a:xfrm>
              <a:off x="4179534" y="2734202"/>
              <a:ext cx="50854" cy="50707"/>
            </a:xfrm>
            <a:custGeom>
              <a:rect b="b" l="l" r="r" t="t"/>
              <a:pathLst>
                <a:path extrusionOk="0" h="1378" w="1382">
                  <a:moveTo>
                    <a:pt x="693" y="0"/>
                  </a:moveTo>
                  <a:cubicBezTo>
                    <a:pt x="310" y="0"/>
                    <a:pt x="1" y="306"/>
                    <a:pt x="1" y="689"/>
                  </a:cubicBezTo>
                  <a:cubicBezTo>
                    <a:pt x="1" y="1067"/>
                    <a:pt x="310" y="1378"/>
                    <a:pt x="693" y="1378"/>
                  </a:cubicBezTo>
                  <a:cubicBezTo>
                    <a:pt x="1071" y="1378"/>
                    <a:pt x="1381" y="1067"/>
                    <a:pt x="1381" y="689"/>
                  </a:cubicBezTo>
                  <a:cubicBezTo>
                    <a:pt x="1381" y="306"/>
                    <a:pt x="1071" y="0"/>
                    <a:pt x="69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81"/>
            <p:cNvSpPr/>
            <p:nvPr/>
          </p:nvSpPr>
          <p:spPr>
            <a:xfrm>
              <a:off x="4179865" y="2461018"/>
              <a:ext cx="50523" cy="247206"/>
            </a:xfrm>
            <a:custGeom>
              <a:rect b="b" l="l" r="r" t="t"/>
              <a:pathLst>
                <a:path extrusionOk="0" h="6718" w="1373">
                  <a:moveTo>
                    <a:pt x="0" y="1"/>
                  </a:moveTo>
                  <a:lnTo>
                    <a:pt x="0" y="6718"/>
                  </a:lnTo>
                  <a:cubicBezTo>
                    <a:pt x="261" y="6663"/>
                    <a:pt x="530" y="6636"/>
                    <a:pt x="803" y="6636"/>
                  </a:cubicBezTo>
                  <a:cubicBezTo>
                    <a:pt x="995" y="6636"/>
                    <a:pt x="1186" y="6650"/>
                    <a:pt x="1372" y="6677"/>
                  </a:cubicBezTo>
                  <a:lnTo>
                    <a:pt x="1372" y="1117"/>
                  </a:lnTo>
                  <a:lnTo>
                    <a:pt x="835" y="379"/>
                  </a:lnTo>
                  <a:cubicBezTo>
                    <a:pt x="780" y="392"/>
                    <a:pt x="726" y="401"/>
                    <a:pt x="671" y="401"/>
                  </a:cubicBezTo>
                  <a:cubicBezTo>
                    <a:pt x="507" y="401"/>
                    <a:pt x="343" y="337"/>
                    <a:pt x="219" y="215"/>
                  </a:cubicBezTo>
                  <a:lnTo>
                    <a:pt x="0" y="1"/>
                  </a:ln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81"/>
            <p:cNvSpPr/>
            <p:nvPr/>
          </p:nvSpPr>
          <p:spPr>
            <a:xfrm>
              <a:off x="3773473" y="2441736"/>
              <a:ext cx="125038" cy="411911"/>
            </a:xfrm>
            <a:custGeom>
              <a:rect b="b" l="l" r="r" t="t"/>
              <a:pathLst>
                <a:path extrusionOk="0" h="11194" w="3398">
                  <a:moveTo>
                    <a:pt x="2809" y="1"/>
                  </a:moveTo>
                  <a:lnTo>
                    <a:pt x="106" y="10670"/>
                  </a:lnTo>
                  <a:lnTo>
                    <a:pt x="1" y="11194"/>
                  </a:lnTo>
                  <a:lnTo>
                    <a:pt x="617" y="11194"/>
                  </a:lnTo>
                  <a:cubicBezTo>
                    <a:pt x="617" y="11194"/>
                    <a:pt x="3137" y="1372"/>
                    <a:pt x="3265" y="798"/>
                  </a:cubicBezTo>
                  <a:cubicBezTo>
                    <a:pt x="3397" y="228"/>
                    <a:pt x="2809" y="1"/>
                    <a:pt x="2809" y="1"/>
                  </a:cubicBezTo>
                  <a:close/>
                </a:path>
              </a:pathLst>
            </a:custGeom>
            <a:solidFill>
              <a:srgbClr val="2F2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81"/>
            <p:cNvSpPr/>
            <p:nvPr/>
          </p:nvSpPr>
          <p:spPr>
            <a:xfrm>
              <a:off x="3510224" y="2827778"/>
              <a:ext cx="192377" cy="6587"/>
            </a:xfrm>
            <a:custGeom>
              <a:rect b="b" l="l" r="r" t="t"/>
              <a:pathLst>
                <a:path extrusionOk="0" h="179" w="5228">
                  <a:moveTo>
                    <a:pt x="123" y="1"/>
                  </a:moveTo>
                  <a:lnTo>
                    <a:pt x="0" y="179"/>
                  </a:lnTo>
                  <a:lnTo>
                    <a:pt x="5228" y="179"/>
                  </a:lnTo>
                  <a:lnTo>
                    <a:pt x="5228" y="1"/>
                  </a:ln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81"/>
            <p:cNvSpPr/>
            <p:nvPr/>
          </p:nvSpPr>
          <p:spPr>
            <a:xfrm>
              <a:off x="4059279" y="2705169"/>
              <a:ext cx="300268" cy="147337"/>
            </a:xfrm>
            <a:custGeom>
              <a:rect b="b" l="l" r="r" t="t"/>
              <a:pathLst>
                <a:path extrusionOk="0" h="4004" w="8160">
                  <a:moveTo>
                    <a:pt x="3961" y="789"/>
                  </a:moveTo>
                  <a:cubicBezTo>
                    <a:pt x="4339" y="789"/>
                    <a:pt x="4649" y="1095"/>
                    <a:pt x="4649" y="1478"/>
                  </a:cubicBezTo>
                  <a:cubicBezTo>
                    <a:pt x="4649" y="1856"/>
                    <a:pt x="4339" y="2167"/>
                    <a:pt x="3961" y="2167"/>
                  </a:cubicBezTo>
                  <a:cubicBezTo>
                    <a:pt x="3578" y="2167"/>
                    <a:pt x="3269" y="1856"/>
                    <a:pt x="3269" y="1478"/>
                  </a:cubicBezTo>
                  <a:cubicBezTo>
                    <a:pt x="3269" y="1095"/>
                    <a:pt x="3578" y="789"/>
                    <a:pt x="3961" y="789"/>
                  </a:cubicBezTo>
                  <a:close/>
                  <a:moveTo>
                    <a:pt x="4080" y="1"/>
                  </a:moveTo>
                  <a:cubicBezTo>
                    <a:pt x="3807" y="1"/>
                    <a:pt x="3538" y="28"/>
                    <a:pt x="3277" y="83"/>
                  </a:cubicBezTo>
                  <a:cubicBezTo>
                    <a:pt x="1436" y="448"/>
                    <a:pt x="42" y="2057"/>
                    <a:pt x="0" y="4003"/>
                  </a:cubicBezTo>
                  <a:lnTo>
                    <a:pt x="8159" y="4003"/>
                  </a:lnTo>
                  <a:cubicBezTo>
                    <a:pt x="8118" y="1980"/>
                    <a:pt x="6605" y="316"/>
                    <a:pt x="4649" y="42"/>
                  </a:cubicBezTo>
                  <a:cubicBezTo>
                    <a:pt x="4463" y="15"/>
                    <a:pt x="4272" y="1"/>
                    <a:pt x="4080" y="1"/>
                  </a:cubicBezTo>
                  <a:close/>
                </a:path>
              </a:pathLst>
            </a:custGeom>
            <a:solidFill>
              <a:srgbClr val="424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81"/>
            <p:cNvSpPr/>
            <p:nvPr/>
          </p:nvSpPr>
          <p:spPr>
            <a:xfrm>
              <a:off x="3858218" y="2335722"/>
              <a:ext cx="251069" cy="37"/>
            </a:xfrm>
            <a:custGeom>
              <a:rect b="b" l="l" r="r" t="t"/>
              <a:pathLst>
                <a:path extrusionOk="0" h="1" w="6823">
                  <a:moveTo>
                    <a:pt x="6823" y="0"/>
                  </a:moveTo>
                  <a:lnTo>
                    <a:pt x="0" y="0"/>
                  </a:lnTo>
                  <a:lnTo>
                    <a:pt x="0" y="0"/>
                  </a:lnTo>
                  <a:lnTo>
                    <a:pt x="1736" y="0"/>
                  </a:lnTo>
                  <a:lnTo>
                    <a:pt x="1736" y="0"/>
                  </a:lnTo>
                  <a:lnTo>
                    <a:pt x="5087" y="0"/>
                  </a:lnTo>
                  <a:lnTo>
                    <a:pt x="5087" y="0"/>
                  </a:lnTo>
                  <a:lnTo>
                    <a:pt x="5087" y="0"/>
                  </a:lnTo>
                  <a:lnTo>
                    <a:pt x="5337" y="0"/>
                  </a:lnTo>
                  <a:close/>
                </a:path>
              </a:pathLst>
            </a:custGeom>
            <a:solidFill>
              <a:srgbClr val="424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81"/>
            <p:cNvSpPr/>
            <p:nvPr/>
          </p:nvSpPr>
          <p:spPr>
            <a:xfrm>
              <a:off x="3922098" y="2335722"/>
              <a:ext cx="123308" cy="60421"/>
            </a:xfrm>
            <a:custGeom>
              <a:rect b="b" l="l" r="r" t="t"/>
              <a:pathLst>
                <a:path extrusionOk="0" h="1642" w="3351">
                  <a:moveTo>
                    <a:pt x="0" y="0"/>
                  </a:moveTo>
                  <a:cubicBezTo>
                    <a:pt x="23" y="907"/>
                    <a:pt x="762" y="1641"/>
                    <a:pt x="1677" y="1641"/>
                  </a:cubicBezTo>
                  <a:cubicBezTo>
                    <a:pt x="2594" y="1641"/>
                    <a:pt x="3332" y="907"/>
                    <a:pt x="335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81"/>
            <p:cNvSpPr/>
            <p:nvPr/>
          </p:nvSpPr>
          <p:spPr>
            <a:xfrm>
              <a:off x="4179534" y="2734202"/>
              <a:ext cx="50854" cy="50707"/>
            </a:xfrm>
            <a:custGeom>
              <a:rect b="b" l="l" r="r" t="t"/>
              <a:pathLst>
                <a:path extrusionOk="0" h="1378" w="1382">
                  <a:moveTo>
                    <a:pt x="693" y="0"/>
                  </a:moveTo>
                  <a:cubicBezTo>
                    <a:pt x="310" y="0"/>
                    <a:pt x="1" y="306"/>
                    <a:pt x="1" y="689"/>
                  </a:cubicBezTo>
                  <a:cubicBezTo>
                    <a:pt x="1" y="1067"/>
                    <a:pt x="310" y="1378"/>
                    <a:pt x="693" y="1378"/>
                  </a:cubicBezTo>
                  <a:cubicBezTo>
                    <a:pt x="1071" y="1378"/>
                    <a:pt x="1381" y="1067"/>
                    <a:pt x="1381" y="689"/>
                  </a:cubicBezTo>
                  <a:cubicBezTo>
                    <a:pt x="1381" y="306"/>
                    <a:pt x="1071" y="0"/>
                    <a:pt x="693" y="0"/>
                  </a:cubicBez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81"/>
            <p:cNvSpPr/>
            <p:nvPr/>
          </p:nvSpPr>
          <p:spPr>
            <a:xfrm flipH="1">
              <a:off x="2739944" y="1512567"/>
              <a:ext cx="420920" cy="420890"/>
            </a:xfrm>
            <a:custGeom>
              <a:rect b="b" l="l" r="r" t="t"/>
              <a:pathLst>
                <a:path extrusionOk="0" h="13997" w="13998">
                  <a:moveTo>
                    <a:pt x="6992" y="4775"/>
                  </a:moveTo>
                  <a:cubicBezTo>
                    <a:pt x="8299" y="4775"/>
                    <a:pt x="9341" y="5895"/>
                    <a:pt x="9212" y="7229"/>
                  </a:cubicBezTo>
                  <a:cubicBezTo>
                    <a:pt x="9107" y="8268"/>
                    <a:pt x="8264" y="9107"/>
                    <a:pt x="7225" y="9211"/>
                  </a:cubicBezTo>
                  <a:cubicBezTo>
                    <a:pt x="7147" y="9219"/>
                    <a:pt x="7070" y="9222"/>
                    <a:pt x="6994" y="9222"/>
                  </a:cubicBezTo>
                  <a:cubicBezTo>
                    <a:pt x="5695" y="9222"/>
                    <a:pt x="4653" y="8100"/>
                    <a:pt x="4786" y="6773"/>
                  </a:cubicBezTo>
                  <a:cubicBezTo>
                    <a:pt x="4891" y="5733"/>
                    <a:pt x="5729" y="4890"/>
                    <a:pt x="6768" y="4786"/>
                  </a:cubicBezTo>
                  <a:cubicBezTo>
                    <a:pt x="6844" y="4779"/>
                    <a:pt x="6918" y="4775"/>
                    <a:pt x="6992" y="4775"/>
                  </a:cubicBezTo>
                  <a:close/>
                  <a:moveTo>
                    <a:pt x="6221" y="1"/>
                  </a:moveTo>
                  <a:cubicBezTo>
                    <a:pt x="5807" y="1"/>
                    <a:pt x="5470" y="337"/>
                    <a:pt x="5470" y="752"/>
                  </a:cubicBezTo>
                  <a:lnTo>
                    <a:pt x="5470" y="2088"/>
                  </a:lnTo>
                  <a:cubicBezTo>
                    <a:pt x="5169" y="2183"/>
                    <a:pt x="4881" y="2302"/>
                    <a:pt x="4608" y="2447"/>
                  </a:cubicBezTo>
                  <a:lnTo>
                    <a:pt x="3661" y="1499"/>
                  </a:lnTo>
                  <a:cubicBezTo>
                    <a:pt x="3515" y="1354"/>
                    <a:pt x="3322" y="1281"/>
                    <a:pt x="3130" y="1281"/>
                  </a:cubicBezTo>
                  <a:cubicBezTo>
                    <a:pt x="2937" y="1281"/>
                    <a:pt x="2745" y="1354"/>
                    <a:pt x="2599" y="1499"/>
                  </a:cubicBezTo>
                  <a:lnTo>
                    <a:pt x="1500" y="2598"/>
                  </a:lnTo>
                  <a:cubicBezTo>
                    <a:pt x="1204" y="2894"/>
                    <a:pt x="1204" y="3368"/>
                    <a:pt x="1500" y="3665"/>
                  </a:cubicBezTo>
                  <a:lnTo>
                    <a:pt x="2443" y="4608"/>
                  </a:lnTo>
                  <a:cubicBezTo>
                    <a:pt x="2302" y="4881"/>
                    <a:pt x="2180" y="5169"/>
                    <a:pt x="2088" y="5470"/>
                  </a:cubicBezTo>
                  <a:lnTo>
                    <a:pt x="752" y="5470"/>
                  </a:lnTo>
                  <a:cubicBezTo>
                    <a:pt x="333" y="5470"/>
                    <a:pt x="1" y="5807"/>
                    <a:pt x="1" y="6221"/>
                  </a:cubicBezTo>
                  <a:lnTo>
                    <a:pt x="1" y="7776"/>
                  </a:lnTo>
                  <a:cubicBezTo>
                    <a:pt x="1" y="8190"/>
                    <a:pt x="333" y="8527"/>
                    <a:pt x="752" y="8527"/>
                  </a:cubicBezTo>
                  <a:lnTo>
                    <a:pt x="2088" y="8527"/>
                  </a:lnTo>
                  <a:cubicBezTo>
                    <a:pt x="2180" y="8828"/>
                    <a:pt x="2302" y="9116"/>
                    <a:pt x="2443" y="9389"/>
                  </a:cubicBezTo>
                  <a:lnTo>
                    <a:pt x="1500" y="10337"/>
                  </a:lnTo>
                  <a:cubicBezTo>
                    <a:pt x="1204" y="10628"/>
                    <a:pt x="1204" y="11107"/>
                    <a:pt x="1500" y="11398"/>
                  </a:cubicBezTo>
                  <a:lnTo>
                    <a:pt x="3661" y="12498"/>
                  </a:lnTo>
                  <a:lnTo>
                    <a:pt x="4608" y="11554"/>
                  </a:lnTo>
                  <a:cubicBezTo>
                    <a:pt x="4881" y="11695"/>
                    <a:pt x="5169" y="11818"/>
                    <a:pt x="5470" y="11909"/>
                  </a:cubicBezTo>
                  <a:lnTo>
                    <a:pt x="5470" y="13245"/>
                  </a:lnTo>
                  <a:cubicBezTo>
                    <a:pt x="5470" y="13664"/>
                    <a:pt x="5807" y="13996"/>
                    <a:pt x="6221" y="13996"/>
                  </a:cubicBezTo>
                  <a:lnTo>
                    <a:pt x="7776" y="13996"/>
                  </a:lnTo>
                  <a:cubicBezTo>
                    <a:pt x="8190" y="13996"/>
                    <a:pt x="8528" y="13664"/>
                    <a:pt x="8528" y="13245"/>
                  </a:cubicBezTo>
                  <a:lnTo>
                    <a:pt x="8528" y="11909"/>
                  </a:lnTo>
                  <a:cubicBezTo>
                    <a:pt x="8829" y="11818"/>
                    <a:pt x="9116" y="11695"/>
                    <a:pt x="9389" y="11554"/>
                  </a:cubicBezTo>
                  <a:lnTo>
                    <a:pt x="10333" y="12498"/>
                  </a:lnTo>
                  <a:cubicBezTo>
                    <a:pt x="10481" y="12645"/>
                    <a:pt x="10674" y="12719"/>
                    <a:pt x="10866" y="12719"/>
                  </a:cubicBezTo>
                  <a:cubicBezTo>
                    <a:pt x="11059" y="12719"/>
                    <a:pt x="11252" y="12645"/>
                    <a:pt x="11400" y="12498"/>
                  </a:cubicBezTo>
                  <a:lnTo>
                    <a:pt x="12498" y="11398"/>
                  </a:lnTo>
                  <a:cubicBezTo>
                    <a:pt x="12790" y="11107"/>
                    <a:pt x="12790" y="10628"/>
                    <a:pt x="12498" y="10337"/>
                  </a:cubicBezTo>
                  <a:lnTo>
                    <a:pt x="11550" y="9389"/>
                  </a:lnTo>
                  <a:cubicBezTo>
                    <a:pt x="11696" y="9116"/>
                    <a:pt x="11814" y="8828"/>
                    <a:pt x="11909" y="8527"/>
                  </a:cubicBezTo>
                  <a:lnTo>
                    <a:pt x="13245" y="8527"/>
                  </a:lnTo>
                  <a:cubicBezTo>
                    <a:pt x="13660" y="8527"/>
                    <a:pt x="13998" y="8190"/>
                    <a:pt x="13998" y="7776"/>
                  </a:cubicBezTo>
                  <a:lnTo>
                    <a:pt x="13998" y="6221"/>
                  </a:lnTo>
                  <a:cubicBezTo>
                    <a:pt x="13998" y="5807"/>
                    <a:pt x="13660" y="5470"/>
                    <a:pt x="13245" y="5470"/>
                  </a:cubicBezTo>
                  <a:lnTo>
                    <a:pt x="11909" y="5470"/>
                  </a:lnTo>
                  <a:cubicBezTo>
                    <a:pt x="11814" y="5169"/>
                    <a:pt x="11696" y="4881"/>
                    <a:pt x="11550" y="4608"/>
                  </a:cubicBezTo>
                  <a:lnTo>
                    <a:pt x="12498" y="3665"/>
                  </a:lnTo>
                  <a:cubicBezTo>
                    <a:pt x="12790" y="3368"/>
                    <a:pt x="12790" y="2894"/>
                    <a:pt x="12498" y="2598"/>
                  </a:cubicBezTo>
                  <a:lnTo>
                    <a:pt x="11400" y="1499"/>
                  </a:lnTo>
                  <a:cubicBezTo>
                    <a:pt x="11252" y="1354"/>
                    <a:pt x="11059" y="1281"/>
                    <a:pt x="10866" y="1281"/>
                  </a:cubicBezTo>
                  <a:cubicBezTo>
                    <a:pt x="10674" y="1281"/>
                    <a:pt x="10481" y="1354"/>
                    <a:pt x="10333" y="1499"/>
                  </a:cubicBezTo>
                  <a:lnTo>
                    <a:pt x="9389" y="2447"/>
                  </a:lnTo>
                  <a:cubicBezTo>
                    <a:pt x="9116" y="2302"/>
                    <a:pt x="8829" y="2183"/>
                    <a:pt x="8528" y="2088"/>
                  </a:cubicBezTo>
                  <a:lnTo>
                    <a:pt x="8528" y="752"/>
                  </a:lnTo>
                  <a:cubicBezTo>
                    <a:pt x="8528" y="337"/>
                    <a:pt x="8190" y="1"/>
                    <a:pt x="777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81"/>
            <p:cNvSpPr/>
            <p:nvPr/>
          </p:nvSpPr>
          <p:spPr>
            <a:xfrm flipH="1">
              <a:off x="2706924" y="1512567"/>
              <a:ext cx="420920" cy="420890"/>
            </a:xfrm>
            <a:custGeom>
              <a:rect b="b" l="l" r="r" t="t"/>
              <a:pathLst>
                <a:path extrusionOk="0" h="13997" w="13998">
                  <a:moveTo>
                    <a:pt x="6997" y="4775"/>
                  </a:moveTo>
                  <a:cubicBezTo>
                    <a:pt x="8299" y="4775"/>
                    <a:pt x="9342" y="5895"/>
                    <a:pt x="9212" y="7229"/>
                  </a:cubicBezTo>
                  <a:cubicBezTo>
                    <a:pt x="9107" y="8268"/>
                    <a:pt x="8264" y="9107"/>
                    <a:pt x="7225" y="9211"/>
                  </a:cubicBezTo>
                  <a:cubicBezTo>
                    <a:pt x="7147" y="9219"/>
                    <a:pt x="7070" y="9222"/>
                    <a:pt x="6995" y="9222"/>
                  </a:cubicBezTo>
                  <a:cubicBezTo>
                    <a:pt x="5696" y="9222"/>
                    <a:pt x="4653" y="8100"/>
                    <a:pt x="4787" y="6773"/>
                  </a:cubicBezTo>
                  <a:cubicBezTo>
                    <a:pt x="4892" y="5733"/>
                    <a:pt x="5731" y="4890"/>
                    <a:pt x="6774" y="4786"/>
                  </a:cubicBezTo>
                  <a:cubicBezTo>
                    <a:pt x="6849" y="4779"/>
                    <a:pt x="6923" y="4775"/>
                    <a:pt x="6997" y="4775"/>
                  </a:cubicBezTo>
                  <a:close/>
                  <a:moveTo>
                    <a:pt x="6223" y="1"/>
                  </a:moveTo>
                  <a:cubicBezTo>
                    <a:pt x="5807" y="1"/>
                    <a:pt x="5470" y="337"/>
                    <a:pt x="5470" y="752"/>
                  </a:cubicBezTo>
                  <a:lnTo>
                    <a:pt x="5470" y="2088"/>
                  </a:lnTo>
                  <a:cubicBezTo>
                    <a:pt x="5169" y="2183"/>
                    <a:pt x="4883" y="2302"/>
                    <a:pt x="4609" y="2447"/>
                  </a:cubicBezTo>
                  <a:lnTo>
                    <a:pt x="3661" y="1499"/>
                  </a:lnTo>
                  <a:cubicBezTo>
                    <a:pt x="3515" y="1354"/>
                    <a:pt x="3322" y="1281"/>
                    <a:pt x="3130" y="1281"/>
                  </a:cubicBezTo>
                  <a:cubicBezTo>
                    <a:pt x="2937" y="1281"/>
                    <a:pt x="2745" y="1354"/>
                    <a:pt x="2599" y="1499"/>
                  </a:cubicBezTo>
                  <a:lnTo>
                    <a:pt x="1501" y="2598"/>
                  </a:lnTo>
                  <a:cubicBezTo>
                    <a:pt x="1204" y="2894"/>
                    <a:pt x="1204" y="3368"/>
                    <a:pt x="1501" y="3665"/>
                  </a:cubicBezTo>
                  <a:lnTo>
                    <a:pt x="2444" y="4608"/>
                  </a:lnTo>
                  <a:cubicBezTo>
                    <a:pt x="2302" y="4881"/>
                    <a:pt x="2180" y="5169"/>
                    <a:pt x="2088" y="5470"/>
                  </a:cubicBezTo>
                  <a:lnTo>
                    <a:pt x="754" y="5470"/>
                  </a:lnTo>
                  <a:cubicBezTo>
                    <a:pt x="338" y="5470"/>
                    <a:pt x="1" y="5807"/>
                    <a:pt x="1" y="6221"/>
                  </a:cubicBezTo>
                  <a:lnTo>
                    <a:pt x="1" y="7776"/>
                  </a:lnTo>
                  <a:cubicBezTo>
                    <a:pt x="1" y="8190"/>
                    <a:pt x="338" y="8527"/>
                    <a:pt x="754" y="8527"/>
                  </a:cubicBezTo>
                  <a:lnTo>
                    <a:pt x="2088" y="8527"/>
                  </a:lnTo>
                  <a:cubicBezTo>
                    <a:pt x="2180" y="8828"/>
                    <a:pt x="2302" y="9116"/>
                    <a:pt x="2444" y="9389"/>
                  </a:cubicBezTo>
                  <a:lnTo>
                    <a:pt x="1501" y="10337"/>
                  </a:lnTo>
                  <a:cubicBezTo>
                    <a:pt x="1204" y="10628"/>
                    <a:pt x="1204" y="11107"/>
                    <a:pt x="1501" y="11398"/>
                  </a:cubicBezTo>
                  <a:lnTo>
                    <a:pt x="2599" y="12498"/>
                  </a:lnTo>
                  <a:cubicBezTo>
                    <a:pt x="2745" y="12645"/>
                    <a:pt x="2937" y="12719"/>
                    <a:pt x="3130" y="12719"/>
                  </a:cubicBezTo>
                  <a:cubicBezTo>
                    <a:pt x="3322" y="12719"/>
                    <a:pt x="3515" y="12645"/>
                    <a:pt x="3661" y="12498"/>
                  </a:cubicBezTo>
                  <a:lnTo>
                    <a:pt x="4609" y="11554"/>
                  </a:lnTo>
                  <a:cubicBezTo>
                    <a:pt x="4883" y="11695"/>
                    <a:pt x="5169" y="11818"/>
                    <a:pt x="5470" y="11909"/>
                  </a:cubicBezTo>
                  <a:lnTo>
                    <a:pt x="5470" y="13245"/>
                  </a:lnTo>
                  <a:cubicBezTo>
                    <a:pt x="5470" y="13664"/>
                    <a:pt x="5807" y="13996"/>
                    <a:pt x="6223" y="13996"/>
                  </a:cubicBezTo>
                  <a:lnTo>
                    <a:pt x="7776" y="13996"/>
                  </a:lnTo>
                  <a:cubicBezTo>
                    <a:pt x="8192" y="13996"/>
                    <a:pt x="8529" y="13664"/>
                    <a:pt x="8529" y="13245"/>
                  </a:cubicBezTo>
                  <a:lnTo>
                    <a:pt x="8529" y="11909"/>
                  </a:lnTo>
                  <a:cubicBezTo>
                    <a:pt x="8829" y="11818"/>
                    <a:pt x="9116" y="11695"/>
                    <a:pt x="9389" y="11554"/>
                  </a:cubicBezTo>
                  <a:lnTo>
                    <a:pt x="10333" y="12498"/>
                  </a:lnTo>
                  <a:cubicBezTo>
                    <a:pt x="10482" y="12645"/>
                    <a:pt x="10674" y="12719"/>
                    <a:pt x="10867" y="12719"/>
                  </a:cubicBezTo>
                  <a:cubicBezTo>
                    <a:pt x="11059" y="12719"/>
                    <a:pt x="11252" y="12645"/>
                    <a:pt x="11400" y="12498"/>
                  </a:cubicBezTo>
                  <a:lnTo>
                    <a:pt x="12498" y="11398"/>
                  </a:lnTo>
                  <a:cubicBezTo>
                    <a:pt x="12790" y="11107"/>
                    <a:pt x="12790" y="10628"/>
                    <a:pt x="12498" y="10337"/>
                  </a:cubicBezTo>
                  <a:lnTo>
                    <a:pt x="11550" y="9389"/>
                  </a:lnTo>
                  <a:cubicBezTo>
                    <a:pt x="11696" y="9116"/>
                    <a:pt x="11815" y="8828"/>
                    <a:pt x="11911" y="8527"/>
                  </a:cubicBezTo>
                  <a:lnTo>
                    <a:pt x="13245" y="8527"/>
                  </a:lnTo>
                  <a:cubicBezTo>
                    <a:pt x="13661" y="8527"/>
                    <a:pt x="13998" y="8190"/>
                    <a:pt x="13998" y="7776"/>
                  </a:cubicBezTo>
                  <a:lnTo>
                    <a:pt x="13998" y="6221"/>
                  </a:lnTo>
                  <a:cubicBezTo>
                    <a:pt x="13998" y="5807"/>
                    <a:pt x="13661" y="5470"/>
                    <a:pt x="13245" y="5470"/>
                  </a:cubicBezTo>
                  <a:lnTo>
                    <a:pt x="11911" y="5470"/>
                  </a:lnTo>
                  <a:cubicBezTo>
                    <a:pt x="11815" y="5169"/>
                    <a:pt x="11696" y="4881"/>
                    <a:pt x="11550" y="4608"/>
                  </a:cubicBezTo>
                  <a:lnTo>
                    <a:pt x="12498" y="3665"/>
                  </a:lnTo>
                  <a:cubicBezTo>
                    <a:pt x="12790" y="3368"/>
                    <a:pt x="12790" y="2894"/>
                    <a:pt x="12498" y="2598"/>
                  </a:cubicBezTo>
                  <a:lnTo>
                    <a:pt x="11400" y="1499"/>
                  </a:lnTo>
                  <a:cubicBezTo>
                    <a:pt x="11252" y="1354"/>
                    <a:pt x="11059" y="1281"/>
                    <a:pt x="10867" y="1281"/>
                  </a:cubicBezTo>
                  <a:cubicBezTo>
                    <a:pt x="10674" y="1281"/>
                    <a:pt x="10482" y="1354"/>
                    <a:pt x="10333" y="1499"/>
                  </a:cubicBezTo>
                  <a:lnTo>
                    <a:pt x="9389" y="2447"/>
                  </a:lnTo>
                  <a:cubicBezTo>
                    <a:pt x="9116" y="2302"/>
                    <a:pt x="8829" y="2183"/>
                    <a:pt x="8529" y="2088"/>
                  </a:cubicBezTo>
                  <a:lnTo>
                    <a:pt x="8529" y="752"/>
                  </a:lnTo>
                  <a:cubicBezTo>
                    <a:pt x="8529" y="337"/>
                    <a:pt x="8192" y="1"/>
                    <a:pt x="7776"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81"/>
            <p:cNvSpPr/>
            <p:nvPr/>
          </p:nvSpPr>
          <p:spPr>
            <a:xfrm>
              <a:off x="2659874" y="1888066"/>
              <a:ext cx="216835" cy="215241"/>
            </a:xfrm>
            <a:custGeom>
              <a:rect b="b" l="l" r="r" t="t"/>
              <a:pathLst>
                <a:path extrusionOk="0" h="7158" w="7211">
                  <a:moveTo>
                    <a:pt x="3586" y="2419"/>
                  </a:moveTo>
                  <a:cubicBezTo>
                    <a:pt x="3707" y="2419"/>
                    <a:pt x="3829" y="2439"/>
                    <a:pt x="3947" y="2478"/>
                  </a:cubicBezTo>
                  <a:cubicBezTo>
                    <a:pt x="4645" y="2716"/>
                    <a:pt x="4950" y="3522"/>
                    <a:pt x="4581" y="4161"/>
                  </a:cubicBezTo>
                  <a:cubicBezTo>
                    <a:pt x="4371" y="4523"/>
                    <a:pt x="3983" y="4736"/>
                    <a:pt x="3581" y="4736"/>
                  </a:cubicBezTo>
                  <a:cubicBezTo>
                    <a:pt x="3458" y="4736"/>
                    <a:pt x="3334" y="4716"/>
                    <a:pt x="3213" y="4675"/>
                  </a:cubicBezTo>
                  <a:cubicBezTo>
                    <a:pt x="2516" y="4443"/>
                    <a:pt x="2211" y="3631"/>
                    <a:pt x="2580" y="2998"/>
                  </a:cubicBezTo>
                  <a:cubicBezTo>
                    <a:pt x="2787" y="2633"/>
                    <a:pt x="3181" y="2419"/>
                    <a:pt x="3586" y="2419"/>
                  </a:cubicBezTo>
                  <a:close/>
                  <a:moveTo>
                    <a:pt x="2810" y="0"/>
                  </a:moveTo>
                  <a:cubicBezTo>
                    <a:pt x="2764" y="0"/>
                    <a:pt x="2717" y="8"/>
                    <a:pt x="2671" y="26"/>
                  </a:cubicBezTo>
                  <a:lnTo>
                    <a:pt x="1915" y="309"/>
                  </a:lnTo>
                  <a:cubicBezTo>
                    <a:pt x="1714" y="387"/>
                    <a:pt x="1610" y="614"/>
                    <a:pt x="1686" y="815"/>
                  </a:cubicBezTo>
                  <a:lnTo>
                    <a:pt x="1932" y="1466"/>
                  </a:lnTo>
                  <a:cubicBezTo>
                    <a:pt x="1805" y="1567"/>
                    <a:pt x="1686" y="1676"/>
                    <a:pt x="1577" y="1799"/>
                  </a:cubicBezTo>
                  <a:lnTo>
                    <a:pt x="943" y="1512"/>
                  </a:lnTo>
                  <a:cubicBezTo>
                    <a:pt x="892" y="1488"/>
                    <a:pt x="837" y="1477"/>
                    <a:pt x="783" y="1477"/>
                  </a:cubicBezTo>
                  <a:cubicBezTo>
                    <a:pt x="635" y="1477"/>
                    <a:pt x="491" y="1564"/>
                    <a:pt x="424" y="1708"/>
                  </a:cubicBezTo>
                  <a:lnTo>
                    <a:pt x="91" y="2447"/>
                  </a:lnTo>
                  <a:cubicBezTo>
                    <a:pt x="1" y="2642"/>
                    <a:pt x="91" y="2875"/>
                    <a:pt x="287" y="2962"/>
                  </a:cubicBezTo>
                  <a:lnTo>
                    <a:pt x="921" y="3248"/>
                  </a:lnTo>
                  <a:cubicBezTo>
                    <a:pt x="899" y="3412"/>
                    <a:pt x="893" y="3576"/>
                    <a:pt x="907" y="3736"/>
                  </a:cubicBezTo>
                  <a:lnTo>
                    <a:pt x="255" y="3982"/>
                  </a:lnTo>
                  <a:lnTo>
                    <a:pt x="310" y="5245"/>
                  </a:lnTo>
                  <a:cubicBezTo>
                    <a:pt x="371" y="5402"/>
                    <a:pt x="522" y="5497"/>
                    <a:pt x="682" y="5497"/>
                  </a:cubicBezTo>
                  <a:cubicBezTo>
                    <a:pt x="727" y="5497"/>
                    <a:pt x="772" y="5489"/>
                    <a:pt x="817" y="5473"/>
                  </a:cubicBezTo>
                  <a:lnTo>
                    <a:pt x="1467" y="5227"/>
                  </a:lnTo>
                  <a:cubicBezTo>
                    <a:pt x="1568" y="5354"/>
                    <a:pt x="1677" y="5473"/>
                    <a:pt x="1801" y="5583"/>
                  </a:cubicBezTo>
                  <a:lnTo>
                    <a:pt x="1513" y="6216"/>
                  </a:lnTo>
                  <a:cubicBezTo>
                    <a:pt x="1423" y="6412"/>
                    <a:pt x="1513" y="6644"/>
                    <a:pt x="1709" y="6736"/>
                  </a:cubicBezTo>
                  <a:lnTo>
                    <a:pt x="2443" y="7068"/>
                  </a:lnTo>
                  <a:cubicBezTo>
                    <a:pt x="2496" y="7091"/>
                    <a:pt x="2551" y="7102"/>
                    <a:pt x="2604" y="7102"/>
                  </a:cubicBezTo>
                  <a:cubicBezTo>
                    <a:pt x="2756" y="7102"/>
                    <a:pt x="2899" y="7017"/>
                    <a:pt x="2963" y="6872"/>
                  </a:cubicBezTo>
                  <a:lnTo>
                    <a:pt x="3250" y="6239"/>
                  </a:lnTo>
                  <a:cubicBezTo>
                    <a:pt x="3360" y="6251"/>
                    <a:pt x="3467" y="6256"/>
                    <a:pt x="3575" y="6256"/>
                  </a:cubicBezTo>
                  <a:cubicBezTo>
                    <a:pt x="3628" y="6256"/>
                    <a:pt x="3682" y="6255"/>
                    <a:pt x="3737" y="6252"/>
                  </a:cubicBezTo>
                  <a:lnTo>
                    <a:pt x="3983" y="6904"/>
                  </a:lnTo>
                  <a:cubicBezTo>
                    <a:pt x="4040" y="7059"/>
                    <a:pt x="4190" y="7157"/>
                    <a:pt x="4350" y="7157"/>
                  </a:cubicBezTo>
                  <a:cubicBezTo>
                    <a:pt x="4396" y="7157"/>
                    <a:pt x="4444" y="7149"/>
                    <a:pt x="4490" y="7131"/>
                  </a:cubicBezTo>
                  <a:lnTo>
                    <a:pt x="5241" y="6845"/>
                  </a:lnTo>
                  <a:cubicBezTo>
                    <a:pt x="5447" y="6772"/>
                    <a:pt x="5547" y="6544"/>
                    <a:pt x="5474" y="6343"/>
                  </a:cubicBezTo>
                  <a:lnTo>
                    <a:pt x="5228" y="5692"/>
                  </a:lnTo>
                  <a:cubicBezTo>
                    <a:pt x="5356" y="5591"/>
                    <a:pt x="5474" y="5482"/>
                    <a:pt x="5584" y="5358"/>
                  </a:cubicBezTo>
                  <a:lnTo>
                    <a:pt x="6217" y="5646"/>
                  </a:lnTo>
                  <a:cubicBezTo>
                    <a:pt x="6268" y="5669"/>
                    <a:pt x="6322" y="5680"/>
                    <a:pt x="6376" y="5680"/>
                  </a:cubicBezTo>
                  <a:cubicBezTo>
                    <a:pt x="6525" y="5680"/>
                    <a:pt x="6668" y="5595"/>
                    <a:pt x="6732" y="5450"/>
                  </a:cubicBezTo>
                  <a:lnTo>
                    <a:pt x="7069" y="4712"/>
                  </a:lnTo>
                  <a:cubicBezTo>
                    <a:pt x="7155" y="4516"/>
                    <a:pt x="7069" y="4283"/>
                    <a:pt x="6873" y="4192"/>
                  </a:cubicBezTo>
                  <a:lnTo>
                    <a:pt x="6240" y="3905"/>
                  </a:lnTo>
                  <a:cubicBezTo>
                    <a:pt x="6258" y="3745"/>
                    <a:pt x="6263" y="3581"/>
                    <a:pt x="6253" y="3422"/>
                  </a:cubicBezTo>
                  <a:lnTo>
                    <a:pt x="6905" y="3176"/>
                  </a:lnTo>
                  <a:cubicBezTo>
                    <a:pt x="7106" y="3098"/>
                    <a:pt x="7210" y="2870"/>
                    <a:pt x="7134" y="2670"/>
                  </a:cubicBezTo>
                  <a:lnTo>
                    <a:pt x="6846" y="1913"/>
                  </a:lnTo>
                  <a:cubicBezTo>
                    <a:pt x="6789" y="1758"/>
                    <a:pt x="6640" y="1660"/>
                    <a:pt x="6480" y="1660"/>
                  </a:cubicBezTo>
                  <a:cubicBezTo>
                    <a:pt x="6434" y="1660"/>
                    <a:pt x="6386" y="1668"/>
                    <a:pt x="6341" y="1685"/>
                  </a:cubicBezTo>
                  <a:lnTo>
                    <a:pt x="5693" y="1931"/>
                  </a:lnTo>
                  <a:cubicBezTo>
                    <a:pt x="5592" y="1803"/>
                    <a:pt x="5483" y="1685"/>
                    <a:pt x="5360" y="1576"/>
                  </a:cubicBezTo>
                  <a:lnTo>
                    <a:pt x="5647" y="943"/>
                  </a:lnTo>
                  <a:cubicBezTo>
                    <a:pt x="5733" y="747"/>
                    <a:pt x="5647" y="514"/>
                    <a:pt x="5451" y="423"/>
                  </a:cubicBezTo>
                  <a:lnTo>
                    <a:pt x="4713" y="90"/>
                  </a:lnTo>
                  <a:cubicBezTo>
                    <a:pt x="4661" y="66"/>
                    <a:pt x="4606" y="55"/>
                    <a:pt x="4553" y="55"/>
                  </a:cubicBezTo>
                  <a:cubicBezTo>
                    <a:pt x="4403" y="55"/>
                    <a:pt x="4260" y="142"/>
                    <a:pt x="4193" y="286"/>
                  </a:cubicBezTo>
                  <a:lnTo>
                    <a:pt x="3907" y="920"/>
                  </a:lnTo>
                  <a:cubicBezTo>
                    <a:pt x="3810" y="906"/>
                    <a:pt x="3712" y="900"/>
                    <a:pt x="3614" y="900"/>
                  </a:cubicBezTo>
                  <a:cubicBezTo>
                    <a:pt x="3550" y="900"/>
                    <a:pt x="3486" y="903"/>
                    <a:pt x="3423" y="906"/>
                  </a:cubicBezTo>
                  <a:lnTo>
                    <a:pt x="3177" y="254"/>
                  </a:lnTo>
                  <a:cubicBezTo>
                    <a:pt x="3117" y="96"/>
                    <a:pt x="2968" y="0"/>
                    <a:pt x="28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81"/>
            <p:cNvSpPr/>
            <p:nvPr/>
          </p:nvSpPr>
          <p:spPr>
            <a:xfrm flipH="1">
              <a:off x="2635784" y="1891211"/>
              <a:ext cx="218338" cy="215271"/>
            </a:xfrm>
            <a:custGeom>
              <a:rect b="b" l="l" r="r" t="t"/>
              <a:pathLst>
                <a:path extrusionOk="0" h="7159" w="7261">
                  <a:moveTo>
                    <a:pt x="3635" y="2422"/>
                  </a:moveTo>
                  <a:cubicBezTo>
                    <a:pt x="3756" y="2422"/>
                    <a:pt x="3879" y="2441"/>
                    <a:pt x="3998" y="2482"/>
                  </a:cubicBezTo>
                  <a:cubicBezTo>
                    <a:pt x="4696" y="2718"/>
                    <a:pt x="5001" y="3525"/>
                    <a:pt x="4631" y="4163"/>
                  </a:cubicBezTo>
                  <a:cubicBezTo>
                    <a:pt x="4424" y="4524"/>
                    <a:pt x="4031" y="4737"/>
                    <a:pt x="3626" y="4737"/>
                  </a:cubicBezTo>
                  <a:cubicBezTo>
                    <a:pt x="3505" y="4737"/>
                    <a:pt x="3382" y="4718"/>
                    <a:pt x="3264" y="4678"/>
                  </a:cubicBezTo>
                  <a:cubicBezTo>
                    <a:pt x="2567" y="4441"/>
                    <a:pt x="2262" y="3635"/>
                    <a:pt x="2630" y="2997"/>
                  </a:cubicBezTo>
                  <a:cubicBezTo>
                    <a:pt x="2841" y="2635"/>
                    <a:pt x="3231" y="2422"/>
                    <a:pt x="3635" y="2422"/>
                  </a:cubicBezTo>
                  <a:close/>
                  <a:moveTo>
                    <a:pt x="2858" y="1"/>
                  </a:moveTo>
                  <a:cubicBezTo>
                    <a:pt x="2813" y="1"/>
                    <a:pt x="2767" y="9"/>
                    <a:pt x="2721" y="25"/>
                  </a:cubicBezTo>
                  <a:lnTo>
                    <a:pt x="1965" y="311"/>
                  </a:lnTo>
                  <a:cubicBezTo>
                    <a:pt x="1764" y="389"/>
                    <a:pt x="1660" y="612"/>
                    <a:pt x="1737" y="818"/>
                  </a:cubicBezTo>
                  <a:lnTo>
                    <a:pt x="1983" y="1470"/>
                  </a:lnTo>
                  <a:cubicBezTo>
                    <a:pt x="1856" y="1565"/>
                    <a:pt x="1737" y="1679"/>
                    <a:pt x="1627" y="1802"/>
                  </a:cubicBezTo>
                  <a:lnTo>
                    <a:pt x="994" y="1515"/>
                  </a:lnTo>
                  <a:cubicBezTo>
                    <a:pt x="941" y="1490"/>
                    <a:pt x="886" y="1479"/>
                    <a:pt x="832" y="1479"/>
                  </a:cubicBezTo>
                  <a:cubicBezTo>
                    <a:pt x="684" y="1479"/>
                    <a:pt x="542" y="1564"/>
                    <a:pt x="474" y="1712"/>
                  </a:cubicBezTo>
                  <a:lnTo>
                    <a:pt x="142" y="2444"/>
                  </a:lnTo>
                  <a:cubicBezTo>
                    <a:pt x="56" y="2646"/>
                    <a:pt x="142" y="2878"/>
                    <a:pt x="338" y="2964"/>
                  </a:cubicBezTo>
                  <a:lnTo>
                    <a:pt x="971" y="3252"/>
                  </a:lnTo>
                  <a:cubicBezTo>
                    <a:pt x="954" y="3416"/>
                    <a:pt x="949" y="3575"/>
                    <a:pt x="958" y="3740"/>
                  </a:cubicBezTo>
                  <a:lnTo>
                    <a:pt x="306" y="3981"/>
                  </a:lnTo>
                  <a:cubicBezTo>
                    <a:pt x="106" y="4058"/>
                    <a:pt x="1" y="4286"/>
                    <a:pt x="79" y="4487"/>
                  </a:cubicBezTo>
                  <a:lnTo>
                    <a:pt x="365" y="5244"/>
                  </a:lnTo>
                  <a:cubicBezTo>
                    <a:pt x="422" y="5401"/>
                    <a:pt x="570" y="5497"/>
                    <a:pt x="727" y="5497"/>
                  </a:cubicBezTo>
                  <a:cubicBezTo>
                    <a:pt x="774" y="5497"/>
                    <a:pt x="821" y="5489"/>
                    <a:pt x="867" y="5471"/>
                  </a:cubicBezTo>
                  <a:lnTo>
                    <a:pt x="1518" y="5229"/>
                  </a:lnTo>
                  <a:cubicBezTo>
                    <a:pt x="1619" y="5353"/>
                    <a:pt x="1728" y="5475"/>
                    <a:pt x="1852" y="5580"/>
                  </a:cubicBezTo>
                  <a:lnTo>
                    <a:pt x="1564" y="6214"/>
                  </a:lnTo>
                  <a:cubicBezTo>
                    <a:pt x="1478" y="6415"/>
                    <a:pt x="1564" y="6647"/>
                    <a:pt x="1760" y="6733"/>
                  </a:cubicBezTo>
                  <a:lnTo>
                    <a:pt x="2498" y="7066"/>
                  </a:lnTo>
                  <a:cubicBezTo>
                    <a:pt x="2551" y="7091"/>
                    <a:pt x="2607" y="7103"/>
                    <a:pt x="2662" y="7103"/>
                  </a:cubicBezTo>
                  <a:cubicBezTo>
                    <a:pt x="2810" y="7103"/>
                    <a:pt x="2951" y="7017"/>
                    <a:pt x="3018" y="6870"/>
                  </a:cubicBezTo>
                  <a:lnTo>
                    <a:pt x="3305" y="6237"/>
                  </a:lnTo>
                  <a:cubicBezTo>
                    <a:pt x="3415" y="6253"/>
                    <a:pt x="3527" y="6260"/>
                    <a:pt x="3638" y="6260"/>
                  </a:cubicBezTo>
                  <a:cubicBezTo>
                    <a:pt x="3688" y="6260"/>
                    <a:pt x="3738" y="6258"/>
                    <a:pt x="3788" y="6255"/>
                  </a:cubicBezTo>
                  <a:lnTo>
                    <a:pt x="4034" y="6907"/>
                  </a:lnTo>
                  <a:cubicBezTo>
                    <a:pt x="4094" y="7063"/>
                    <a:pt x="4243" y="7159"/>
                    <a:pt x="4403" y="7159"/>
                  </a:cubicBezTo>
                  <a:cubicBezTo>
                    <a:pt x="4449" y="7159"/>
                    <a:pt x="4495" y="7151"/>
                    <a:pt x="4540" y="7135"/>
                  </a:cubicBezTo>
                  <a:lnTo>
                    <a:pt x="5297" y="6847"/>
                  </a:lnTo>
                  <a:cubicBezTo>
                    <a:pt x="5497" y="6771"/>
                    <a:pt x="5602" y="6546"/>
                    <a:pt x="5525" y="6342"/>
                  </a:cubicBezTo>
                  <a:lnTo>
                    <a:pt x="5279" y="5690"/>
                  </a:lnTo>
                  <a:cubicBezTo>
                    <a:pt x="5407" y="5595"/>
                    <a:pt x="5525" y="5480"/>
                    <a:pt x="5634" y="5357"/>
                  </a:cubicBezTo>
                  <a:lnTo>
                    <a:pt x="6267" y="5644"/>
                  </a:lnTo>
                  <a:cubicBezTo>
                    <a:pt x="6321" y="5669"/>
                    <a:pt x="6376" y="5681"/>
                    <a:pt x="6431" y="5681"/>
                  </a:cubicBezTo>
                  <a:cubicBezTo>
                    <a:pt x="6579" y="5681"/>
                    <a:pt x="6721" y="5595"/>
                    <a:pt x="6787" y="5448"/>
                  </a:cubicBezTo>
                  <a:lnTo>
                    <a:pt x="7120" y="4714"/>
                  </a:lnTo>
                  <a:cubicBezTo>
                    <a:pt x="7211" y="4518"/>
                    <a:pt x="7120" y="4286"/>
                    <a:pt x="6924" y="4195"/>
                  </a:cubicBezTo>
                  <a:lnTo>
                    <a:pt x="6290" y="3908"/>
                  </a:lnTo>
                  <a:cubicBezTo>
                    <a:pt x="6309" y="3744"/>
                    <a:pt x="6313" y="3584"/>
                    <a:pt x="6304" y="3420"/>
                  </a:cubicBezTo>
                  <a:lnTo>
                    <a:pt x="6956" y="3178"/>
                  </a:lnTo>
                  <a:cubicBezTo>
                    <a:pt x="7161" y="3101"/>
                    <a:pt x="7261" y="2873"/>
                    <a:pt x="7184" y="2673"/>
                  </a:cubicBezTo>
                  <a:lnTo>
                    <a:pt x="6901" y="1916"/>
                  </a:lnTo>
                  <a:cubicBezTo>
                    <a:pt x="6841" y="1758"/>
                    <a:pt x="6692" y="1662"/>
                    <a:pt x="6535" y="1662"/>
                  </a:cubicBezTo>
                  <a:cubicBezTo>
                    <a:pt x="6488" y="1662"/>
                    <a:pt x="6441" y="1671"/>
                    <a:pt x="6395" y="1689"/>
                  </a:cubicBezTo>
                  <a:lnTo>
                    <a:pt x="5744" y="1935"/>
                  </a:lnTo>
                  <a:cubicBezTo>
                    <a:pt x="5643" y="1807"/>
                    <a:pt x="5534" y="1684"/>
                    <a:pt x="5411" y="1579"/>
                  </a:cubicBezTo>
                  <a:lnTo>
                    <a:pt x="5698" y="946"/>
                  </a:lnTo>
                  <a:cubicBezTo>
                    <a:pt x="5789" y="745"/>
                    <a:pt x="5698" y="513"/>
                    <a:pt x="5502" y="426"/>
                  </a:cubicBezTo>
                  <a:lnTo>
                    <a:pt x="4763" y="93"/>
                  </a:lnTo>
                  <a:cubicBezTo>
                    <a:pt x="4711" y="68"/>
                    <a:pt x="4655" y="57"/>
                    <a:pt x="4601" y="57"/>
                  </a:cubicBezTo>
                  <a:cubicBezTo>
                    <a:pt x="4453" y="57"/>
                    <a:pt x="4311" y="142"/>
                    <a:pt x="4248" y="290"/>
                  </a:cubicBezTo>
                  <a:lnTo>
                    <a:pt x="3962" y="923"/>
                  </a:lnTo>
                  <a:cubicBezTo>
                    <a:pt x="3849" y="907"/>
                    <a:pt x="3736" y="900"/>
                    <a:pt x="3625" y="900"/>
                  </a:cubicBezTo>
                  <a:cubicBezTo>
                    <a:pt x="3574" y="900"/>
                    <a:pt x="3524" y="902"/>
                    <a:pt x="3474" y="904"/>
                  </a:cubicBezTo>
                  <a:lnTo>
                    <a:pt x="3228" y="252"/>
                  </a:lnTo>
                  <a:cubicBezTo>
                    <a:pt x="3167" y="96"/>
                    <a:pt x="3018" y="1"/>
                    <a:pt x="285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81"/>
            <p:cNvSpPr/>
            <p:nvPr/>
          </p:nvSpPr>
          <p:spPr>
            <a:xfrm>
              <a:off x="4065831" y="1382630"/>
              <a:ext cx="898632" cy="194401"/>
            </a:xfrm>
            <a:custGeom>
              <a:rect b="b" l="l" r="r" t="t"/>
              <a:pathLst>
                <a:path extrusionOk="0" h="5283" w="24421">
                  <a:moveTo>
                    <a:pt x="15405" y="0"/>
                  </a:moveTo>
                  <a:cubicBezTo>
                    <a:pt x="14107" y="0"/>
                    <a:pt x="12967" y="665"/>
                    <a:pt x="12302" y="1673"/>
                  </a:cubicBezTo>
                  <a:cubicBezTo>
                    <a:pt x="12011" y="2111"/>
                    <a:pt x="11523" y="2366"/>
                    <a:pt x="11018" y="2366"/>
                  </a:cubicBezTo>
                  <a:cubicBezTo>
                    <a:pt x="10850" y="2366"/>
                    <a:pt x="10680" y="2338"/>
                    <a:pt x="10515" y="2279"/>
                  </a:cubicBezTo>
                  <a:cubicBezTo>
                    <a:pt x="10137" y="2142"/>
                    <a:pt x="9727" y="2070"/>
                    <a:pt x="9303" y="2070"/>
                  </a:cubicBezTo>
                  <a:cubicBezTo>
                    <a:pt x="8450" y="2070"/>
                    <a:pt x="7666" y="2366"/>
                    <a:pt x="7047" y="2863"/>
                  </a:cubicBezTo>
                  <a:cubicBezTo>
                    <a:pt x="6674" y="3160"/>
                    <a:pt x="6218" y="3313"/>
                    <a:pt x="5757" y="3313"/>
                  </a:cubicBezTo>
                  <a:cubicBezTo>
                    <a:pt x="5491" y="3313"/>
                    <a:pt x="5224" y="3263"/>
                    <a:pt x="4969" y="3159"/>
                  </a:cubicBezTo>
                  <a:cubicBezTo>
                    <a:pt x="4526" y="2981"/>
                    <a:pt x="4043" y="2880"/>
                    <a:pt x="3537" y="2880"/>
                  </a:cubicBezTo>
                  <a:cubicBezTo>
                    <a:pt x="1933" y="2880"/>
                    <a:pt x="556" y="3875"/>
                    <a:pt x="0" y="5282"/>
                  </a:cubicBezTo>
                  <a:lnTo>
                    <a:pt x="24421" y="5282"/>
                  </a:lnTo>
                  <a:cubicBezTo>
                    <a:pt x="23882" y="4070"/>
                    <a:pt x="22666" y="3223"/>
                    <a:pt x="21253" y="3223"/>
                  </a:cubicBezTo>
                  <a:cubicBezTo>
                    <a:pt x="20447" y="3223"/>
                    <a:pt x="19708" y="3496"/>
                    <a:pt x="19120" y="3957"/>
                  </a:cubicBezTo>
                  <a:cubicBezTo>
                    <a:pt x="19124" y="3879"/>
                    <a:pt x="19124" y="3801"/>
                    <a:pt x="19124" y="3724"/>
                  </a:cubicBezTo>
                  <a:cubicBezTo>
                    <a:pt x="19124" y="1668"/>
                    <a:pt x="17460" y="0"/>
                    <a:pt x="15405"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81"/>
            <p:cNvSpPr/>
            <p:nvPr/>
          </p:nvSpPr>
          <p:spPr>
            <a:xfrm>
              <a:off x="2614646" y="2185772"/>
              <a:ext cx="447826" cy="101855"/>
            </a:xfrm>
            <a:custGeom>
              <a:rect b="b" l="l" r="r" t="t"/>
              <a:pathLst>
                <a:path extrusionOk="0" h="2768" w="12170">
                  <a:moveTo>
                    <a:pt x="4366" y="1"/>
                  </a:moveTo>
                  <a:cubicBezTo>
                    <a:pt x="2438" y="1"/>
                    <a:pt x="774" y="1132"/>
                    <a:pt x="0" y="2767"/>
                  </a:cubicBezTo>
                  <a:lnTo>
                    <a:pt x="12169" y="2767"/>
                  </a:lnTo>
                  <a:cubicBezTo>
                    <a:pt x="11745" y="1875"/>
                    <a:pt x="10833" y="1250"/>
                    <a:pt x="9776" y="1250"/>
                  </a:cubicBezTo>
                  <a:cubicBezTo>
                    <a:pt x="9534" y="1250"/>
                    <a:pt x="9298" y="1286"/>
                    <a:pt x="9075" y="1345"/>
                  </a:cubicBezTo>
                  <a:cubicBezTo>
                    <a:pt x="8900" y="1393"/>
                    <a:pt x="8721" y="1417"/>
                    <a:pt x="8544" y="1417"/>
                  </a:cubicBezTo>
                  <a:cubicBezTo>
                    <a:pt x="8096" y="1417"/>
                    <a:pt x="7654" y="1268"/>
                    <a:pt x="7292" y="990"/>
                  </a:cubicBezTo>
                  <a:cubicBezTo>
                    <a:pt x="6481" y="371"/>
                    <a:pt x="5469" y="1"/>
                    <a:pt x="4366"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81"/>
            <p:cNvSpPr/>
            <p:nvPr/>
          </p:nvSpPr>
          <p:spPr>
            <a:xfrm flipH="1">
              <a:off x="3165247" y="2289431"/>
              <a:ext cx="297692" cy="413972"/>
            </a:xfrm>
            <a:custGeom>
              <a:rect b="b" l="l" r="r" t="t"/>
              <a:pathLst>
                <a:path extrusionOk="0" h="11250" w="8090">
                  <a:moveTo>
                    <a:pt x="4043" y="1"/>
                  </a:moveTo>
                  <a:cubicBezTo>
                    <a:pt x="1810" y="1"/>
                    <a:pt x="1" y="1810"/>
                    <a:pt x="1" y="4043"/>
                  </a:cubicBezTo>
                  <a:cubicBezTo>
                    <a:pt x="1" y="5028"/>
                    <a:pt x="351" y="5935"/>
                    <a:pt x="939" y="6632"/>
                  </a:cubicBezTo>
                  <a:lnTo>
                    <a:pt x="4043" y="11250"/>
                  </a:lnTo>
                  <a:lnTo>
                    <a:pt x="7393" y="6313"/>
                  </a:lnTo>
                  <a:cubicBezTo>
                    <a:pt x="7831" y="5666"/>
                    <a:pt x="8090" y="4887"/>
                    <a:pt x="8090" y="4043"/>
                  </a:cubicBezTo>
                  <a:cubicBezTo>
                    <a:pt x="8090" y="1810"/>
                    <a:pt x="6276" y="1"/>
                    <a:pt x="404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81"/>
            <p:cNvSpPr/>
            <p:nvPr/>
          </p:nvSpPr>
          <p:spPr>
            <a:xfrm>
              <a:off x="3272365" y="2662263"/>
              <a:ext cx="41802" cy="41140"/>
            </a:xfrm>
            <a:custGeom>
              <a:rect b="b" l="l" r="r" t="t"/>
              <a:pathLst>
                <a:path extrusionOk="0" h="1118" w="1136">
                  <a:moveTo>
                    <a:pt x="753" y="1"/>
                  </a:moveTo>
                  <a:lnTo>
                    <a:pt x="1" y="1118"/>
                  </a:lnTo>
                  <a:lnTo>
                    <a:pt x="1136" y="1118"/>
                  </a:lnTo>
                  <a:lnTo>
                    <a:pt x="753" y="1"/>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81"/>
            <p:cNvSpPr/>
            <p:nvPr/>
          </p:nvSpPr>
          <p:spPr>
            <a:xfrm>
              <a:off x="3249587" y="2289431"/>
              <a:ext cx="78158" cy="17295"/>
            </a:xfrm>
            <a:custGeom>
              <a:rect b="b" l="l" r="r" t="t"/>
              <a:pathLst>
                <a:path extrusionOk="0" h="470" w="2124">
                  <a:moveTo>
                    <a:pt x="2124" y="1"/>
                  </a:moveTo>
                  <a:lnTo>
                    <a:pt x="0" y="46"/>
                  </a:lnTo>
                  <a:lnTo>
                    <a:pt x="232" y="470"/>
                  </a:lnTo>
                  <a:lnTo>
                    <a:pt x="2124" y="1"/>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81"/>
            <p:cNvSpPr/>
            <p:nvPr/>
          </p:nvSpPr>
          <p:spPr>
            <a:xfrm flipH="1">
              <a:off x="3123629" y="2289431"/>
              <a:ext cx="297729" cy="413972"/>
            </a:xfrm>
            <a:custGeom>
              <a:rect b="b" l="l" r="r" t="t"/>
              <a:pathLst>
                <a:path extrusionOk="0" h="11250" w="8091">
                  <a:moveTo>
                    <a:pt x="4048" y="1"/>
                  </a:moveTo>
                  <a:cubicBezTo>
                    <a:pt x="1814" y="1"/>
                    <a:pt x="1" y="1810"/>
                    <a:pt x="1" y="4043"/>
                  </a:cubicBezTo>
                  <a:cubicBezTo>
                    <a:pt x="1" y="5028"/>
                    <a:pt x="356" y="5935"/>
                    <a:pt x="939" y="6632"/>
                  </a:cubicBezTo>
                  <a:lnTo>
                    <a:pt x="4048" y="11250"/>
                  </a:lnTo>
                  <a:lnTo>
                    <a:pt x="7397" y="6313"/>
                  </a:lnTo>
                  <a:cubicBezTo>
                    <a:pt x="7835" y="5666"/>
                    <a:pt x="8091" y="4887"/>
                    <a:pt x="8091" y="4043"/>
                  </a:cubicBezTo>
                  <a:cubicBezTo>
                    <a:pt x="8091" y="1810"/>
                    <a:pt x="6282" y="1"/>
                    <a:pt x="404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81"/>
            <p:cNvSpPr/>
            <p:nvPr/>
          </p:nvSpPr>
          <p:spPr>
            <a:xfrm flipH="1">
              <a:off x="3217058" y="2382860"/>
              <a:ext cx="110724" cy="110724"/>
            </a:xfrm>
            <a:custGeom>
              <a:rect b="b" l="l" r="r" t="t"/>
              <a:pathLst>
                <a:path extrusionOk="0" h="3009" w="3009">
                  <a:moveTo>
                    <a:pt x="1505" y="0"/>
                  </a:moveTo>
                  <a:cubicBezTo>
                    <a:pt x="670" y="0"/>
                    <a:pt x="1" y="675"/>
                    <a:pt x="1" y="1504"/>
                  </a:cubicBezTo>
                  <a:cubicBezTo>
                    <a:pt x="1" y="2339"/>
                    <a:pt x="670" y="3008"/>
                    <a:pt x="1505" y="3008"/>
                  </a:cubicBezTo>
                  <a:cubicBezTo>
                    <a:pt x="2334" y="3008"/>
                    <a:pt x="3009" y="2339"/>
                    <a:pt x="3009" y="1504"/>
                  </a:cubicBezTo>
                  <a:cubicBezTo>
                    <a:pt x="3009" y="675"/>
                    <a:pt x="2334" y="0"/>
                    <a:pt x="150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81"/>
            <p:cNvSpPr/>
            <p:nvPr/>
          </p:nvSpPr>
          <p:spPr>
            <a:xfrm>
              <a:off x="3338968" y="1565918"/>
              <a:ext cx="401865" cy="357966"/>
            </a:xfrm>
            <a:custGeom>
              <a:rect b="b" l="l" r="r" t="t"/>
              <a:pathLst>
                <a:path extrusionOk="0" h="9728" w="10921">
                  <a:moveTo>
                    <a:pt x="4863" y="1"/>
                  </a:moveTo>
                  <a:cubicBezTo>
                    <a:pt x="2179" y="1"/>
                    <a:pt x="1" y="2175"/>
                    <a:pt x="1" y="4864"/>
                  </a:cubicBezTo>
                  <a:cubicBezTo>
                    <a:pt x="1" y="7548"/>
                    <a:pt x="2179" y="9727"/>
                    <a:pt x="4863" y="9727"/>
                  </a:cubicBezTo>
                  <a:cubicBezTo>
                    <a:pt x="5971" y="9727"/>
                    <a:pt x="6992" y="9353"/>
                    <a:pt x="7812" y="8724"/>
                  </a:cubicBezTo>
                  <a:lnTo>
                    <a:pt x="10921" y="9727"/>
                  </a:lnTo>
                  <a:lnTo>
                    <a:pt x="9207" y="7043"/>
                  </a:lnTo>
                  <a:cubicBezTo>
                    <a:pt x="9535" y="6387"/>
                    <a:pt x="9726" y="5648"/>
                    <a:pt x="9726" y="4864"/>
                  </a:cubicBezTo>
                  <a:cubicBezTo>
                    <a:pt x="9726" y="2175"/>
                    <a:pt x="7548" y="1"/>
                    <a:pt x="4863"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81"/>
            <p:cNvSpPr/>
            <p:nvPr/>
          </p:nvSpPr>
          <p:spPr>
            <a:xfrm>
              <a:off x="3421284" y="1686504"/>
              <a:ext cx="199663" cy="30064"/>
            </a:xfrm>
            <a:custGeom>
              <a:rect b="b" l="l" r="r" t="t"/>
              <a:pathLst>
                <a:path extrusionOk="0" h="817" w="5426">
                  <a:moveTo>
                    <a:pt x="407" y="1"/>
                  </a:moveTo>
                  <a:cubicBezTo>
                    <a:pt x="183" y="1"/>
                    <a:pt x="1" y="188"/>
                    <a:pt x="1" y="411"/>
                  </a:cubicBezTo>
                  <a:cubicBezTo>
                    <a:pt x="1" y="634"/>
                    <a:pt x="183" y="817"/>
                    <a:pt x="407" y="817"/>
                  </a:cubicBezTo>
                  <a:lnTo>
                    <a:pt x="5015" y="817"/>
                  </a:lnTo>
                  <a:cubicBezTo>
                    <a:pt x="5242" y="817"/>
                    <a:pt x="5425" y="634"/>
                    <a:pt x="5425" y="411"/>
                  </a:cubicBezTo>
                  <a:cubicBezTo>
                    <a:pt x="5425" y="188"/>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81"/>
            <p:cNvSpPr/>
            <p:nvPr/>
          </p:nvSpPr>
          <p:spPr>
            <a:xfrm>
              <a:off x="3421284" y="1729778"/>
              <a:ext cx="199663" cy="30064"/>
            </a:xfrm>
            <a:custGeom>
              <a:rect b="b" l="l" r="r" t="t"/>
              <a:pathLst>
                <a:path extrusionOk="0" h="817" w="5426">
                  <a:moveTo>
                    <a:pt x="407" y="1"/>
                  </a:moveTo>
                  <a:cubicBezTo>
                    <a:pt x="183" y="1"/>
                    <a:pt x="1" y="188"/>
                    <a:pt x="1" y="411"/>
                  </a:cubicBezTo>
                  <a:cubicBezTo>
                    <a:pt x="1" y="634"/>
                    <a:pt x="183" y="817"/>
                    <a:pt x="407" y="817"/>
                  </a:cubicBezTo>
                  <a:lnTo>
                    <a:pt x="5015" y="817"/>
                  </a:lnTo>
                  <a:cubicBezTo>
                    <a:pt x="5242" y="817"/>
                    <a:pt x="5425" y="634"/>
                    <a:pt x="5425" y="411"/>
                  </a:cubicBezTo>
                  <a:cubicBezTo>
                    <a:pt x="5425" y="188"/>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81"/>
            <p:cNvSpPr/>
            <p:nvPr/>
          </p:nvSpPr>
          <p:spPr>
            <a:xfrm>
              <a:off x="3421284" y="1773051"/>
              <a:ext cx="199663" cy="30064"/>
            </a:xfrm>
            <a:custGeom>
              <a:rect b="b" l="l" r="r" t="t"/>
              <a:pathLst>
                <a:path extrusionOk="0" h="817" w="5426">
                  <a:moveTo>
                    <a:pt x="407" y="1"/>
                  </a:moveTo>
                  <a:cubicBezTo>
                    <a:pt x="183" y="1"/>
                    <a:pt x="1" y="183"/>
                    <a:pt x="1" y="411"/>
                  </a:cubicBezTo>
                  <a:cubicBezTo>
                    <a:pt x="1" y="634"/>
                    <a:pt x="183" y="817"/>
                    <a:pt x="407" y="817"/>
                  </a:cubicBezTo>
                  <a:lnTo>
                    <a:pt x="5015" y="817"/>
                  </a:lnTo>
                  <a:cubicBezTo>
                    <a:pt x="5242" y="817"/>
                    <a:pt x="5425" y="634"/>
                    <a:pt x="5425" y="411"/>
                  </a:cubicBezTo>
                  <a:cubicBezTo>
                    <a:pt x="5425" y="183"/>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81"/>
            <p:cNvSpPr/>
            <p:nvPr/>
          </p:nvSpPr>
          <p:spPr>
            <a:xfrm>
              <a:off x="3739620" y="1112794"/>
              <a:ext cx="488413" cy="555164"/>
            </a:xfrm>
            <a:custGeom>
              <a:rect b="b" l="l" r="r" t="t"/>
              <a:pathLst>
                <a:path extrusionOk="0" h="15087" w="13273">
                  <a:moveTo>
                    <a:pt x="6636" y="0"/>
                  </a:moveTo>
                  <a:cubicBezTo>
                    <a:pt x="2972" y="0"/>
                    <a:pt x="1" y="2972"/>
                    <a:pt x="1" y="6637"/>
                  </a:cubicBezTo>
                  <a:cubicBezTo>
                    <a:pt x="1" y="8701"/>
                    <a:pt x="940" y="10542"/>
                    <a:pt x="2416" y="11759"/>
                  </a:cubicBezTo>
                  <a:lnTo>
                    <a:pt x="5611" y="15086"/>
                  </a:lnTo>
                  <a:lnTo>
                    <a:pt x="7654" y="15086"/>
                  </a:lnTo>
                  <a:lnTo>
                    <a:pt x="10830" y="11782"/>
                  </a:lnTo>
                  <a:cubicBezTo>
                    <a:pt x="12320" y="10564"/>
                    <a:pt x="13273" y="8709"/>
                    <a:pt x="13273" y="6637"/>
                  </a:cubicBezTo>
                  <a:cubicBezTo>
                    <a:pt x="13273" y="2972"/>
                    <a:pt x="10301" y="0"/>
                    <a:pt x="663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81"/>
            <p:cNvSpPr/>
            <p:nvPr/>
          </p:nvSpPr>
          <p:spPr>
            <a:xfrm>
              <a:off x="3942742" y="1802085"/>
              <a:ext cx="38085" cy="44783"/>
            </a:xfrm>
            <a:custGeom>
              <a:rect b="b" l="l" r="r" t="t"/>
              <a:pathLst>
                <a:path extrusionOk="0" h="1217" w="1035">
                  <a:moveTo>
                    <a:pt x="1" y="0"/>
                  </a:moveTo>
                  <a:lnTo>
                    <a:pt x="1" y="1180"/>
                  </a:lnTo>
                  <a:cubicBezTo>
                    <a:pt x="1" y="1199"/>
                    <a:pt x="18" y="1217"/>
                    <a:pt x="41" y="1217"/>
                  </a:cubicBezTo>
                  <a:lnTo>
                    <a:pt x="1034" y="1217"/>
                  </a:lnTo>
                  <a:lnTo>
                    <a:pt x="1034"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81"/>
            <p:cNvSpPr/>
            <p:nvPr/>
          </p:nvSpPr>
          <p:spPr>
            <a:xfrm>
              <a:off x="3942742" y="1817319"/>
              <a:ext cx="38085" cy="14314"/>
            </a:xfrm>
            <a:custGeom>
              <a:rect b="b" l="l" r="r" t="t"/>
              <a:pathLst>
                <a:path extrusionOk="0" h="389" w="1035">
                  <a:moveTo>
                    <a:pt x="1" y="1"/>
                  </a:moveTo>
                  <a:lnTo>
                    <a:pt x="1" y="388"/>
                  </a:lnTo>
                  <a:lnTo>
                    <a:pt x="1034" y="388"/>
                  </a:lnTo>
                  <a:lnTo>
                    <a:pt x="1034"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81"/>
            <p:cNvSpPr/>
            <p:nvPr/>
          </p:nvSpPr>
          <p:spPr>
            <a:xfrm>
              <a:off x="3980790" y="1802085"/>
              <a:ext cx="44157" cy="44783"/>
            </a:xfrm>
            <a:custGeom>
              <a:rect b="b" l="l" r="r" t="t"/>
              <a:pathLst>
                <a:path extrusionOk="0" h="1217" w="1200">
                  <a:moveTo>
                    <a:pt x="0" y="0"/>
                  </a:moveTo>
                  <a:lnTo>
                    <a:pt x="0" y="1217"/>
                  </a:lnTo>
                  <a:lnTo>
                    <a:pt x="1159" y="1217"/>
                  </a:lnTo>
                  <a:cubicBezTo>
                    <a:pt x="1182" y="1217"/>
                    <a:pt x="1199" y="1199"/>
                    <a:pt x="1199" y="1180"/>
                  </a:cubicBezTo>
                  <a:lnTo>
                    <a:pt x="1199"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81"/>
            <p:cNvSpPr/>
            <p:nvPr/>
          </p:nvSpPr>
          <p:spPr>
            <a:xfrm>
              <a:off x="3980790" y="1817319"/>
              <a:ext cx="44157" cy="14314"/>
            </a:xfrm>
            <a:custGeom>
              <a:rect b="b" l="l" r="r" t="t"/>
              <a:pathLst>
                <a:path extrusionOk="0" h="389" w="1200">
                  <a:moveTo>
                    <a:pt x="0" y="1"/>
                  </a:moveTo>
                  <a:lnTo>
                    <a:pt x="0" y="388"/>
                  </a:lnTo>
                  <a:lnTo>
                    <a:pt x="1199" y="388"/>
                  </a:lnTo>
                  <a:lnTo>
                    <a:pt x="119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81"/>
            <p:cNvSpPr/>
            <p:nvPr/>
          </p:nvSpPr>
          <p:spPr>
            <a:xfrm>
              <a:off x="3942742" y="1789831"/>
              <a:ext cx="82206" cy="12290"/>
            </a:xfrm>
            <a:custGeom>
              <a:rect b="b" l="l" r="r" t="t"/>
              <a:pathLst>
                <a:path extrusionOk="0" h="334" w="2234">
                  <a:moveTo>
                    <a:pt x="1" y="1"/>
                  </a:moveTo>
                  <a:lnTo>
                    <a:pt x="1" y="333"/>
                  </a:lnTo>
                  <a:lnTo>
                    <a:pt x="2233" y="333"/>
                  </a:lnTo>
                  <a:lnTo>
                    <a:pt x="223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81"/>
            <p:cNvSpPr/>
            <p:nvPr/>
          </p:nvSpPr>
          <p:spPr>
            <a:xfrm>
              <a:off x="3942742" y="1795020"/>
              <a:ext cx="82206" cy="1913"/>
            </a:xfrm>
            <a:custGeom>
              <a:rect b="b" l="l" r="r" t="t"/>
              <a:pathLst>
                <a:path extrusionOk="0" h="52" w="2234">
                  <a:moveTo>
                    <a:pt x="1" y="1"/>
                  </a:moveTo>
                  <a:lnTo>
                    <a:pt x="1" y="51"/>
                  </a:lnTo>
                  <a:lnTo>
                    <a:pt x="2233" y="51"/>
                  </a:lnTo>
                  <a:lnTo>
                    <a:pt x="223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81"/>
            <p:cNvSpPr/>
            <p:nvPr/>
          </p:nvSpPr>
          <p:spPr>
            <a:xfrm>
              <a:off x="3942742" y="1798515"/>
              <a:ext cx="82206" cy="2061"/>
            </a:xfrm>
            <a:custGeom>
              <a:rect b="b" l="l" r="r" t="t"/>
              <a:pathLst>
                <a:path extrusionOk="0" h="56" w="2234">
                  <a:moveTo>
                    <a:pt x="1" y="1"/>
                  </a:moveTo>
                  <a:lnTo>
                    <a:pt x="1" y="56"/>
                  </a:lnTo>
                  <a:lnTo>
                    <a:pt x="2233" y="56"/>
                  </a:lnTo>
                  <a:lnTo>
                    <a:pt x="223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81"/>
            <p:cNvSpPr/>
            <p:nvPr/>
          </p:nvSpPr>
          <p:spPr>
            <a:xfrm>
              <a:off x="3943220" y="1667921"/>
              <a:ext cx="5740" cy="121947"/>
            </a:xfrm>
            <a:custGeom>
              <a:rect b="b" l="l" r="r" t="t"/>
              <a:pathLst>
                <a:path extrusionOk="0" h="3314" w="156">
                  <a:moveTo>
                    <a:pt x="1" y="0"/>
                  </a:moveTo>
                  <a:lnTo>
                    <a:pt x="1" y="3314"/>
                  </a:lnTo>
                  <a:lnTo>
                    <a:pt x="156" y="3314"/>
                  </a:lnTo>
                  <a:lnTo>
                    <a:pt x="156"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81"/>
            <p:cNvSpPr/>
            <p:nvPr/>
          </p:nvSpPr>
          <p:spPr>
            <a:xfrm>
              <a:off x="4018361" y="1667921"/>
              <a:ext cx="5924" cy="121947"/>
            </a:xfrm>
            <a:custGeom>
              <a:rect b="b" l="l" r="r" t="t"/>
              <a:pathLst>
                <a:path extrusionOk="0" h="3314" w="161">
                  <a:moveTo>
                    <a:pt x="1" y="0"/>
                  </a:moveTo>
                  <a:lnTo>
                    <a:pt x="1" y="3314"/>
                  </a:lnTo>
                  <a:lnTo>
                    <a:pt x="161" y="3314"/>
                  </a:lnTo>
                  <a:lnTo>
                    <a:pt x="16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81"/>
            <p:cNvSpPr/>
            <p:nvPr/>
          </p:nvSpPr>
          <p:spPr>
            <a:xfrm>
              <a:off x="3792608" y="1135792"/>
              <a:ext cx="156868" cy="535183"/>
            </a:xfrm>
            <a:custGeom>
              <a:rect b="b" l="l" r="r" t="t"/>
              <a:pathLst>
                <a:path extrusionOk="0" h="14544" w="4263">
                  <a:moveTo>
                    <a:pt x="2218" y="0"/>
                  </a:moveTo>
                  <a:cubicBezTo>
                    <a:pt x="2192" y="0"/>
                    <a:pt x="2167" y="13"/>
                    <a:pt x="2152" y="36"/>
                  </a:cubicBezTo>
                  <a:cubicBezTo>
                    <a:pt x="2129" y="68"/>
                    <a:pt x="0" y="3290"/>
                    <a:pt x="812" y="7283"/>
                  </a:cubicBezTo>
                  <a:cubicBezTo>
                    <a:pt x="1624" y="11256"/>
                    <a:pt x="4085" y="14479"/>
                    <a:pt x="4108" y="14511"/>
                  </a:cubicBezTo>
                  <a:cubicBezTo>
                    <a:pt x="4125" y="14529"/>
                    <a:pt x="4148" y="14543"/>
                    <a:pt x="4171" y="14543"/>
                  </a:cubicBezTo>
                  <a:cubicBezTo>
                    <a:pt x="4190" y="14543"/>
                    <a:pt x="4207" y="14538"/>
                    <a:pt x="4222" y="14525"/>
                  </a:cubicBezTo>
                  <a:cubicBezTo>
                    <a:pt x="4253" y="14498"/>
                    <a:pt x="4262" y="14447"/>
                    <a:pt x="4235" y="14416"/>
                  </a:cubicBezTo>
                  <a:cubicBezTo>
                    <a:pt x="4207" y="14384"/>
                    <a:pt x="1774" y="11193"/>
                    <a:pt x="967" y="7251"/>
                  </a:cubicBezTo>
                  <a:cubicBezTo>
                    <a:pt x="170" y="3322"/>
                    <a:pt x="2261" y="154"/>
                    <a:pt x="2284" y="122"/>
                  </a:cubicBezTo>
                  <a:cubicBezTo>
                    <a:pt x="2307" y="86"/>
                    <a:pt x="2298" y="40"/>
                    <a:pt x="2261" y="13"/>
                  </a:cubicBezTo>
                  <a:cubicBezTo>
                    <a:pt x="2248" y="5"/>
                    <a:pt x="2233" y="0"/>
                    <a:pt x="2218"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81"/>
            <p:cNvSpPr/>
            <p:nvPr/>
          </p:nvSpPr>
          <p:spPr>
            <a:xfrm>
              <a:off x="4018029" y="1135792"/>
              <a:ext cx="150171" cy="535183"/>
            </a:xfrm>
            <a:custGeom>
              <a:rect b="b" l="l" r="r" t="t"/>
              <a:pathLst>
                <a:path extrusionOk="0" h="14544" w="4081">
                  <a:moveTo>
                    <a:pt x="1858" y="0"/>
                  </a:moveTo>
                  <a:cubicBezTo>
                    <a:pt x="1843" y="0"/>
                    <a:pt x="1828" y="5"/>
                    <a:pt x="1815" y="13"/>
                  </a:cubicBezTo>
                  <a:cubicBezTo>
                    <a:pt x="1778" y="40"/>
                    <a:pt x="1769" y="86"/>
                    <a:pt x="1792" y="122"/>
                  </a:cubicBezTo>
                  <a:cubicBezTo>
                    <a:pt x="1815" y="154"/>
                    <a:pt x="3911" y="3322"/>
                    <a:pt x="3109" y="7251"/>
                  </a:cubicBezTo>
                  <a:cubicBezTo>
                    <a:pt x="2307" y="11193"/>
                    <a:pt x="46" y="14384"/>
                    <a:pt x="23" y="14416"/>
                  </a:cubicBezTo>
                  <a:cubicBezTo>
                    <a:pt x="0" y="14452"/>
                    <a:pt x="10" y="14502"/>
                    <a:pt x="42" y="14525"/>
                  </a:cubicBezTo>
                  <a:cubicBezTo>
                    <a:pt x="55" y="14538"/>
                    <a:pt x="73" y="14543"/>
                    <a:pt x="88" y="14543"/>
                  </a:cubicBezTo>
                  <a:cubicBezTo>
                    <a:pt x="115" y="14543"/>
                    <a:pt x="137" y="14529"/>
                    <a:pt x="151" y="14506"/>
                  </a:cubicBezTo>
                  <a:cubicBezTo>
                    <a:pt x="174" y="14475"/>
                    <a:pt x="2452" y="11256"/>
                    <a:pt x="3264" y="7283"/>
                  </a:cubicBezTo>
                  <a:cubicBezTo>
                    <a:pt x="4080" y="3290"/>
                    <a:pt x="1947" y="68"/>
                    <a:pt x="1924" y="36"/>
                  </a:cubicBezTo>
                  <a:cubicBezTo>
                    <a:pt x="1909" y="13"/>
                    <a:pt x="1884" y="0"/>
                    <a:pt x="1858"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81"/>
            <p:cNvSpPr/>
            <p:nvPr/>
          </p:nvSpPr>
          <p:spPr>
            <a:xfrm>
              <a:off x="3980974" y="1109924"/>
              <a:ext cx="5704" cy="561051"/>
            </a:xfrm>
            <a:custGeom>
              <a:rect b="b" l="l" r="r" t="t"/>
              <a:pathLst>
                <a:path extrusionOk="0" h="15247" w="155">
                  <a:moveTo>
                    <a:pt x="77" y="0"/>
                  </a:moveTo>
                  <a:cubicBezTo>
                    <a:pt x="32" y="0"/>
                    <a:pt x="1" y="32"/>
                    <a:pt x="1" y="78"/>
                  </a:cubicBezTo>
                  <a:lnTo>
                    <a:pt x="1" y="15164"/>
                  </a:lnTo>
                  <a:cubicBezTo>
                    <a:pt x="1" y="15209"/>
                    <a:pt x="32" y="15246"/>
                    <a:pt x="77" y="15246"/>
                  </a:cubicBezTo>
                  <a:cubicBezTo>
                    <a:pt x="123" y="15246"/>
                    <a:pt x="155" y="15209"/>
                    <a:pt x="155" y="15164"/>
                  </a:cubicBezTo>
                  <a:lnTo>
                    <a:pt x="155" y="78"/>
                  </a:lnTo>
                  <a:cubicBezTo>
                    <a:pt x="155" y="32"/>
                    <a:pt x="123" y="0"/>
                    <a:pt x="77"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81"/>
            <p:cNvSpPr/>
            <p:nvPr/>
          </p:nvSpPr>
          <p:spPr>
            <a:xfrm>
              <a:off x="3181806" y="1112794"/>
              <a:ext cx="279440" cy="259128"/>
            </a:xfrm>
            <a:custGeom>
              <a:rect b="b" l="l" r="r" t="t"/>
              <a:pathLst>
                <a:path extrusionOk="0" h="7042" w="7594">
                  <a:moveTo>
                    <a:pt x="92" y="0"/>
                  </a:moveTo>
                  <a:cubicBezTo>
                    <a:pt x="42" y="0"/>
                    <a:pt x="0" y="41"/>
                    <a:pt x="0" y="91"/>
                  </a:cubicBezTo>
                  <a:lnTo>
                    <a:pt x="0" y="6950"/>
                  </a:lnTo>
                  <a:cubicBezTo>
                    <a:pt x="0" y="7001"/>
                    <a:pt x="42" y="7041"/>
                    <a:pt x="92" y="7041"/>
                  </a:cubicBezTo>
                  <a:lnTo>
                    <a:pt x="7503" y="7041"/>
                  </a:lnTo>
                  <a:cubicBezTo>
                    <a:pt x="7553" y="7041"/>
                    <a:pt x="7594" y="7001"/>
                    <a:pt x="7594" y="6950"/>
                  </a:cubicBezTo>
                  <a:lnTo>
                    <a:pt x="7594" y="91"/>
                  </a:lnTo>
                  <a:cubicBezTo>
                    <a:pt x="7594" y="41"/>
                    <a:pt x="7553" y="0"/>
                    <a:pt x="750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81"/>
            <p:cNvSpPr/>
            <p:nvPr/>
          </p:nvSpPr>
          <p:spPr>
            <a:xfrm>
              <a:off x="3437770" y="1152609"/>
              <a:ext cx="108700" cy="179498"/>
            </a:xfrm>
            <a:custGeom>
              <a:rect b="b" l="l" r="r" t="t"/>
              <a:pathLst>
                <a:path extrusionOk="0" h="4878" w="2954">
                  <a:moveTo>
                    <a:pt x="2481" y="1"/>
                  </a:moveTo>
                  <a:cubicBezTo>
                    <a:pt x="2365" y="1"/>
                    <a:pt x="2247" y="44"/>
                    <a:pt x="2151" y="140"/>
                  </a:cubicBezTo>
                  <a:lnTo>
                    <a:pt x="182" y="2109"/>
                  </a:lnTo>
                  <a:cubicBezTo>
                    <a:pt x="0" y="2290"/>
                    <a:pt x="0" y="2587"/>
                    <a:pt x="182" y="2770"/>
                  </a:cubicBezTo>
                  <a:lnTo>
                    <a:pt x="2151" y="4738"/>
                  </a:lnTo>
                  <a:cubicBezTo>
                    <a:pt x="2247" y="4834"/>
                    <a:pt x="2364" y="4877"/>
                    <a:pt x="2480" y="4877"/>
                  </a:cubicBezTo>
                  <a:cubicBezTo>
                    <a:pt x="2722" y="4877"/>
                    <a:pt x="2954" y="4689"/>
                    <a:pt x="2954" y="4406"/>
                  </a:cubicBezTo>
                  <a:lnTo>
                    <a:pt x="2954" y="468"/>
                  </a:lnTo>
                  <a:cubicBezTo>
                    <a:pt x="2954" y="187"/>
                    <a:pt x="2722" y="1"/>
                    <a:pt x="248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81"/>
            <p:cNvSpPr/>
            <p:nvPr/>
          </p:nvSpPr>
          <p:spPr>
            <a:xfrm>
              <a:off x="3131504" y="1184071"/>
              <a:ext cx="116427" cy="116390"/>
            </a:xfrm>
            <a:custGeom>
              <a:rect b="b" l="l" r="r" t="t"/>
              <a:pathLst>
                <a:path extrusionOk="0" h="3163" w="3164">
                  <a:moveTo>
                    <a:pt x="1582" y="0"/>
                  </a:moveTo>
                  <a:cubicBezTo>
                    <a:pt x="707" y="0"/>
                    <a:pt x="0" y="711"/>
                    <a:pt x="0" y="1582"/>
                  </a:cubicBezTo>
                  <a:cubicBezTo>
                    <a:pt x="0" y="2457"/>
                    <a:pt x="707" y="3163"/>
                    <a:pt x="1582" y="3163"/>
                  </a:cubicBezTo>
                  <a:cubicBezTo>
                    <a:pt x="2452" y="3163"/>
                    <a:pt x="3163" y="2457"/>
                    <a:pt x="3163" y="1582"/>
                  </a:cubicBezTo>
                  <a:cubicBezTo>
                    <a:pt x="3163" y="711"/>
                    <a:pt x="2452" y="0"/>
                    <a:pt x="158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81"/>
            <p:cNvSpPr/>
            <p:nvPr/>
          </p:nvSpPr>
          <p:spPr>
            <a:xfrm>
              <a:off x="3164364" y="1217115"/>
              <a:ext cx="50523" cy="50523"/>
            </a:xfrm>
            <a:custGeom>
              <a:rect b="b" l="l" r="r" t="t"/>
              <a:pathLst>
                <a:path extrusionOk="0" h="1373" w="1373">
                  <a:moveTo>
                    <a:pt x="689" y="0"/>
                  </a:moveTo>
                  <a:cubicBezTo>
                    <a:pt x="310" y="0"/>
                    <a:pt x="1" y="306"/>
                    <a:pt x="1" y="684"/>
                  </a:cubicBezTo>
                  <a:cubicBezTo>
                    <a:pt x="1" y="1061"/>
                    <a:pt x="310" y="1372"/>
                    <a:pt x="689" y="1372"/>
                  </a:cubicBezTo>
                  <a:cubicBezTo>
                    <a:pt x="1067" y="1372"/>
                    <a:pt x="1372" y="1061"/>
                    <a:pt x="1372" y="684"/>
                  </a:cubicBezTo>
                  <a:cubicBezTo>
                    <a:pt x="1372" y="306"/>
                    <a:pt x="1067" y="0"/>
                    <a:pt x="68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81"/>
            <p:cNvSpPr/>
            <p:nvPr/>
          </p:nvSpPr>
          <p:spPr>
            <a:xfrm>
              <a:off x="3268869" y="1184071"/>
              <a:ext cx="116611" cy="116390"/>
            </a:xfrm>
            <a:custGeom>
              <a:rect b="b" l="l" r="r" t="t"/>
              <a:pathLst>
                <a:path extrusionOk="0" h="3163" w="3169">
                  <a:moveTo>
                    <a:pt x="1582" y="0"/>
                  </a:moveTo>
                  <a:cubicBezTo>
                    <a:pt x="711" y="0"/>
                    <a:pt x="0" y="711"/>
                    <a:pt x="0" y="1582"/>
                  </a:cubicBezTo>
                  <a:cubicBezTo>
                    <a:pt x="0" y="2457"/>
                    <a:pt x="711" y="3163"/>
                    <a:pt x="1582" y="3163"/>
                  </a:cubicBezTo>
                  <a:cubicBezTo>
                    <a:pt x="2457" y="3163"/>
                    <a:pt x="3168" y="2457"/>
                    <a:pt x="3168" y="1582"/>
                  </a:cubicBezTo>
                  <a:cubicBezTo>
                    <a:pt x="3168" y="711"/>
                    <a:pt x="2457" y="0"/>
                    <a:pt x="158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81"/>
            <p:cNvSpPr/>
            <p:nvPr/>
          </p:nvSpPr>
          <p:spPr>
            <a:xfrm>
              <a:off x="3301913" y="1217115"/>
              <a:ext cx="50523" cy="50523"/>
            </a:xfrm>
            <a:custGeom>
              <a:rect b="b" l="l" r="r" t="t"/>
              <a:pathLst>
                <a:path extrusionOk="0" h="1373" w="1373">
                  <a:moveTo>
                    <a:pt x="684" y="0"/>
                  </a:moveTo>
                  <a:cubicBezTo>
                    <a:pt x="310" y="0"/>
                    <a:pt x="0" y="306"/>
                    <a:pt x="0" y="684"/>
                  </a:cubicBezTo>
                  <a:cubicBezTo>
                    <a:pt x="0" y="1061"/>
                    <a:pt x="310" y="1372"/>
                    <a:pt x="684" y="1372"/>
                  </a:cubicBezTo>
                  <a:cubicBezTo>
                    <a:pt x="1063" y="1372"/>
                    <a:pt x="1372" y="1061"/>
                    <a:pt x="1372" y="684"/>
                  </a:cubicBezTo>
                  <a:cubicBezTo>
                    <a:pt x="1372" y="306"/>
                    <a:pt x="1063" y="0"/>
                    <a:pt x="68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81"/>
            <p:cNvSpPr/>
            <p:nvPr/>
          </p:nvSpPr>
          <p:spPr>
            <a:xfrm>
              <a:off x="3439094" y="2827778"/>
              <a:ext cx="263507" cy="6587"/>
            </a:xfrm>
            <a:custGeom>
              <a:rect b="b" l="l" r="r" t="t"/>
              <a:pathLst>
                <a:path extrusionOk="0" h="179" w="7161">
                  <a:moveTo>
                    <a:pt x="0" y="1"/>
                  </a:moveTo>
                  <a:lnTo>
                    <a:pt x="0" y="179"/>
                  </a:lnTo>
                  <a:lnTo>
                    <a:pt x="7161" y="179"/>
                  </a:lnTo>
                  <a:lnTo>
                    <a:pt x="7161"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81"/>
            <p:cNvSpPr/>
            <p:nvPr/>
          </p:nvSpPr>
          <p:spPr>
            <a:xfrm>
              <a:off x="802091" y="3754148"/>
              <a:ext cx="300129" cy="54335"/>
            </a:xfrm>
            <a:custGeom>
              <a:rect b="b" l="l" r="r" t="t"/>
              <a:pathLst>
                <a:path extrusionOk="0" h="1770" w="9777">
                  <a:moveTo>
                    <a:pt x="370" y="1"/>
                  </a:moveTo>
                  <a:cubicBezTo>
                    <a:pt x="100" y="1"/>
                    <a:pt x="1" y="356"/>
                    <a:pt x="228" y="493"/>
                  </a:cubicBezTo>
                  <a:cubicBezTo>
                    <a:pt x="685" y="762"/>
                    <a:pt x="1127" y="1168"/>
                    <a:pt x="1308" y="1770"/>
                  </a:cubicBezTo>
                  <a:lnTo>
                    <a:pt x="8473" y="1770"/>
                  </a:lnTo>
                  <a:cubicBezTo>
                    <a:pt x="8655" y="1168"/>
                    <a:pt x="9097" y="762"/>
                    <a:pt x="9549" y="493"/>
                  </a:cubicBezTo>
                  <a:cubicBezTo>
                    <a:pt x="9777" y="356"/>
                    <a:pt x="9676" y="1"/>
                    <a:pt x="941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81"/>
            <p:cNvSpPr/>
            <p:nvPr/>
          </p:nvSpPr>
          <p:spPr>
            <a:xfrm>
              <a:off x="842245" y="3808454"/>
              <a:ext cx="219948" cy="22133"/>
            </a:xfrm>
            <a:custGeom>
              <a:rect b="b" l="l" r="r" t="t"/>
              <a:pathLst>
                <a:path extrusionOk="0" h="721" w="7165">
                  <a:moveTo>
                    <a:pt x="0" y="1"/>
                  </a:moveTo>
                  <a:cubicBezTo>
                    <a:pt x="65" y="215"/>
                    <a:pt x="96" y="452"/>
                    <a:pt x="78" y="720"/>
                  </a:cubicBezTo>
                  <a:lnTo>
                    <a:pt x="7083" y="720"/>
                  </a:lnTo>
                  <a:cubicBezTo>
                    <a:pt x="7070" y="452"/>
                    <a:pt x="7101" y="215"/>
                    <a:pt x="7165"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81"/>
            <p:cNvSpPr/>
            <p:nvPr/>
          </p:nvSpPr>
          <p:spPr>
            <a:xfrm>
              <a:off x="595150" y="3830558"/>
              <a:ext cx="713993" cy="456011"/>
            </a:xfrm>
            <a:custGeom>
              <a:rect b="b" l="l" r="r" t="t"/>
              <a:pathLst>
                <a:path extrusionOk="0" h="14855" w="23259">
                  <a:moveTo>
                    <a:pt x="8127" y="0"/>
                  </a:moveTo>
                  <a:cubicBezTo>
                    <a:pt x="8099" y="557"/>
                    <a:pt x="7868" y="1227"/>
                    <a:pt x="7334" y="2043"/>
                  </a:cubicBezTo>
                  <a:cubicBezTo>
                    <a:pt x="5479" y="4864"/>
                    <a:pt x="1" y="10484"/>
                    <a:pt x="3925" y="14855"/>
                  </a:cubicBezTo>
                  <a:lnTo>
                    <a:pt x="19339" y="14855"/>
                  </a:lnTo>
                  <a:cubicBezTo>
                    <a:pt x="23259" y="10484"/>
                    <a:pt x="17780" y="4864"/>
                    <a:pt x="15925" y="2043"/>
                  </a:cubicBezTo>
                  <a:cubicBezTo>
                    <a:pt x="15392" y="1227"/>
                    <a:pt x="15165" y="557"/>
                    <a:pt x="1513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81"/>
            <p:cNvSpPr/>
            <p:nvPr/>
          </p:nvSpPr>
          <p:spPr>
            <a:xfrm>
              <a:off x="715643" y="4286559"/>
              <a:ext cx="473171" cy="8964"/>
            </a:xfrm>
            <a:custGeom>
              <a:rect b="b" l="l" r="r" t="t"/>
              <a:pathLst>
                <a:path extrusionOk="0" h="292" w="15414">
                  <a:moveTo>
                    <a:pt x="0" y="1"/>
                  </a:moveTo>
                  <a:cubicBezTo>
                    <a:pt x="87" y="100"/>
                    <a:pt x="177" y="197"/>
                    <a:pt x="278" y="292"/>
                  </a:cubicBezTo>
                  <a:lnTo>
                    <a:pt x="15136" y="292"/>
                  </a:lnTo>
                  <a:cubicBezTo>
                    <a:pt x="15232" y="197"/>
                    <a:pt x="15327" y="100"/>
                    <a:pt x="15414"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81"/>
            <p:cNvSpPr/>
            <p:nvPr/>
          </p:nvSpPr>
          <p:spPr>
            <a:xfrm>
              <a:off x="724177" y="4295493"/>
              <a:ext cx="456103" cy="59492"/>
            </a:xfrm>
            <a:custGeom>
              <a:rect b="b" l="l" r="r" t="t"/>
              <a:pathLst>
                <a:path extrusionOk="0" h="1938" w="14858">
                  <a:moveTo>
                    <a:pt x="0" y="1"/>
                  </a:moveTo>
                  <a:cubicBezTo>
                    <a:pt x="688" y="689"/>
                    <a:pt x="1622" y="1336"/>
                    <a:pt x="2853" y="1938"/>
                  </a:cubicBezTo>
                  <a:lnTo>
                    <a:pt x="12005" y="1938"/>
                  </a:lnTo>
                  <a:cubicBezTo>
                    <a:pt x="13231" y="1336"/>
                    <a:pt x="14165" y="689"/>
                    <a:pt x="1485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81"/>
            <p:cNvSpPr/>
            <p:nvPr/>
          </p:nvSpPr>
          <p:spPr>
            <a:xfrm>
              <a:off x="622871" y="3939999"/>
              <a:ext cx="658707" cy="251013"/>
            </a:xfrm>
            <a:custGeom>
              <a:rect b="b" l="l" r="r" t="t"/>
              <a:pathLst>
                <a:path extrusionOk="0" h="8177" w="21458">
                  <a:moveTo>
                    <a:pt x="1874" y="0"/>
                  </a:moveTo>
                  <a:lnTo>
                    <a:pt x="0" y="1873"/>
                  </a:lnTo>
                  <a:lnTo>
                    <a:pt x="4426" y="6299"/>
                  </a:lnTo>
                  <a:lnTo>
                    <a:pt x="4426" y="6303"/>
                  </a:lnTo>
                  <a:lnTo>
                    <a:pt x="6298" y="8177"/>
                  </a:lnTo>
                  <a:lnTo>
                    <a:pt x="6298" y="8172"/>
                  </a:lnTo>
                  <a:lnTo>
                    <a:pt x="6304" y="8177"/>
                  </a:lnTo>
                  <a:lnTo>
                    <a:pt x="8176" y="6303"/>
                  </a:lnTo>
                  <a:lnTo>
                    <a:pt x="8172" y="6299"/>
                  </a:lnTo>
                  <a:lnTo>
                    <a:pt x="10728" y="3747"/>
                  </a:lnTo>
                  <a:lnTo>
                    <a:pt x="13286" y="6299"/>
                  </a:lnTo>
                  <a:lnTo>
                    <a:pt x="13281" y="6303"/>
                  </a:lnTo>
                  <a:lnTo>
                    <a:pt x="15154" y="8177"/>
                  </a:lnTo>
                  <a:lnTo>
                    <a:pt x="15158" y="8172"/>
                  </a:lnTo>
                  <a:lnTo>
                    <a:pt x="15158" y="8177"/>
                  </a:lnTo>
                  <a:lnTo>
                    <a:pt x="17032" y="6303"/>
                  </a:lnTo>
                  <a:lnTo>
                    <a:pt x="17032" y="6299"/>
                  </a:lnTo>
                  <a:lnTo>
                    <a:pt x="21458" y="1873"/>
                  </a:lnTo>
                  <a:lnTo>
                    <a:pt x="19584" y="0"/>
                  </a:lnTo>
                  <a:lnTo>
                    <a:pt x="15158" y="4426"/>
                  </a:lnTo>
                  <a:lnTo>
                    <a:pt x="10728" y="0"/>
                  </a:lnTo>
                  <a:lnTo>
                    <a:pt x="6298" y="4426"/>
                  </a:lnTo>
                  <a:lnTo>
                    <a:pt x="1874"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81"/>
            <p:cNvSpPr/>
            <p:nvPr/>
          </p:nvSpPr>
          <p:spPr>
            <a:xfrm>
              <a:off x="975877" y="3460636"/>
              <a:ext cx="93750" cy="293529"/>
            </a:xfrm>
            <a:custGeom>
              <a:rect b="b" l="l" r="r" t="t"/>
              <a:pathLst>
                <a:path extrusionOk="0" h="9562" w="3054">
                  <a:moveTo>
                    <a:pt x="2603" y="1"/>
                  </a:moveTo>
                  <a:lnTo>
                    <a:pt x="1" y="9562"/>
                  </a:lnTo>
                  <a:lnTo>
                    <a:pt x="451" y="9562"/>
                  </a:lnTo>
                  <a:lnTo>
                    <a:pt x="3054"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81"/>
            <p:cNvSpPr/>
            <p:nvPr/>
          </p:nvSpPr>
          <p:spPr>
            <a:xfrm>
              <a:off x="929553" y="3524582"/>
              <a:ext cx="13752" cy="229587"/>
            </a:xfrm>
            <a:custGeom>
              <a:rect b="b" l="l" r="r" t="t"/>
              <a:pathLst>
                <a:path extrusionOk="0" h="7479" w="448">
                  <a:moveTo>
                    <a:pt x="0" y="0"/>
                  </a:moveTo>
                  <a:lnTo>
                    <a:pt x="0" y="7479"/>
                  </a:lnTo>
                  <a:lnTo>
                    <a:pt x="447" y="7479"/>
                  </a:lnTo>
                  <a:lnTo>
                    <a:pt x="447"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81"/>
            <p:cNvSpPr/>
            <p:nvPr/>
          </p:nvSpPr>
          <p:spPr>
            <a:xfrm>
              <a:off x="892468" y="3456307"/>
              <a:ext cx="87918" cy="88010"/>
            </a:xfrm>
            <a:custGeom>
              <a:rect b="b" l="l" r="r" t="t"/>
              <a:pathLst>
                <a:path extrusionOk="0" h="2867" w="2864">
                  <a:moveTo>
                    <a:pt x="1432" y="0"/>
                  </a:moveTo>
                  <a:cubicBezTo>
                    <a:pt x="639" y="0"/>
                    <a:pt x="0" y="643"/>
                    <a:pt x="0" y="1431"/>
                  </a:cubicBezTo>
                  <a:cubicBezTo>
                    <a:pt x="0" y="2224"/>
                    <a:pt x="639" y="2866"/>
                    <a:pt x="1432" y="2866"/>
                  </a:cubicBezTo>
                  <a:cubicBezTo>
                    <a:pt x="2225" y="2866"/>
                    <a:pt x="2863" y="2224"/>
                    <a:pt x="2863" y="1431"/>
                  </a:cubicBezTo>
                  <a:cubicBezTo>
                    <a:pt x="2863" y="643"/>
                    <a:pt x="2225" y="0"/>
                    <a:pt x="143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81"/>
            <p:cNvSpPr/>
            <p:nvPr/>
          </p:nvSpPr>
          <p:spPr>
            <a:xfrm>
              <a:off x="1018272" y="3402400"/>
              <a:ext cx="87887" cy="87918"/>
            </a:xfrm>
            <a:custGeom>
              <a:rect b="b" l="l" r="r" t="t"/>
              <a:pathLst>
                <a:path extrusionOk="0" h="2864" w="2863">
                  <a:moveTo>
                    <a:pt x="1431" y="1"/>
                  </a:moveTo>
                  <a:cubicBezTo>
                    <a:pt x="643" y="1"/>
                    <a:pt x="0" y="640"/>
                    <a:pt x="0" y="1433"/>
                  </a:cubicBezTo>
                  <a:cubicBezTo>
                    <a:pt x="0" y="2221"/>
                    <a:pt x="643" y="2863"/>
                    <a:pt x="1431" y="2863"/>
                  </a:cubicBezTo>
                  <a:cubicBezTo>
                    <a:pt x="2224" y="2863"/>
                    <a:pt x="2863" y="2221"/>
                    <a:pt x="2863" y="1433"/>
                  </a:cubicBezTo>
                  <a:cubicBezTo>
                    <a:pt x="2863" y="640"/>
                    <a:pt x="2224" y="1"/>
                    <a:pt x="1431"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7" name="Shape 3887"/>
        <p:cNvGrpSpPr/>
        <p:nvPr/>
      </p:nvGrpSpPr>
      <p:grpSpPr>
        <a:xfrm>
          <a:off x="0" y="0"/>
          <a:ext cx="0" cy="0"/>
          <a:chOff x="0" y="0"/>
          <a:chExt cx="0" cy="0"/>
        </a:xfrm>
      </p:grpSpPr>
      <p:sp>
        <p:nvSpPr>
          <p:cNvPr id="3888" name="Google Shape;3888;p82"/>
          <p:cNvSpPr txBox="1"/>
          <p:nvPr>
            <p:ph idx="1" type="subTitle"/>
          </p:nvPr>
        </p:nvSpPr>
        <p:spPr>
          <a:xfrm>
            <a:off x="2642550" y="2801819"/>
            <a:ext cx="38589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rPr>
              <a:t>Do you have any questions? </a:t>
            </a:r>
            <a:br>
              <a:rPr lang="en">
                <a:solidFill>
                  <a:schemeClr val="dk1"/>
                </a:solidFill>
              </a:rPr>
            </a:br>
            <a:r>
              <a:rPr lang="en">
                <a:solidFill>
                  <a:schemeClr val="dk1"/>
                </a:solidFill>
              </a:rPr>
              <a:t>chrizmonkey@gmail.com</a:t>
            </a:r>
            <a:endParaRPr>
              <a:solidFill>
                <a:schemeClr val="dk1"/>
              </a:solidFill>
            </a:endParaRPr>
          </a:p>
          <a:p>
            <a:pPr indent="0" lvl="0" marL="0" rtl="0" algn="ctr">
              <a:spcBef>
                <a:spcPts val="0"/>
              </a:spcBef>
              <a:spcAft>
                <a:spcPts val="0"/>
              </a:spcAft>
              <a:buNone/>
            </a:pPr>
            <a:r>
              <a:rPr lang="en">
                <a:solidFill>
                  <a:schemeClr val="dk1"/>
                </a:solidFill>
              </a:rPr>
              <a:t>+84  0937 566 561 </a:t>
            </a:r>
            <a:endParaRPr>
              <a:solidFill>
                <a:schemeClr val="dk1"/>
              </a:solidFill>
            </a:endParaRPr>
          </a:p>
        </p:txBody>
      </p:sp>
      <p:sp>
        <p:nvSpPr>
          <p:cNvPr id="3889" name="Google Shape;3889;p82"/>
          <p:cNvSpPr txBox="1"/>
          <p:nvPr>
            <p:ph type="title"/>
          </p:nvPr>
        </p:nvSpPr>
        <p:spPr>
          <a:xfrm>
            <a:off x="2642550" y="1772900"/>
            <a:ext cx="3858900" cy="6402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Thanks!</a:t>
            </a:r>
            <a:endParaRPr/>
          </a:p>
        </p:txBody>
      </p:sp>
      <p:pic>
        <p:nvPicPr>
          <p:cNvPr id="3890" name="Google Shape;3890;p82"/>
          <p:cNvPicPr preferRelativeResize="0"/>
          <p:nvPr/>
        </p:nvPicPr>
        <p:blipFill rotWithShape="1">
          <a:blip r:embed="rId3">
            <a:alphaModFix/>
          </a:blip>
          <a:srcRect b="48421" l="4136" r="46624" t="19664"/>
          <a:stretch/>
        </p:blipFill>
        <p:spPr>
          <a:xfrm>
            <a:off x="974575" y="974550"/>
            <a:ext cx="2227550" cy="1082850"/>
          </a:xfrm>
          <a:prstGeom prst="rect">
            <a:avLst/>
          </a:prstGeom>
          <a:noFill/>
          <a:ln>
            <a:noFill/>
          </a:ln>
        </p:spPr>
      </p:pic>
      <p:pic>
        <p:nvPicPr>
          <p:cNvPr id="3891" name="Google Shape;3891;p82"/>
          <p:cNvPicPr preferRelativeResize="0"/>
          <p:nvPr/>
        </p:nvPicPr>
        <p:blipFill rotWithShape="1">
          <a:blip r:embed="rId4">
            <a:alphaModFix/>
          </a:blip>
          <a:srcRect b="24383" l="51265" r="4158" t="41817"/>
          <a:stretch/>
        </p:blipFill>
        <p:spPr>
          <a:xfrm>
            <a:off x="5731350" y="2219950"/>
            <a:ext cx="2026475" cy="1152449"/>
          </a:xfrm>
          <a:prstGeom prst="rect">
            <a:avLst/>
          </a:prstGeom>
          <a:noFill/>
          <a:ln>
            <a:noFill/>
          </a:ln>
        </p:spPr>
      </p:pic>
      <p:pic>
        <p:nvPicPr>
          <p:cNvPr id="3892" name="Google Shape;3892;p82"/>
          <p:cNvPicPr preferRelativeResize="0"/>
          <p:nvPr/>
        </p:nvPicPr>
        <p:blipFill rotWithShape="1">
          <a:blip r:embed="rId5">
            <a:alphaModFix/>
          </a:blip>
          <a:srcRect b="30194" l="16779" r="16792" t="30186"/>
          <a:stretch/>
        </p:blipFill>
        <p:spPr>
          <a:xfrm>
            <a:off x="3932188" y="362300"/>
            <a:ext cx="1279626" cy="763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oomies Social Media by Slidesgo">
  <a:themeElements>
    <a:clrScheme name="Simple Light">
      <a:dk1>
        <a:srgbClr val="2E2E64"/>
      </a:dk1>
      <a:lt1>
        <a:srgbClr val="FFFFFF"/>
      </a:lt1>
      <a:dk2>
        <a:srgbClr val="F8F8F8"/>
      </a:dk2>
      <a:lt2>
        <a:srgbClr val="C9DAF8"/>
      </a:lt2>
      <a:accent1>
        <a:srgbClr val="921937"/>
      </a:accent1>
      <a:accent2>
        <a:srgbClr val="EFEFEF"/>
      </a:accent2>
      <a:accent3>
        <a:srgbClr val="A9FC4E"/>
      </a:accent3>
      <a:accent4>
        <a:srgbClr val="FFCF13"/>
      </a:accent4>
      <a:accent5>
        <a:srgbClr val="2177CF"/>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