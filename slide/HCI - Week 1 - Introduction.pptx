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aleway"/>
      <p:regular r:id="rId27"/>
      <p:bold r:id="rId28"/>
      <p:italic r:id="rId29"/>
      <p:boldItalic r:id="rId30"/>
    </p:embeddedFont>
    <p:embeddedFont>
      <p:font typeface="Staatliches"/>
      <p:regular r:id="rId31"/>
    </p:embeddedFont>
    <p:embeddedFont>
      <p:font typeface="Saira SemiCondensed SemiBold"/>
      <p:regular r:id="rId32"/>
      <p:bold r:id="rId33"/>
    </p:embeddedFont>
    <p:embeddedFont>
      <p:font typeface="Fjalla One"/>
      <p:regular r:id="rId34"/>
    </p:embeddedFont>
    <p:embeddedFont>
      <p:font typeface="Roboto Condensed"/>
      <p:regular r:id="rId35"/>
      <p:bold r:id="rId36"/>
      <p:italic r:id="rId37"/>
      <p:boldItalic r:id="rId38"/>
    </p:embeddedFont>
    <p:embeddedFont>
      <p:font typeface="Saira Semi Condensed"/>
      <p:regular r:id="rId39"/>
      <p:bold r:id="rId40"/>
    </p:embeddedFont>
    <p:embeddedFont>
      <p:font typeface="Pacifico"/>
      <p:regular r:id="rId41"/>
    </p:embeddedFont>
    <p:embeddedFont>
      <p:font typeface="Comfortaa Medium"/>
      <p:regular r:id="rId42"/>
      <p:bold r:id="rId43"/>
    </p:embeddedFont>
    <p:embeddedFont>
      <p:font typeface="Alef"/>
      <p:regular r:id="rId44"/>
      <p:bold r:id="rId45"/>
    </p:embeddedFont>
    <p:embeddedFont>
      <p:font typeface="Abel"/>
      <p:regular r:id="rId46"/>
    </p:embeddedFont>
    <p:embeddedFont>
      <p:font typeface="Josefin Sans"/>
      <p:regular r:id="rId47"/>
      <p:bold r:id="rId48"/>
      <p:italic r:id="rId49"/>
      <p:boldItalic r:id="rId50"/>
    </p:embeddedFont>
    <p:embeddedFont>
      <p:font typeface="Lexend Deca"/>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4989">
          <p15:clr>
            <a:srgbClr val="9AA0A6"/>
          </p15:clr>
        </p15:guide>
        <p15:guide id="2" orient="horz" pos="863">
          <p15:clr>
            <a:srgbClr val="9AA0A6"/>
          </p15:clr>
        </p15:guide>
        <p15:guide id="3" orient="horz" pos="2043">
          <p15:clr>
            <a:srgbClr val="9AA0A6"/>
          </p15:clr>
        </p15:guide>
        <p15:guide id="4" orient="horz" pos="2854">
          <p15:clr>
            <a:srgbClr val="9AA0A6"/>
          </p15:clr>
        </p15:guide>
        <p15:guide id="5" orient="horz" pos="1364">
          <p15:clr>
            <a:srgbClr val="9AA0A6"/>
          </p15:clr>
        </p15:guide>
        <p15:guide id="6" pos="219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989"/>
        <p:guide pos="863" orient="horz"/>
        <p:guide pos="2043" orient="horz"/>
        <p:guide pos="2854" orient="horz"/>
        <p:guide pos="1364" orient="horz"/>
        <p:guide pos="219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airaSemiCondensed-bold.fntdata"/><Relationship Id="rId42" Type="http://schemas.openxmlformats.org/officeDocument/2006/relationships/font" Target="fonts/ComfortaaMedium-regular.fntdata"/><Relationship Id="rId41" Type="http://schemas.openxmlformats.org/officeDocument/2006/relationships/font" Target="fonts/Pacifico-regular.fntdata"/><Relationship Id="rId44" Type="http://schemas.openxmlformats.org/officeDocument/2006/relationships/font" Target="fonts/Alef-regular.fntdata"/><Relationship Id="rId43" Type="http://schemas.openxmlformats.org/officeDocument/2006/relationships/font" Target="fonts/ComfortaaMedium-bold.fntdata"/><Relationship Id="rId46" Type="http://schemas.openxmlformats.org/officeDocument/2006/relationships/font" Target="fonts/Abel-regular.fntdata"/><Relationship Id="rId45" Type="http://schemas.openxmlformats.org/officeDocument/2006/relationships/font" Target="fonts/Alef-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JosefinSans-bold.fntdata"/><Relationship Id="rId47" Type="http://schemas.openxmlformats.org/officeDocument/2006/relationships/font" Target="fonts/JosefinSans-regular.fntdata"/><Relationship Id="rId49" Type="http://schemas.openxmlformats.org/officeDocument/2006/relationships/font" Target="fonts/Josefi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taatliches-regular.fntdata"/><Relationship Id="rId30" Type="http://schemas.openxmlformats.org/officeDocument/2006/relationships/font" Target="fonts/Raleway-boldItalic.fntdata"/><Relationship Id="rId33" Type="http://schemas.openxmlformats.org/officeDocument/2006/relationships/font" Target="fonts/SairaSemiCondensedSemiBold-bold.fntdata"/><Relationship Id="rId32" Type="http://schemas.openxmlformats.org/officeDocument/2006/relationships/font" Target="fonts/SairaSemiCondensedSemiBold-regular.fntdata"/><Relationship Id="rId35" Type="http://schemas.openxmlformats.org/officeDocument/2006/relationships/font" Target="fonts/RobotoCondensed-regular.fntdata"/><Relationship Id="rId34" Type="http://schemas.openxmlformats.org/officeDocument/2006/relationships/font" Target="fonts/FjallaOne-regular.fntdata"/><Relationship Id="rId37" Type="http://schemas.openxmlformats.org/officeDocument/2006/relationships/font" Target="fonts/RobotoCondensed-italic.fntdata"/><Relationship Id="rId36" Type="http://schemas.openxmlformats.org/officeDocument/2006/relationships/font" Target="fonts/RobotoCondensed-bold.fntdata"/><Relationship Id="rId39" Type="http://schemas.openxmlformats.org/officeDocument/2006/relationships/font" Target="fonts/SairaSemiCondensed-regular.fntdata"/><Relationship Id="rId38" Type="http://schemas.openxmlformats.org/officeDocument/2006/relationships/font" Target="fonts/RobotoCondensed-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bold.fntdata"/><Relationship Id="rId27" Type="http://schemas.openxmlformats.org/officeDocument/2006/relationships/font" Target="fonts/Raleway-regular.fntdata"/><Relationship Id="rId29" Type="http://schemas.openxmlformats.org/officeDocument/2006/relationships/font" Target="fonts/Raleway-italic.fntdata"/><Relationship Id="rId51" Type="http://schemas.openxmlformats.org/officeDocument/2006/relationships/font" Target="fonts/LexendDeca-regular.fntdata"/><Relationship Id="rId50" Type="http://schemas.openxmlformats.org/officeDocument/2006/relationships/font" Target="fonts/JosefinSans-boldItalic.fntdata"/><Relationship Id="rId52" Type="http://schemas.openxmlformats.org/officeDocument/2006/relationships/font" Target="fonts/LexendDeca-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3" name="Shape 2923"/>
        <p:cNvGrpSpPr/>
        <p:nvPr/>
      </p:nvGrpSpPr>
      <p:grpSpPr>
        <a:xfrm>
          <a:off x="0" y="0"/>
          <a:ext cx="0" cy="0"/>
          <a:chOff x="0" y="0"/>
          <a:chExt cx="0" cy="0"/>
        </a:xfrm>
      </p:grpSpPr>
      <p:sp>
        <p:nvSpPr>
          <p:cNvPr id="2924" name="Google Shape;2924;gf032359f3f_0_30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5" name="Google Shape;2925;gf032359f3f_0_30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2" name="Shape 2932"/>
        <p:cNvGrpSpPr/>
        <p:nvPr/>
      </p:nvGrpSpPr>
      <p:grpSpPr>
        <a:xfrm>
          <a:off x="0" y="0"/>
          <a:ext cx="0" cy="0"/>
          <a:chOff x="0" y="0"/>
          <a:chExt cx="0" cy="0"/>
        </a:xfrm>
      </p:grpSpPr>
      <p:sp>
        <p:nvSpPr>
          <p:cNvPr id="2933" name="Google Shape;2933;gf032359f3f_0_89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34" name="Google Shape;2934;gf032359f3f_0_89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5" name="Google Shape;2935;gf032359f3f_0_89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9" name="Shape 2939"/>
        <p:cNvGrpSpPr/>
        <p:nvPr/>
      </p:nvGrpSpPr>
      <p:grpSpPr>
        <a:xfrm>
          <a:off x="0" y="0"/>
          <a:ext cx="0" cy="0"/>
          <a:chOff x="0" y="0"/>
          <a:chExt cx="0" cy="0"/>
        </a:xfrm>
      </p:grpSpPr>
      <p:sp>
        <p:nvSpPr>
          <p:cNvPr id="2940" name="Google Shape;2940;g98fea2ec9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1" name="Google Shape;2941;g98fea2ec9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2" name="Google Shape;2942;g98fea2ec9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6" name="Shape 2946"/>
        <p:cNvGrpSpPr/>
        <p:nvPr/>
      </p:nvGrpSpPr>
      <p:grpSpPr>
        <a:xfrm>
          <a:off x="0" y="0"/>
          <a:ext cx="0" cy="0"/>
          <a:chOff x="0" y="0"/>
          <a:chExt cx="0" cy="0"/>
        </a:xfrm>
      </p:grpSpPr>
      <p:sp>
        <p:nvSpPr>
          <p:cNvPr id="2947" name="Google Shape;2947;g9832fea933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8" name="Google Shape;2948;g9832fea933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9" name="Google Shape;2949;g9832fea933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2" name="Shape 2952"/>
        <p:cNvGrpSpPr/>
        <p:nvPr/>
      </p:nvGrpSpPr>
      <p:grpSpPr>
        <a:xfrm>
          <a:off x="0" y="0"/>
          <a:ext cx="0" cy="0"/>
          <a:chOff x="0" y="0"/>
          <a:chExt cx="0" cy="0"/>
        </a:xfrm>
      </p:grpSpPr>
      <p:sp>
        <p:nvSpPr>
          <p:cNvPr id="2953" name="Google Shape;2953;g9832fea933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54" name="Google Shape;2954;g9832fea933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5" name="Google Shape;2955;g9832fea933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1" name="Shape 2971"/>
        <p:cNvGrpSpPr/>
        <p:nvPr/>
      </p:nvGrpSpPr>
      <p:grpSpPr>
        <a:xfrm>
          <a:off x="0" y="0"/>
          <a:ext cx="0" cy="0"/>
          <a:chOff x="0" y="0"/>
          <a:chExt cx="0" cy="0"/>
        </a:xfrm>
      </p:grpSpPr>
      <p:sp>
        <p:nvSpPr>
          <p:cNvPr id="2972" name="Google Shape;2972;g9832fea933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73" name="Google Shape;2973;g9832fea933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4" name="Google Shape;2974;g9832fea933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0" name="Shape 2990"/>
        <p:cNvGrpSpPr/>
        <p:nvPr/>
      </p:nvGrpSpPr>
      <p:grpSpPr>
        <a:xfrm>
          <a:off x="0" y="0"/>
          <a:ext cx="0" cy="0"/>
          <a:chOff x="0" y="0"/>
          <a:chExt cx="0" cy="0"/>
        </a:xfrm>
      </p:grpSpPr>
      <p:sp>
        <p:nvSpPr>
          <p:cNvPr id="2991" name="Google Shape;2991;g9832fea933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2" name="Google Shape;2992;g9832fea933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3" name="Google Shape;2993;g9832fea933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7" name="Shape 2997"/>
        <p:cNvGrpSpPr/>
        <p:nvPr/>
      </p:nvGrpSpPr>
      <p:grpSpPr>
        <a:xfrm>
          <a:off x="0" y="0"/>
          <a:ext cx="0" cy="0"/>
          <a:chOff x="0" y="0"/>
          <a:chExt cx="0" cy="0"/>
        </a:xfrm>
      </p:grpSpPr>
      <p:sp>
        <p:nvSpPr>
          <p:cNvPr id="2998" name="Google Shape;2998;g9832fea933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9" name="Google Shape;2999;g9832fea933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t/>
            </a:r>
            <a:endParaRPr/>
          </a:p>
        </p:txBody>
      </p:sp>
      <p:sp>
        <p:nvSpPr>
          <p:cNvPr id="3000" name="Google Shape;3000;g9832fea933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4" name="Shape 3004"/>
        <p:cNvGrpSpPr/>
        <p:nvPr/>
      </p:nvGrpSpPr>
      <p:grpSpPr>
        <a:xfrm>
          <a:off x="0" y="0"/>
          <a:ext cx="0" cy="0"/>
          <a:chOff x="0" y="0"/>
          <a:chExt cx="0" cy="0"/>
        </a:xfrm>
      </p:grpSpPr>
      <p:sp>
        <p:nvSpPr>
          <p:cNvPr id="3005" name="Google Shape;3005;g99e7043668_0_4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06" name="Google Shape;3006;g99e7043668_0_4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7" name="Google Shape;3007;g99e7043668_0_4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1" name="Shape 3011"/>
        <p:cNvGrpSpPr/>
        <p:nvPr/>
      </p:nvGrpSpPr>
      <p:grpSpPr>
        <a:xfrm>
          <a:off x="0" y="0"/>
          <a:ext cx="0" cy="0"/>
          <a:chOff x="0" y="0"/>
          <a:chExt cx="0" cy="0"/>
        </a:xfrm>
      </p:grpSpPr>
      <p:sp>
        <p:nvSpPr>
          <p:cNvPr id="3012" name="Google Shape;3012;g9832fea933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13" name="Google Shape;3013;g9832fea933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4" name="Google Shape;3014;g9832fea933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8" name="Shape 3018"/>
        <p:cNvGrpSpPr/>
        <p:nvPr/>
      </p:nvGrpSpPr>
      <p:grpSpPr>
        <a:xfrm>
          <a:off x="0" y="0"/>
          <a:ext cx="0" cy="0"/>
          <a:chOff x="0" y="0"/>
          <a:chExt cx="0" cy="0"/>
        </a:xfrm>
      </p:grpSpPr>
      <p:sp>
        <p:nvSpPr>
          <p:cNvPr id="3019" name="Google Shape;3019;g99e7043668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20" name="Google Shape;3020;g99e7043668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1" name="Google Shape;3021;g99e7043668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5" name="Shape 3025"/>
        <p:cNvGrpSpPr/>
        <p:nvPr/>
      </p:nvGrpSpPr>
      <p:grpSpPr>
        <a:xfrm>
          <a:off x="0" y="0"/>
          <a:ext cx="0" cy="0"/>
          <a:chOff x="0" y="0"/>
          <a:chExt cx="0" cy="0"/>
        </a:xfrm>
      </p:grpSpPr>
      <p:sp>
        <p:nvSpPr>
          <p:cNvPr id="3026" name="Google Shape;3026;g9832fea933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27" name="Google Shape;3027;g9832fea933_0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8" name="Google Shape;3028;g9832fea933_0_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1" name="Shape 3031"/>
        <p:cNvGrpSpPr/>
        <p:nvPr/>
      </p:nvGrpSpPr>
      <p:grpSpPr>
        <a:xfrm>
          <a:off x="0" y="0"/>
          <a:ext cx="0" cy="0"/>
          <a:chOff x="0" y="0"/>
          <a:chExt cx="0" cy="0"/>
        </a:xfrm>
      </p:grpSpPr>
      <p:sp>
        <p:nvSpPr>
          <p:cNvPr id="3032" name="Google Shape;3032;gf032359f3f_0_14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33" name="Google Shape;3033;gf032359f3f_0_147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4" name="Google Shape;3034;gf032359f3f_0_147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7" name="Shape 3037"/>
        <p:cNvGrpSpPr/>
        <p:nvPr/>
      </p:nvGrpSpPr>
      <p:grpSpPr>
        <a:xfrm>
          <a:off x="0" y="0"/>
          <a:ext cx="0" cy="0"/>
          <a:chOff x="0" y="0"/>
          <a:chExt cx="0" cy="0"/>
        </a:xfrm>
      </p:grpSpPr>
      <p:sp>
        <p:nvSpPr>
          <p:cNvPr id="3038" name="Google Shape;3038;g9832fea933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39" name="Google Shape;3039;g9832fea933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0" name="Google Shape;3040;g9832fea933_0_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4" name="Shape 3044"/>
        <p:cNvGrpSpPr/>
        <p:nvPr/>
      </p:nvGrpSpPr>
      <p:grpSpPr>
        <a:xfrm>
          <a:off x="0" y="0"/>
          <a:ext cx="0" cy="0"/>
          <a:chOff x="0" y="0"/>
          <a:chExt cx="0" cy="0"/>
        </a:xfrm>
      </p:grpSpPr>
      <p:sp>
        <p:nvSpPr>
          <p:cNvPr id="3045" name="Google Shape;3045;g9832fea933_0_7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46" name="Google Shape;3046;g9832fea933_0_7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7" name="Google Shape;3047;g9832fea933_0_7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1" name="Shape 3051"/>
        <p:cNvGrpSpPr/>
        <p:nvPr/>
      </p:nvGrpSpPr>
      <p:grpSpPr>
        <a:xfrm>
          <a:off x="0" y="0"/>
          <a:ext cx="0" cy="0"/>
          <a:chOff x="0" y="0"/>
          <a:chExt cx="0" cy="0"/>
        </a:xfrm>
      </p:grpSpPr>
      <p:sp>
        <p:nvSpPr>
          <p:cNvPr id="3052" name="Google Shape;3052;g9832fea933_0_7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53" name="Google Shape;3053;g9832fea933_0_7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4" name="Google Shape;3054;g9832fea933_0_7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8" name="Shape 3058"/>
        <p:cNvGrpSpPr/>
        <p:nvPr/>
      </p:nvGrpSpPr>
      <p:grpSpPr>
        <a:xfrm>
          <a:off x="0" y="0"/>
          <a:ext cx="0" cy="0"/>
          <a:chOff x="0" y="0"/>
          <a:chExt cx="0" cy="0"/>
        </a:xfrm>
      </p:grpSpPr>
      <p:sp>
        <p:nvSpPr>
          <p:cNvPr id="3059" name="Google Shape;3059;g9832fea933_0_3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60" name="Google Shape;3060;g9832fea933_0_3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1" name="Google Shape;3061;g9832fea933_0_3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4" name="Shape 3344"/>
        <p:cNvGrpSpPr/>
        <p:nvPr/>
      </p:nvGrpSpPr>
      <p:grpSpPr>
        <a:xfrm>
          <a:off x="0" y="0"/>
          <a:ext cx="0" cy="0"/>
          <a:chOff x="0" y="0"/>
          <a:chExt cx="0" cy="0"/>
        </a:xfrm>
      </p:grpSpPr>
      <p:sp>
        <p:nvSpPr>
          <p:cNvPr id="3345" name="Google Shape;3345;gf032359f3f_0_17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6" name="Google Shape;3346;gf032359f3f_0_176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1" name="Shape 3381"/>
        <p:cNvGrpSpPr/>
        <p:nvPr/>
      </p:nvGrpSpPr>
      <p:grpSpPr>
        <a:xfrm>
          <a:off x="0" y="0"/>
          <a:ext cx="0" cy="0"/>
          <a:chOff x="0" y="0"/>
          <a:chExt cx="0" cy="0"/>
        </a:xfrm>
      </p:grpSpPr>
      <p:sp>
        <p:nvSpPr>
          <p:cNvPr id="3382" name="Google Shape;3382;g9832fea933_0_9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83" name="Google Shape;3383;g9832fea933_0_9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4" name="Google Shape;3384;g9832fea933_0_9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9" name="Shape 3389"/>
        <p:cNvGrpSpPr/>
        <p:nvPr/>
      </p:nvGrpSpPr>
      <p:grpSpPr>
        <a:xfrm>
          <a:off x="0" y="0"/>
          <a:ext cx="0" cy="0"/>
          <a:chOff x="0" y="0"/>
          <a:chExt cx="0" cy="0"/>
        </a:xfrm>
      </p:grpSpPr>
      <p:sp>
        <p:nvSpPr>
          <p:cNvPr id="3390" name="Google Shape;3390;g99e7043668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91" name="Google Shape;3391;g99e7043668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2" name="Google Shape;3392;g99e7043668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8" name="Shape 3628"/>
        <p:cNvGrpSpPr/>
        <p:nvPr/>
      </p:nvGrpSpPr>
      <p:grpSpPr>
        <a:xfrm>
          <a:off x="0" y="0"/>
          <a:ext cx="0" cy="0"/>
          <a:chOff x="0" y="0"/>
          <a:chExt cx="0" cy="0"/>
        </a:xfrm>
      </p:grpSpPr>
      <p:sp>
        <p:nvSpPr>
          <p:cNvPr id="3629" name="Google Shape;3629;gf0d6e7196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0" name="Google Shape;3630;gf0d6e71967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p:nvPr/>
        </p:nvSpPr>
        <p:spPr>
          <a:xfrm flipH="1">
            <a:off x="0" y="0"/>
            <a:ext cx="3923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43920" y="391883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610297" y="4478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2"/>
          <p:cNvGrpSpPr/>
          <p:nvPr/>
        </p:nvGrpSpPr>
        <p:grpSpPr>
          <a:xfrm>
            <a:off x="-2557002" y="-12"/>
            <a:ext cx="6861861" cy="5143530"/>
            <a:chOff x="-3799077" y="-5268675"/>
            <a:chExt cx="6861861" cy="5143530"/>
          </a:xfrm>
        </p:grpSpPr>
        <p:sp>
          <p:nvSpPr>
            <p:cNvPr id="18" name="Google Shape;18;p2"/>
            <p:cNvSpPr/>
            <p:nvPr/>
          </p:nvSpPr>
          <p:spPr>
            <a:xfrm flipH="1">
              <a:off x="-3052066" y="-2688483"/>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flipH="1">
              <a:off x="-3799077" y="-5170503"/>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flipH="1">
              <a:off x="1696475" y="-3953198"/>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flipH="1">
              <a:off x="39193" y="-398025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flipH="1">
              <a:off x="-3393920" y="-151176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flipH="1">
              <a:off x="-2932478" y="-2601605"/>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flipH="1">
              <a:off x="-3292388" y="-1404593"/>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flipH="1">
              <a:off x="1840885" y="-3884377"/>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flipH="1">
              <a:off x="104606" y="-3909143"/>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flipH="1">
              <a:off x="-2832066" y="-248990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flipH="1">
              <a:off x="1985352" y="-3774912"/>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flipH="1">
              <a:off x="-2673006" y="-234773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flipH="1">
              <a:off x="-3379293" y="-5020451"/>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flipH="1">
              <a:off x="-1455741" y="-3455631"/>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flipH="1">
              <a:off x="1864587" y="-1494826"/>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flipH="1">
              <a:off x="-2591759" y="-2237207"/>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flipH="1">
              <a:off x="-3345409" y="-5067803"/>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flipH="1">
              <a:off x="-3431139" y="-4896338"/>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flipH="1">
              <a:off x="-3448112" y="-5027215"/>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flipH="1">
              <a:off x="-3224708" y="-4984335"/>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flipH="1">
              <a:off x="-3298053" y="-5040745"/>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flipH="1">
              <a:off x="-3275464" y="-5033980"/>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flipH="1">
              <a:off x="-3238229" y="-4877163"/>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flipH="1">
              <a:off x="-3249516" y="-510621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flipH="1">
              <a:off x="-3364577" y="-5090390"/>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flipH="1">
              <a:off x="-3334104" y="-4888456"/>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flipH="1">
              <a:off x="-3310451" y="-5112976"/>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flipH="1">
              <a:off x="-3290097" y="-5084743"/>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flipH="1">
              <a:off x="-246264" y="-1063843"/>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flipH="1">
              <a:off x="-486582" y="-3332637"/>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flipH="1">
              <a:off x="396816" y="-3077703"/>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flipH="1">
              <a:off x="2086879" y="-1327833"/>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flipH="1">
              <a:off x="2120703" y="-1885164"/>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flipH="1">
              <a:off x="2118467" y="-1887456"/>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flipH="1">
              <a:off x="1892829" y="-3305578"/>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flipH="1">
              <a:off x="1890536" y="-330787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flipH="1">
              <a:off x="511885" y="-3871966"/>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flipH="1">
              <a:off x="509648" y="-3874202"/>
              <a:ext cx="104994" cy="106112"/>
            </a:xfrm>
            <a:custGeom>
              <a:rect b="b" l="l" r="r" t="t"/>
              <a:pathLst>
                <a:path extrusionOk="0" h="1898" w="1878">
                  <a:moveTo>
                    <a:pt x="949" y="81"/>
                  </a:moveTo>
                  <a:lnTo>
                    <a:pt x="1111" y="101"/>
                  </a:lnTo>
                  <a:lnTo>
                    <a:pt x="1272" y="162"/>
                  </a:lnTo>
                  <a:lnTo>
                    <a:pt x="1413" y="243"/>
                  </a:lnTo>
                  <a:lnTo>
                    <a:pt x="1555" y="344"/>
                  </a:lnTo>
                  <a:lnTo>
                    <a:pt x="1655" y="465"/>
                  </a:lnTo>
                  <a:lnTo>
                    <a:pt x="1736" y="606"/>
                  </a:lnTo>
                  <a:lnTo>
                    <a:pt x="1777" y="767"/>
                  </a:lnTo>
                  <a:lnTo>
                    <a:pt x="1797" y="949"/>
                  </a:lnTo>
                  <a:lnTo>
                    <a:pt x="1777" y="1110"/>
                  </a:lnTo>
                  <a:lnTo>
                    <a:pt x="1736" y="1272"/>
                  </a:lnTo>
                  <a:lnTo>
                    <a:pt x="1655" y="1433"/>
                  </a:lnTo>
                  <a:lnTo>
                    <a:pt x="1555" y="1554"/>
                  </a:lnTo>
                  <a:lnTo>
                    <a:pt x="1413" y="1655"/>
                  </a:lnTo>
                  <a:lnTo>
                    <a:pt x="1272" y="1736"/>
                  </a:lnTo>
                  <a:lnTo>
                    <a:pt x="1111" y="1797"/>
                  </a:lnTo>
                  <a:lnTo>
                    <a:pt x="949" y="1817"/>
                  </a:lnTo>
                  <a:lnTo>
                    <a:pt x="768" y="1797"/>
                  </a:lnTo>
                  <a:lnTo>
                    <a:pt x="606" y="1736"/>
                  </a:lnTo>
                  <a:lnTo>
                    <a:pt x="465" y="1655"/>
                  </a:lnTo>
                  <a:lnTo>
                    <a:pt x="324" y="1554"/>
                  </a:lnTo>
                  <a:lnTo>
                    <a:pt x="223" y="1433"/>
                  </a:lnTo>
                  <a:lnTo>
                    <a:pt x="142" y="1272"/>
                  </a:lnTo>
                  <a:lnTo>
                    <a:pt x="102" y="1110"/>
                  </a:lnTo>
                  <a:lnTo>
                    <a:pt x="81" y="949"/>
                  </a:lnTo>
                  <a:lnTo>
                    <a:pt x="102" y="767"/>
                  </a:lnTo>
                  <a:lnTo>
                    <a:pt x="142" y="606"/>
                  </a:lnTo>
                  <a:lnTo>
                    <a:pt x="223" y="465"/>
                  </a:lnTo>
                  <a:lnTo>
                    <a:pt x="324" y="344"/>
                  </a:lnTo>
                  <a:lnTo>
                    <a:pt x="465" y="243"/>
                  </a:lnTo>
                  <a:lnTo>
                    <a:pt x="606" y="162"/>
                  </a:lnTo>
                  <a:lnTo>
                    <a:pt x="768" y="101"/>
                  </a:lnTo>
                  <a:lnTo>
                    <a:pt x="949" y="81"/>
                  </a:lnTo>
                  <a:close/>
                  <a:moveTo>
                    <a:pt x="949" y="1"/>
                  </a:moveTo>
                  <a:lnTo>
                    <a:pt x="747" y="21"/>
                  </a:lnTo>
                  <a:lnTo>
                    <a:pt x="56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66" y="1817"/>
                  </a:lnTo>
                  <a:lnTo>
                    <a:pt x="747" y="1877"/>
                  </a:lnTo>
                  <a:lnTo>
                    <a:pt x="949" y="1898"/>
                  </a:lnTo>
                  <a:lnTo>
                    <a:pt x="1131" y="1877"/>
                  </a:lnTo>
                  <a:lnTo>
                    <a:pt x="1312" y="1817"/>
                  </a:lnTo>
                  <a:lnTo>
                    <a:pt x="1474" y="1736"/>
                  </a:lnTo>
                  <a:lnTo>
                    <a:pt x="1615" y="1615"/>
                  </a:lnTo>
                  <a:lnTo>
                    <a:pt x="1716" y="1474"/>
                  </a:lnTo>
                  <a:lnTo>
                    <a:pt x="1817" y="1312"/>
                  </a:lnTo>
                  <a:lnTo>
                    <a:pt x="1857" y="1131"/>
                  </a:lnTo>
                  <a:lnTo>
                    <a:pt x="1877" y="949"/>
                  </a:lnTo>
                  <a:lnTo>
                    <a:pt x="1857" y="767"/>
                  </a:lnTo>
                  <a:lnTo>
                    <a:pt x="1817" y="586"/>
                  </a:lnTo>
                  <a:lnTo>
                    <a:pt x="1716" y="424"/>
                  </a:lnTo>
                  <a:lnTo>
                    <a:pt x="1615" y="283"/>
                  </a:lnTo>
                  <a:lnTo>
                    <a:pt x="1474" y="162"/>
                  </a:lnTo>
                  <a:lnTo>
                    <a:pt x="1312"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flipH="1">
              <a:off x="-1037114" y="-3361987"/>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flipH="1">
              <a:off x="-1039350" y="-3364280"/>
              <a:ext cx="104994" cy="104994"/>
            </a:xfrm>
            <a:custGeom>
              <a:rect b="b" l="l" r="r" t="t"/>
              <a:pathLst>
                <a:path extrusionOk="0" h="1878" w="1878">
                  <a:moveTo>
                    <a:pt x="949" y="82"/>
                  </a:moveTo>
                  <a:lnTo>
                    <a:pt x="1111" y="102"/>
                  </a:lnTo>
                  <a:lnTo>
                    <a:pt x="1272" y="142"/>
                  </a:lnTo>
                  <a:lnTo>
                    <a:pt x="1434" y="223"/>
                  </a:lnTo>
                  <a:lnTo>
                    <a:pt x="1555" y="324"/>
                  </a:lnTo>
                  <a:lnTo>
                    <a:pt x="1656" y="465"/>
                  </a:lnTo>
                  <a:lnTo>
                    <a:pt x="1736" y="606"/>
                  </a:lnTo>
                  <a:lnTo>
                    <a:pt x="1797" y="768"/>
                  </a:lnTo>
                  <a:lnTo>
                    <a:pt x="1797" y="949"/>
                  </a:lnTo>
                  <a:lnTo>
                    <a:pt x="1797" y="1111"/>
                  </a:lnTo>
                  <a:lnTo>
                    <a:pt x="1736" y="1272"/>
                  </a:lnTo>
                  <a:lnTo>
                    <a:pt x="1656" y="1414"/>
                  </a:lnTo>
                  <a:lnTo>
                    <a:pt x="1555" y="1555"/>
                  </a:lnTo>
                  <a:lnTo>
                    <a:pt x="1434" y="1656"/>
                  </a:lnTo>
                  <a:lnTo>
                    <a:pt x="1272" y="1736"/>
                  </a:lnTo>
                  <a:lnTo>
                    <a:pt x="1111" y="1777"/>
                  </a:lnTo>
                  <a:lnTo>
                    <a:pt x="949" y="1797"/>
                  </a:lnTo>
                  <a:lnTo>
                    <a:pt x="768" y="1777"/>
                  </a:lnTo>
                  <a:lnTo>
                    <a:pt x="606" y="1736"/>
                  </a:lnTo>
                  <a:lnTo>
                    <a:pt x="465" y="1656"/>
                  </a:lnTo>
                  <a:lnTo>
                    <a:pt x="344" y="1555"/>
                  </a:lnTo>
                  <a:lnTo>
                    <a:pt x="223" y="1414"/>
                  </a:lnTo>
                  <a:lnTo>
                    <a:pt x="162" y="1272"/>
                  </a:lnTo>
                  <a:lnTo>
                    <a:pt x="102" y="1111"/>
                  </a:lnTo>
                  <a:lnTo>
                    <a:pt x="82" y="949"/>
                  </a:lnTo>
                  <a:lnTo>
                    <a:pt x="102" y="768"/>
                  </a:lnTo>
                  <a:lnTo>
                    <a:pt x="162" y="606"/>
                  </a:lnTo>
                  <a:lnTo>
                    <a:pt x="223" y="465"/>
                  </a:lnTo>
                  <a:lnTo>
                    <a:pt x="344" y="324"/>
                  </a:lnTo>
                  <a:lnTo>
                    <a:pt x="465" y="223"/>
                  </a:lnTo>
                  <a:lnTo>
                    <a:pt x="606" y="142"/>
                  </a:lnTo>
                  <a:lnTo>
                    <a:pt x="768" y="102"/>
                  </a:lnTo>
                  <a:lnTo>
                    <a:pt x="949" y="82"/>
                  </a:lnTo>
                  <a:close/>
                  <a:moveTo>
                    <a:pt x="949" y="1"/>
                  </a:moveTo>
                  <a:lnTo>
                    <a:pt x="748" y="21"/>
                  </a:lnTo>
                  <a:lnTo>
                    <a:pt x="586" y="82"/>
                  </a:lnTo>
                  <a:lnTo>
                    <a:pt x="425" y="162"/>
                  </a:lnTo>
                  <a:lnTo>
                    <a:pt x="283" y="284"/>
                  </a:lnTo>
                  <a:lnTo>
                    <a:pt x="162" y="405"/>
                  </a:lnTo>
                  <a:lnTo>
                    <a:pt x="82" y="566"/>
                  </a:lnTo>
                  <a:lnTo>
                    <a:pt x="21" y="748"/>
                  </a:lnTo>
                  <a:lnTo>
                    <a:pt x="1" y="949"/>
                  </a:lnTo>
                  <a:lnTo>
                    <a:pt x="21" y="1131"/>
                  </a:lnTo>
                  <a:lnTo>
                    <a:pt x="82" y="1313"/>
                  </a:lnTo>
                  <a:lnTo>
                    <a:pt x="162" y="1474"/>
                  </a:lnTo>
                  <a:lnTo>
                    <a:pt x="283" y="1595"/>
                  </a:lnTo>
                  <a:lnTo>
                    <a:pt x="425" y="1716"/>
                  </a:lnTo>
                  <a:lnTo>
                    <a:pt x="586" y="1817"/>
                  </a:lnTo>
                  <a:lnTo>
                    <a:pt x="748" y="1858"/>
                  </a:lnTo>
                  <a:lnTo>
                    <a:pt x="949" y="1878"/>
                  </a:lnTo>
                  <a:lnTo>
                    <a:pt x="1131" y="1858"/>
                  </a:lnTo>
                  <a:lnTo>
                    <a:pt x="1313" y="1817"/>
                  </a:lnTo>
                  <a:lnTo>
                    <a:pt x="1474" y="1716"/>
                  </a:lnTo>
                  <a:lnTo>
                    <a:pt x="1615" y="1595"/>
                  </a:lnTo>
                  <a:lnTo>
                    <a:pt x="1716" y="1474"/>
                  </a:lnTo>
                  <a:lnTo>
                    <a:pt x="1817" y="1313"/>
                  </a:lnTo>
                  <a:lnTo>
                    <a:pt x="1878" y="1131"/>
                  </a:lnTo>
                  <a:lnTo>
                    <a:pt x="1878" y="949"/>
                  </a:lnTo>
                  <a:lnTo>
                    <a:pt x="1878" y="748"/>
                  </a:lnTo>
                  <a:lnTo>
                    <a:pt x="1817" y="566"/>
                  </a:lnTo>
                  <a:lnTo>
                    <a:pt x="1716" y="405"/>
                  </a:lnTo>
                  <a:lnTo>
                    <a:pt x="1615" y="284"/>
                  </a:lnTo>
                  <a:lnTo>
                    <a:pt x="1474" y="162"/>
                  </a:lnTo>
                  <a:lnTo>
                    <a:pt x="1313" y="82"/>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flipH="1">
              <a:off x="1080509" y="-136624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flipH="1">
              <a:off x="1078272" y="-1368477"/>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flipH="1">
              <a:off x="-1522213" y="-1840048"/>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flipH="1">
              <a:off x="-1524506" y="-1842340"/>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flipH="1">
              <a:off x="-3230321" y="-291412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flipH="1">
              <a:off x="-3232558" y="-2916358"/>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flipH="1">
              <a:off x="-1102524" y="-486928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flipH="1">
              <a:off x="-1104816" y="-4871516"/>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flipH="1">
              <a:off x="915810" y="-28261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flipH="1">
              <a:off x="892105" y="-280242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flipH="1">
              <a:off x="161018" y="-3857262"/>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flipH="1">
              <a:off x="136195" y="-383244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flipH="1">
              <a:off x="-2522936" y="-2096155"/>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flipH="1">
              <a:off x="-2548878" y="-2071332"/>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2"/>
          <p:cNvSpPr/>
          <p:nvPr/>
        </p:nvSpPr>
        <p:spPr>
          <a:xfrm flipH="1">
            <a:off x="3923500" y="0"/>
            <a:ext cx="454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2"/>
          <p:cNvGrpSpPr/>
          <p:nvPr/>
        </p:nvGrpSpPr>
        <p:grpSpPr>
          <a:xfrm>
            <a:off x="8720580" y="1912541"/>
            <a:ext cx="1209708" cy="1147945"/>
            <a:chOff x="5235125" y="2636100"/>
            <a:chExt cx="796175" cy="755525"/>
          </a:xfrm>
        </p:grpSpPr>
        <p:sp>
          <p:nvSpPr>
            <p:cNvPr id="86" name="Google Shape;86;p2"/>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2"/>
          <p:cNvSpPr/>
          <p:nvPr/>
        </p:nvSpPr>
        <p:spPr>
          <a:xfrm>
            <a:off x="1733088" y="9325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
          <p:cNvGrpSpPr/>
          <p:nvPr/>
        </p:nvGrpSpPr>
        <p:grpSpPr>
          <a:xfrm>
            <a:off x="3539540" y="4393300"/>
            <a:ext cx="754524" cy="750237"/>
            <a:chOff x="8523754" y="10"/>
            <a:chExt cx="516408" cy="513439"/>
          </a:xfrm>
        </p:grpSpPr>
        <p:sp>
          <p:nvSpPr>
            <p:cNvPr id="154" name="Google Shape;154;p2"/>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2"/>
          <p:cNvSpPr txBox="1"/>
          <p:nvPr>
            <p:ph type="ctrTitle"/>
          </p:nvPr>
        </p:nvSpPr>
        <p:spPr>
          <a:xfrm>
            <a:off x="4304753" y="1484801"/>
            <a:ext cx="4114800" cy="137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7" name="Google Shape;157;p2"/>
          <p:cNvSpPr txBox="1"/>
          <p:nvPr>
            <p:ph idx="1" type="subTitle"/>
          </p:nvPr>
        </p:nvSpPr>
        <p:spPr>
          <a:xfrm>
            <a:off x="4304753" y="3109999"/>
            <a:ext cx="34422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Font typeface="Dosis"/>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8" name="Shape 158"/>
        <p:cNvGrpSpPr/>
        <p:nvPr/>
      </p:nvGrpSpPr>
      <p:grpSpPr>
        <a:xfrm>
          <a:off x="0" y="0"/>
          <a:ext cx="0" cy="0"/>
          <a:chOff x="0" y="0"/>
          <a:chExt cx="0" cy="0"/>
        </a:xfrm>
      </p:grpSpPr>
      <p:sp>
        <p:nvSpPr>
          <p:cNvPr id="159" name="Google Shape;159;p3"/>
          <p:cNvSpPr/>
          <p:nvPr/>
        </p:nvSpPr>
        <p:spPr>
          <a:xfrm>
            <a:off x="2530200" y="0"/>
            <a:ext cx="40836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txBox="1"/>
          <p:nvPr>
            <p:ph type="title"/>
          </p:nvPr>
        </p:nvSpPr>
        <p:spPr>
          <a:xfrm>
            <a:off x="3014400" y="2680488"/>
            <a:ext cx="3115200" cy="4116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1" name="Google Shape;161;p3"/>
          <p:cNvSpPr txBox="1"/>
          <p:nvPr>
            <p:ph idx="1" type="subTitle"/>
          </p:nvPr>
        </p:nvSpPr>
        <p:spPr>
          <a:xfrm>
            <a:off x="3037200" y="3290867"/>
            <a:ext cx="3069600" cy="39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162" name="Google Shape;162;p3"/>
          <p:cNvSpPr txBox="1"/>
          <p:nvPr>
            <p:ph hasCustomPrompt="1" idx="2" type="title"/>
          </p:nvPr>
        </p:nvSpPr>
        <p:spPr>
          <a:xfrm>
            <a:off x="4027950" y="169348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63" name="Google Shape;163;p3"/>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3"/>
          <p:cNvGrpSpPr/>
          <p:nvPr/>
        </p:nvGrpSpPr>
        <p:grpSpPr>
          <a:xfrm>
            <a:off x="3970982" y="4599416"/>
            <a:ext cx="1205112" cy="520243"/>
            <a:chOff x="3970982" y="4599416"/>
            <a:chExt cx="1205112" cy="520243"/>
          </a:xfrm>
        </p:grpSpPr>
        <p:sp>
          <p:nvSpPr>
            <p:cNvPr id="206" name="Google Shape;206;p3"/>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3"/>
          <p:cNvGrpSpPr/>
          <p:nvPr/>
        </p:nvGrpSpPr>
        <p:grpSpPr>
          <a:xfrm>
            <a:off x="3969444" y="51341"/>
            <a:ext cx="1205112" cy="520243"/>
            <a:chOff x="3970982" y="4599416"/>
            <a:chExt cx="1205112" cy="520243"/>
          </a:xfrm>
        </p:grpSpPr>
        <p:sp>
          <p:nvSpPr>
            <p:cNvPr id="239" name="Google Shape;239;p3"/>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3"/>
          <p:cNvGrpSpPr/>
          <p:nvPr/>
        </p:nvGrpSpPr>
        <p:grpSpPr>
          <a:xfrm>
            <a:off x="335952" y="4224312"/>
            <a:ext cx="754524" cy="750237"/>
            <a:chOff x="8523754" y="10"/>
            <a:chExt cx="516408" cy="513439"/>
          </a:xfrm>
        </p:grpSpPr>
        <p:sp>
          <p:nvSpPr>
            <p:cNvPr id="272" name="Google Shape;272;p3"/>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 name="Google Shape;274;p3"/>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 name="Google Shape;276;p3"/>
          <p:cNvGrpSpPr/>
          <p:nvPr/>
        </p:nvGrpSpPr>
        <p:grpSpPr>
          <a:xfrm flipH="1" rot="2700000">
            <a:off x="-2243747" y="347213"/>
            <a:ext cx="2946912" cy="1512954"/>
            <a:chOff x="-1306807" y="-1638114"/>
            <a:chExt cx="2946940" cy="1512969"/>
          </a:xfrm>
        </p:grpSpPr>
        <p:sp>
          <p:nvSpPr>
            <p:cNvPr id="277" name="Google Shape;277;p3"/>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 name="Google Shape;280;p3"/>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a:off x="2876020" y="48110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6" name="Shape 286"/>
        <p:cNvGrpSpPr/>
        <p:nvPr/>
      </p:nvGrpSpPr>
      <p:grpSpPr>
        <a:xfrm>
          <a:off x="0" y="0"/>
          <a:ext cx="0" cy="0"/>
          <a:chOff x="0" y="0"/>
          <a:chExt cx="0" cy="0"/>
        </a:xfrm>
      </p:grpSpPr>
      <p:sp>
        <p:nvSpPr>
          <p:cNvPr id="287" name="Google Shape;287;p4"/>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p:txBody>
      </p:sp>
      <p:sp>
        <p:nvSpPr>
          <p:cNvPr id="288" name="Google Shape;288;p4"/>
          <p:cNvSpPr txBox="1"/>
          <p:nvPr>
            <p:ph idx="1" type="body"/>
          </p:nvPr>
        </p:nvSpPr>
        <p:spPr>
          <a:xfrm>
            <a:off x="959775" y="1040100"/>
            <a:ext cx="7470900" cy="35595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AutoNum type="arabicPeriod"/>
              <a:defRPr sz="1200"/>
            </a:lvl1pPr>
            <a:lvl2pPr indent="-330200" lvl="1" marL="914400" rtl="0">
              <a:spcBef>
                <a:spcPts val="0"/>
              </a:spcBef>
              <a:spcAft>
                <a:spcPts val="0"/>
              </a:spcAft>
              <a:buSzPts val="1600"/>
              <a:buAutoNum type="alphaLcPeriod"/>
              <a:defRPr/>
            </a:lvl2pPr>
            <a:lvl3pPr indent="-330200" lvl="2" marL="1371600" rtl="0">
              <a:spcBef>
                <a:spcPts val="0"/>
              </a:spcBef>
              <a:spcAft>
                <a:spcPts val="0"/>
              </a:spcAft>
              <a:buSzPts val="1600"/>
              <a:buAutoNum type="romanLcPeriod"/>
              <a:defRPr/>
            </a:lvl3pPr>
            <a:lvl4pPr indent="-330200" lvl="3" marL="1828800" rtl="0">
              <a:spcBef>
                <a:spcPts val="0"/>
              </a:spcBef>
              <a:spcAft>
                <a:spcPts val="0"/>
              </a:spcAft>
              <a:buSzPts val="1600"/>
              <a:buAutoNum type="arabicPeriod"/>
              <a:defRPr/>
            </a:lvl4pPr>
            <a:lvl5pPr indent="-330200" lvl="4" marL="2286000" rtl="0">
              <a:spcBef>
                <a:spcPts val="0"/>
              </a:spcBef>
              <a:spcAft>
                <a:spcPts val="0"/>
              </a:spcAft>
              <a:buSzPts val="1600"/>
              <a:buAutoNum type="alphaLcPeriod"/>
              <a:defRPr/>
            </a:lvl5pPr>
            <a:lvl6pPr indent="-330200" lvl="5" marL="2743200" rtl="0">
              <a:spcBef>
                <a:spcPts val="0"/>
              </a:spcBef>
              <a:spcAft>
                <a:spcPts val="0"/>
              </a:spcAft>
              <a:buSzPts val="1600"/>
              <a:buAutoNum type="romanLcPeriod"/>
              <a:defRPr/>
            </a:lvl6pPr>
            <a:lvl7pPr indent="-330200" lvl="6" marL="3200400" rtl="0">
              <a:spcBef>
                <a:spcPts val="0"/>
              </a:spcBef>
              <a:spcAft>
                <a:spcPts val="0"/>
              </a:spcAft>
              <a:buSzPts val="1600"/>
              <a:buAutoNum type="arabicPeriod"/>
              <a:defRPr/>
            </a:lvl7pPr>
            <a:lvl8pPr indent="-330200" lvl="7" marL="3657600" rtl="0">
              <a:spcBef>
                <a:spcPts val="0"/>
              </a:spcBef>
              <a:spcAft>
                <a:spcPts val="0"/>
              </a:spcAft>
              <a:buSzPts val="1600"/>
              <a:buAutoNum type="alphaLcPeriod"/>
              <a:defRPr/>
            </a:lvl8pPr>
            <a:lvl9pPr indent="-330200" lvl="8" marL="4114800" rtl="0">
              <a:spcBef>
                <a:spcPts val="0"/>
              </a:spcBef>
              <a:spcAft>
                <a:spcPts val="0"/>
              </a:spcAft>
              <a:buSzPts val="1600"/>
              <a:buAutoNum type="romanLcPeriod"/>
              <a:defRPr/>
            </a:lvl9pPr>
          </a:lstStyle>
          <a:p/>
        </p:txBody>
      </p:sp>
      <p:sp>
        <p:nvSpPr>
          <p:cNvPr id="289" name="Google Shape;289;p4"/>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4"/>
          <p:cNvGrpSpPr/>
          <p:nvPr/>
        </p:nvGrpSpPr>
        <p:grpSpPr>
          <a:xfrm>
            <a:off x="-395554" y="1878269"/>
            <a:ext cx="1001862" cy="1525380"/>
            <a:chOff x="2060921" y="-3413869"/>
            <a:chExt cx="1001862" cy="1525380"/>
          </a:xfrm>
        </p:grpSpPr>
        <p:sp>
          <p:nvSpPr>
            <p:cNvPr id="291" name="Google Shape;291;p4"/>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4"/>
          <p:cNvGrpSpPr/>
          <p:nvPr/>
        </p:nvGrpSpPr>
        <p:grpSpPr>
          <a:xfrm>
            <a:off x="-2233707" y="-256851"/>
            <a:ext cx="2946940" cy="1512969"/>
            <a:chOff x="-1306807" y="-1638114"/>
            <a:chExt cx="2946940" cy="1512969"/>
          </a:xfrm>
        </p:grpSpPr>
        <p:sp>
          <p:nvSpPr>
            <p:cNvPr id="294" name="Google Shape;294;p4"/>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4"/>
          <p:cNvSpPr/>
          <p:nvPr/>
        </p:nvSpPr>
        <p:spPr>
          <a:xfrm>
            <a:off x="128050" y="35059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
          <p:cNvSpPr/>
          <p:nvPr/>
        </p:nvSpPr>
        <p:spPr>
          <a:xfrm>
            <a:off x="128063" y="40376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
          <p:cNvSpPr/>
          <p:nvPr/>
        </p:nvSpPr>
        <p:spPr>
          <a:xfrm>
            <a:off x="4176595" y="4757340"/>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4"/>
          <p:cNvGrpSpPr/>
          <p:nvPr/>
        </p:nvGrpSpPr>
        <p:grpSpPr>
          <a:xfrm>
            <a:off x="3967146" y="-825334"/>
            <a:ext cx="1209708" cy="1147945"/>
            <a:chOff x="5235125" y="2636100"/>
            <a:chExt cx="796175" cy="755525"/>
          </a:xfrm>
        </p:grpSpPr>
        <p:sp>
          <p:nvSpPr>
            <p:cNvPr id="301" name="Google Shape;301;p4"/>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5" name="Shape 365"/>
        <p:cNvGrpSpPr/>
        <p:nvPr/>
      </p:nvGrpSpPr>
      <p:grpSpPr>
        <a:xfrm>
          <a:off x="0" y="0"/>
          <a:ext cx="0" cy="0"/>
          <a:chOff x="0" y="0"/>
          <a:chExt cx="0" cy="0"/>
        </a:xfrm>
      </p:grpSpPr>
      <p:sp>
        <p:nvSpPr>
          <p:cNvPr id="366" name="Google Shape;366;p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5"/>
          <p:cNvSpPr txBox="1"/>
          <p:nvPr>
            <p:ph idx="1" type="subTitle"/>
          </p:nvPr>
        </p:nvSpPr>
        <p:spPr>
          <a:xfrm>
            <a:off x="1353275" y="2834834"/>
            <a:ext cx="2578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368" name="Google Shape;368;p5"/>
          <p:cNvSpPr txBox="1"/>
          <p:nvPr>
            <p:ph idx="2" type="subTitle"/>
          </p:nvPr>
        </p:nvSpPr>
        <p:spPr>
          <a:xfrm>
            <a:off x="5213525" y="2834834"/>
            <a:ext cx="2575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369" name="Google Shape;369;p5"/>
          <p:cNvSpPr txBox="1"/>
          <p:nvPr>
            <p:ph idx="3" type="subTitle"/>
          </p:nvPr>
        </p:nvSpPr>
        <p:spPr>
          <a:xfrm>
            <a:off x="1354775" y="3226684"/>
            <a:ext cx="2575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70" name="Google Shape;370;p5"/>
          <p:cNvSpPr txBox="1"/>
          <p:nvPr>
            <p:ph idx="4" type="subTitle"/>
          </p:nvPr>
        </p:nvSpPr>
        <p:spPr>
          <a:xfrm>
            <a:off x="5212025" y="3229059"/>
            <a:ext cx="2578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71" name="Google Shape;371;p5"/>
          <p:cNvSpPr/>
          <p:nvPr/>
        </p:nvSpPr>
        <p:spPr>
          <a:xfrm>
            <a:off x="-607780" y="-650361"/>
            <a:ext cx="1170000" cy="1170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5"/>
          <p:cNvGrpSpPr/>
          <p:nvPr/>
        </p:nvGrpSpPr>
        <p:grpSpPr>
          <a:xfrm flipH="1">
            <a:off x="-1670733" y="-144769"/>
            <a:ext cx="2383952" cy="1642730"/>
            <a:chOff x="497192" y="-5154682"/>
            <a:chExt cx="2383952" cy="1642730"/>
          </a:xfrm>
        </p:grpSpPr>
        <p:sp>
          <p:nvSpPr>
            <p:cNvPr id="373" name="Google Shape;373;p5"/>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 name="Google Shape;376;p5"/>
          <p:cNvSpPr/>
          <p:nvPr/>
        </p:nvSpPr>
        <p:spPr>
          <a:xfrm>
            <a:off x="146963" y="45272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76776" y="119510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
          <p:cNvSpPr/>
          <p:nvPr/>
        </p:nvSpPr>
        <p:spPr>
          <a:xfrm rot="5400000">
            <a:off x="76811" y="181844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
          <p:cNvSpPr/>
          <p:nvPr/>
        </p:nvSpPr>
        <p:spPr>
          <a:xfrm>
            <a:off x="4572000" y="0"/>
            <a:ext cx="4600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
          <p:cNvSpPr/>
          <p:nvPr/>
        </p:nvSpPr>
        <p:spPr>
          <a:xfrm>
            <a:off x="8614188" y="9785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
          <p:cNvSpPr/>
          <p:nvPr/>
        </p:nvSpPr>
        <p:spPr>
          <a:xfrm>
            <a:off x="8747301" y="11229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
          <p:cNvSpPr/>
          <p:nvPr/>
        </p:nvSpPr>
        <p:spPr>
          <a:xfrm>
            <a:off x="8861238" y="11837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
          <p:cNvSpPr/>
          <p:nvPr/>
        </p:nvSpPr>
        <p:spPr>
          <a:xfrm>
            <a:off x="7790515" y="-14831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
          <p:cNvSpPr/>
          <p:nvPr/>
        </p:nvSpPr>
        <p:spPr>
          <a:xfrm>
            <a:off x="7862690" y="-79489"/>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
          <p:cNvSpPr/>
          <p:nvPr/>
        </p:nvSpPr>
        <p:spPr>
          <a:xfrm>
            <a:off x="7966509" y="299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6" name="Google Shape;386;p5"/>
          <p:cNvGrpSpPr/>
          <p:nvPr/>
        </p:nvGrpSpPr>
        <p:grpSpPr>
          <a:xfrm>
            <a:off x="1162260" y="4250607"/>
            <a:ext cx="2960526" cy="1551321"/>
            <a:chOff x="1162260" y="4250607"/>
            <a:chExt cx="2960526" cy="1551321"/>
          </a:xfrm>
        </p:grpSpPr>
        <p:sp>
          <p:nvSpPr>
            <p:cNvPr id="387" name="Google Shape;387;p5"/>
            <p:cNvSpPr/>
            <p:nvPr/>
          </p:nvSpPr>
          <p:spPr>
            <a:xfrm>
              <a:off x="1162260" y="4250607"/>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
            <p:cNvSpPr/>
            <p:nvPr/>
          </p:nvSpPr>
          <p:spPr>
            <a:xfrm>
              <a:off x="1326960" y="4373601"/>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
            <p:cNvSpPr/>
            <p:nvPr/>
          </p:nvSpPr>
          <p:spPr>
            <a:xfrm>
              <a:off x="1475895" y="4628534"/>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 name="Google Shape;390;p5"/>
          <p:cNvSpPr/>
          <p:nvPr/>
        </p:nvSpPr>
        <p:spPr>
          <a:xfrm>
            <a:off x="8432548" y="27193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
          <p:cNvSpPr/>
          <p:nvPr/>
        </p:nvSpPr>
        <p:spPr>
          <a:xfrm>
            <a:off x="8724715" y="28422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
          <p:cNvSpPr/>
          <p:nvPr/>
        </p:nvSpPr>
        <p:spPr>
          <a:xfrm>
            <a:off x="7728806" y="46383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7884505" y="48053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
          <p:cNvSpPr/>
          <p:nvPr/>
        </p:nvSpPr>
        <p:spPr>
          <a:xfrm>
            <a:off x="8740763" y="40194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
          <p:cNvSpPr/>
          <p:nvPr/>
        </p:nvSpPr>
        <p:spPr>
          <a:xfrm>
            <a:off x="9502037" y="28276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
          <p:cNvSpPr/>
          <p:nvPr/>
        </p:nvSpPr>
        <p:spPr>
          <a:xfrm>
            <a:off x="8890201" y="2672917"/>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
          <p:cNvSpPr/>
          <p:nvPr/>
        </p:nvSpPr>
        <p:spPr>
          <a:xfrm>
            <a:off x="9054181" y="19564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
          <p:cNvSpPr/>
          <p:nvPr/>
        </p:nvSpPr>
        <p:spPr>
          <a:xfrm>
            <a:off x="8637957" y="4766946"/>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
          <p:cNvSpPr/>
          <p:nvPr/>
        </p:nvSpPr>
        <p:spPr>
          <a:xfrm>
            <a:off x="8635665" y="4764710"/>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
          <p:cNvSpPr/>
          <p:nvPr/>
        </p:nvSpPr>
        <p:spPr>
          <a:xfrm>
            <a:off x="10574937" y="3307063"/>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
          <p:cNvSpPr/>
          <p:nvPr/>
        </p:nvSpPr>
        <p:spPr>
          <a:xfrm>
            <a:off x="10551288" y="3330767"/>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
          <p:cNvSpPr/>
          <p:nvPr/>
        </p:nvSpPr>
        <p:spPr>
          <a:xfrm>
            <a:off x="8581725" y="1009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5"/>
          <p:cNvGrpSpPr/>
          <p:nvPr/>
        </p:nvGrpSpPr>
        <p:grpSpPr>
          <a:xfrm>
            <a:off x="4725677" y="4534063"/>
            <a:ext cx="2338846" cy="1739785"/>
            <a:chOff x="4725677" y="4534063"/>
            <a:chExt cx="2338846" cy="1739785"/>
          </a:xfrm>
        </p:grpSpPr>
        <p:sp>
          <p:nvSpPr>
            <p:cNvPr id="404" name="Google Shape;404;p5"/>
            <p:cNvSpPr/>
            <p:nvPr/>
          </p:nvSpPr>
          <p:spPr>
            <a:xfrm rot="10800000">
              <a:off x="4775279" y="4534063"/>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rot="10800000">
              <a:off x="5869686" y="4710085"/>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rot="10800000">
              <a:off x="4850875" y="4692004"/>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rot="10800000">
              <a:off x="5935099" y="475973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rot="10800000">
              <a:off x="5074290" y="506429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rot="10800000">
              <a:off x="5370998" y="5496405"/>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rot="10800000">
              <a:off x="4727969" y="5773987"/>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
            <p:cNvSpPr/>
            <p:nvPr/>
          </p:nvSpPr>
          <p:spPr>
            <a:xfrm rot="10800000">
              <a:off x="4725677" y="5771695"/>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
            <p:cNvSpPr/>
            <p:nvPr/>
          </p:nvSpPr>
          <p:spPr>
            <a:xfrm rot="10800000">
              <a:off x="5991512" y="4807087"/>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rot="10800000">
              <a:off x="5966688" y="4833084"/>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5"/>
          <p:cNvSpPr/>
          <p:nvPr/>
        </p:nvSpPr>
        <p:spPr>
          <a:xfrm>
            <a:off x="-354230" y="30783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5" name="Shape 415"/>
        <p:cNvGrpSpPr/>
        <p:nvPr/>
      </p:nvGrpSpPr>
      <p:grpSpPr>
        <a:xfrm>
          <a:off x="0" y="0"/>
          <a:ext cx="0" cy="0"/>
          <a:chOff x="0" y="0"/>
          <a:chExt cx="0" cy="0"/>
        </a:xfrm>
      </p:grpSpPr>
      <p:sp>
        <p:nvSpPr>
          <p:cNvPr id="416" name="Google Shape;416;p6"/>
          <p:cNvSpPr/>
          <p:nvPr/>
        </p:nvSpPr>
        <p:spPr>
          <a:xfrm flipH="1">
            <a:off x="0" y="4591500"/>
            <a:ext cx="9144000" cy="55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8" name="Google Shape;418;p6"/>
          <p:cNvSpPr/>
          <p:nvPr/>
        </p:nvSpPr>
        <p:spPr>
          <a:xfrm>
            <a:off x="8574900" y="1960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6"/>
          <p:cNvSpPr/>
          <p:nvPr/>
        </p:nvSpPr>
        <p:spPr>
          <a:xfrm>
            <a:off x="8574913" y="7277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 name="Google Shape;420;p6"/>
          <p:cNvGrpSpPr/>
          <p:nvPr/>
        </p:nvGrpSpPr>
        <p:grpSpPr>
          <a:xfrm>
            <a:off x="-4552" y="1997778"/>
            <a:ext cx="717765" cy="1144906"/>
            <a:chOff x="-4552" y="1997778"/>
            <a:chExt cx="717765" cy="1144906"/>
          </a:xfrm>
        </p:grpSpPr>
        <p:sp>
          <p:nvSpPr>
            <p:cNvPr id="421" name="Google Shape;421;p6"/>
            <p:cNvSpPr/>
            <p:nvPr/>
          </p:nvSpPr>
          <p:spPr>
            <a:xfrm>
              <a:off x="330286" y="2465335"/>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
            <p:cNvSpPr/>
            <p:nvPr/>
          </p:nvSpPr>
          <p:spPr>
            <a:xfrm>
              <a:off x="491988" y="2618642"/>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
            <p:cNvSpPr/>
            <p:nvPr/>
          </p:nvSpPr>
          <p:spPr>
            <a:xfrm>
              <a:off x="1564"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6"/>
            <p:cNvSpPr/>
            <p:nvPr/>
          </p:nvSpPr>
          <p:spPr>
            <a:xfrm>
              <a:off x="168584" y="1997778"/>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
            <p:cNvSpPr/>
            <p:nvPr/>
          </p:nvSpPr>
          <p:spPr>
            <a:xfrm>
              <a:off x="493508" y="3084680"/>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
            <p:cNvSpPr/>
            <p:nvPr/>
          </p:nvSpPr>
          <p:spPr>
            <a:xfrm>
              <a:off x="3083"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
            <p:cNvSpPr/>
            <p:nvPr/>
          </p:nvSpPr>
          <p:spPr>
            <a:xfrm>
              <a:off x="166305" y="2152643"/>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
            <p:cNvSpPr/>
            <p:nvPr/>
          </p:nvSpPr>
          <p:spPr>
            <a:xfrm>
              <a:off x="332565" y="2153402"/>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6"/>
            <p:cNvSpPr/>
            <p:nvPr/>
          </p:nvSpPr>
          <p:spPr>
            <a:xfrm>
              <a:off x="328007" y="3086200"/>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6"/>
            <p:cNvSpPr/>
            <p:nvPr/>
          </p:nvSpPr>
          <p:spPr>
            <a:xfrm>
              <a:off x="163266" y="3083161"/>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6"/>
            <p:cNvSpPr/>
            <p:nvPr/>
          </p:nvSpPr>
          <p:spPr>
            <a:xfrm>
              <a:off x="804"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
            <p:cNvSpPr/>
            <p:nvPr/>
          </p:nvSpPr>
          <p:spPr>
            <a:xfrm>
              <a:off x="495027" y="2931373"/>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
            <p:cNvSpPr/>
            <p:nvPr/>
          </p:nvSpPr>
          <p:spPr>
            <a:xfrm>
              <a:off x="-4552"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6"/>
            <p:cNvSpPr/>
            <p:nvPr/>
          </p:nvSpPr>
          <p:spPr>
            <a:xfrm>
              <a:off x="167824" y="2308989"/>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
            <p:cNvSpPr/>
            <p:nvPr/>
          </p:nvSpPr>
          <p:spPr>
            <a:xfrm>
              <a:off x="332565" y="2309748"/>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
            <p:cNvSpPr/>
            <p:nvPr/>
          </p:nvSpPr>
          <p:spPr>
            <a:xfrm>
              <a:off x="330286" y="2925257"/>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
            <p:cNvSpPr/>
            <p:nvPr/>
          </p:nvSpPr>
          <p:spPr>
            <a:xfrm>
              <a:off x="164785" y="2929854"/>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
            <p:cNvSpPr/>
            <p:nvPr/>
          </p:nvSpPr>
          <p:spPr>
            <a:xfrm>
              <a:off x="804"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
            <p:cNvSpPr/>
            <p:nvPr/>
          </p:nvSpPr>
          <p:spPr>
            <a:xfrm>
              <a:off x="494267" y="2774229"/>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
            <p:cNvSpPr/>
            <p:nvPr/>
          </p:nvSpPr>
          <p:spPr>
            <a:xfrm>
              <a:off x="-1475"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
            <p:cNvSpPr/>
            <p:nvPr/>
          </p:nvSpPr>
          <p:spPr>
            <a:xfrm>
              <a:off x="167065" y="2464575"/>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
            <p:cNvSpPr/>
            <p:nvPr/>
          </p:nvSpPr>
          <p:spPr>
            <a:xfrm>
              <a:off x="333363" y="1998575"/>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
            <p:cNvSpPr/>
            <p:nvPr/>
          </p:nvSpPr>
          <p:spPr>
            <a:xfrm>
              <a:off x="330286" y="2775786"/>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
            <p:cNvSpPr/>
            <p:nvPr/>
          </p:nvSpPr>
          <p:spPr>
            <a:xfrm>
              <a:off x="162506" y="2771190"/>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
            <p:cNvSpPr/>
            <p:nvPr/>
          </p:nvSpPr>
          <p:spPr>
            <a:xfrm>
              <a:off x="804"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
            <p:cNvSpPr/>
            <p:nvPr/>
          </p:nvSpPr>
          <p:spPr>
            <a:xfrm>
              <a:off x="326488" y="2620922"/>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
            <p:cNvSpPr/>
            <p:nvPr/>
          </p:nvSpPr>
          <p:spPr>
            <a:xfrm>
              <a:off x="804"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
            <p:cNvSpPr/>
            <p:nvPr/>
          </p:nvSpPr>
          <p:spPr>
            <a:xfrm>
              <a:off x="167065" y="2617883"/>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
            <p:cNvSpPr/>
            <p:nvPr/>
          </p:nvSpPr>
          <p:spPr>
            <a:xfrm>
              <a:off x="497344" y="2000854"/>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
            <p:cNvSpPr/>
            <p:nvPr/>
          </p:nvSpPr>
          <p:spPr>
            <a:xfrm>
              <a:off x="659806" y="2621681"/>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
            <p:cNvSpPr/>
            <p:nvPr/>
          </p:nvSpPr>
          <p:spPr>
            <a:xfrm>
              <a:off x="649094" y="3085440"/>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
            <p:cNvSpPr/>
            <p:nvPr/>
          </p:nvSpPr>
          <p:spPr>
            <a:xfrm>
              <a:off x="495787" y="2465335"/>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
            <p:cNvSpPr/>
            <p:nvPr/>
          </p:nvSpPr>
          <p:spPr>
            <a:xfrm>
              <a:off x="659046" y="2776546"/>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
            <p:cNvSpPr/>
            <p:nvPr/>
          </p:nvSpPr>
          <p:spPr>
            <a:xfrm>
              <a:off x="496584" y="2155681"/>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
            <p:cNvSpPr/>
            <p:nvPr/>
          </p:nvSpPr>
          <p:spPr>
            <a:xfrm>
              <a:off x="495787" y="2311268"/>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
            <p:cNvSpPr/>
            <p:nvPr/>
          </p:nvSpPr>
          <p:spPr>
            <a:xfrm>
              <a:off x="658249" y="2931373"/>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
            <p:cNvSpPr/>
            <p:nvPr/>
          </p:nvSpPr>
          <p:spPr>
            <a:xfrm>
              <a:off x="659806" y="2467614"/>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
            <p:cNvSpPr/>
            <p:nvPr/>
          </p:nvSpPr>
          <p:spPr>
            <a:xfrm>
              <a:off x="658249" y="2312787"/>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6"/>
            <p:cNvSpPr/>
            <p:nvPr/>
          </p:nvSpPr>
          <p:spPr>
            <a:xfrm>
              <a:off x="660566" y="2157201"/>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
            <p:cNvSpPr/>
            <p:nvPr/>
          </p:nvSpPr>
          <p:spPr>
            <a:xfrm>
              <a:off x="661325" y="2001614"/>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 name="Google Shape;461;p6"/>
          <p:cNvSpPr/>
          <p:nvPr/>
        </p:nvSpPr>
        <p:spPr>
          <a:xfrm flipH="1" rot="-4956197">
            <a:off x="7632555" y="3926549"/>
            <a:ext cx="1596445" cy="180296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6"/>
          <p:cNvSpPr/>
          <p:nvPr/>
        </p:nvSpPr>
        <p:spPr>
          <a:xfrm flipH="1" rot="-4956197">
            <a:off x="7746076" y="3985059"/>
            <a:ext cx="1395625" cy="165067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
          <p:cNvSpPr/>
          <p:nvPr/>
        </p:nvSpPr>
        <p:spPr>
          <a:xfrm flipH="1" rot="-4956197">
            <a:off x="7846970" y="4097316"/>
            <a:ext cx="1193686" cy="142726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
          <p:cNvSpPr/>
          <p:nvPr/>
        </p:nvSpPr>
        <p:spPr>
          <a:xfrm flipH="1" rot="-4956197">
            <a:off x="7975705" y="4243332"/>
            <a:ext cx="901512" cy="110456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
          <p:cNvSpPr/>
          <p:nvPr/>
        </p:nvSpPr>
        <p:spPr>
          <a:xfrm flipH="1">
            <a:off x="50" y="0"/>
            <a:ext cx="2648100" cy="55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
          <p:cNvSpPr/>
          <p:nvPr/>
        </p:nvSpPr>
        <p:spPr>
          <a:xfrm flipH="1">
            <a:off x="1843950" y="-10536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
          <p:cNvSpPr/>
          <p:nvPr/>
        </p:nvSpPr>
        <p:spPr>
          <a:xfrm flipH="1">
            <a:off x="1988360" y="-36539"/>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
          <p:cNvSpPr/>
          <p:nvPr/>
        </p:nvSpPr>
        <p:spPr>
          <a:xfrm flipH="1">
            <a:off x="2132827" y="729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
          <p:cNvSpPr/>
          <p:nvPr/>
        </p:nvSpPr>
        <p:spPr>
          <a:xfrm>
            <a:off x="115625" y="38166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
          <p:cNvSpPr/>
          <p:nvPr/>
        </p:nvSpPr>
        <p:spPr>
          <a:xfrm rot="5400000">
            <a:off x="115625" y="44217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
          <p:cNvSpPr/>
          <p:nvPr/>
        </p:nvSpPr>
        <p:spPr>
          <a:xfrm flipH="1">
            <a:off x="645130" y="-405428"/>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
          <p:cNvSpPr/>
          <p:nvPr/>
        </p:nvSpPr>
        <p:spPr>
          <a:xfrm flipH="1">
            <a:off x="746662" y="-29825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
          <p:cNvSpPr/>
          <p:nvPr/>
        </p:nvSpPr>
        <p:spPr>
          <a:xfrm flipH="1">
            <a:off x="509761" y="6874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
          <p:cNvSpPr/>
          <p:nvPr/>
        </p:nvSpPr>
        <p:spPr>
          <a:xfrm flipH="1">
            <a:off x="281161" y="3064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
          <p:cNvSpPr/>
          <p:nvPr/>
        </p:nvSpPr>
        <p:spPr>
          <a:xfrm flipH="1">
            <a:off x="1347961" y="1540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
          <p:cNvSpPr/>
          <p:nvPr/>
        </p:nvSpPr>
        <p:spPr>
          <a:xfrm flipH="1">
            <a:off x="2262361" y="2302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
          <p:cNvSpPr/>
          <p:nvPr/>
        </p:nvSpPr>
        <p:spPr>
          <a:xfrm flipH="1">
            <a:off x="738361" y="16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6"/>
          <p:cNvSpPr/>
          <p:nvPr/>
        </p:nvSpPr>
        <p:spPr>
          <a:xfrm>
            <a:off x="7312070" y="-32433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9" name="Shape 479"/>
        <p:cNvGrpSpPr/>
        <p:nvPr/>
      </p:nvGrpSpPr>
      <p:grpSpPr>
        <a:xfrm>
          <a:off x="0" y="0"/>
          <a:ext cx="0" cy="0"/>
          <a:chOff x="0" y="0"/>
          <a:chExt cx="0" cy="0"/>
        </a:xfrm>
      </p:grpSpPr>
      <p:sp>
        <p:nvSpPr>
          <p:cNvPr id="480" name="Google Shape;480;p7"/>
          <p:cNvSpPr txBox="1"/>
          <p:nvPr>
            <p:ph type="title"/>
          </p:nvPr>
        </p:nvSpPr>
        <p:spPr>
          <a:xfrm>
            <a:off x="875453" y="1695457"/>
            <a:ext cx="3684900" cy="41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200"/>
              <a:buNone/>
              <a:defRPr sz="45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81" name="Google Shape;481;p7"/>
          <p:cNvSpPr txBox="1"/>
          <p:nvPr>
            <p:ph idx="1" type="subTitle"/>
          </p:nvPr>
        </p:nvSpPr>
        <p:spPr>
          <a:xfrm>
            <a:off x="875453" y="2350643"/>
            <a:ext cx="3684900" cy="1097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100"/>
              <a:buNone/>
              <a:defRPr sz="18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82" name="Google Shape;482;p7"/>
          <p:cNvSpPr/>
          <p:nvPr/>
        </p:nvSpPr>
        <p:spPr>
          <a:xfrm>
            <a:off x="169575" y="12946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7"/>
          <p:cNvSpPr/>
          <p:nvPr/>
        </p:nvSpPr>
        <p:spPr>
          <a:xfrm>
            <a:off x="169588" y="18264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
          <p:cNvSpPr/>
          <p:nvPr/>
        </p:nvSpPr>
        <p:spPr>
          <a:xfrm flipH="1" rot="10800000">
            <a:off x="-5"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
          <p:cNvSpPr/>
          <p:nvPr/>
        </p:nvSpPr>
        <p:spPr>
          <a:xfrm rot="10800000">
            <a:off x="333238" y="144117"/>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
          <p:cNvSpPr/>
          <p:nvPr/>
        </p:nvSpPr>
        <p:spPr>
          <a:xfrm>
            <a:off x="99376" y="3833359"/>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7"/>
          <p:cNvSpPr/>
          <p:nvPr/>
        </p:nvSpPr>
        <p:spPr>
          <a:xfrm rot="5400000">
            <a:off x="99411" y="44566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
          <p:cNvSpPr/>
          <p:nvPr/>
        </p:nvSpPr>
        <p:spPr>
          <a:xfrm>
            <a:off x="5238625" y="0"/>
            <a:ext cx="3933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7"/>
          <p:cNvGrpSpPr/>
          <p:nvPr/>
        </p:nvGrpSpPr>
        <p:grpSpPr>
          <a:xfrm rot="10800000">
            <a:off x="5378348" y="-98900"/>
            <a:ext cx="6861861" cy="5143530"/>
            <a:chOff x="-3799077" y="-5268675"/>
            <a:chExt cx="6861861" cy="5143530"/>
          </a:xfrm>
        </p:grpSpPr>
        <p:sp>
          <p:nvSpPr>
            <p:cNvPr id="490" name="Google Shape;490;p7"/>
            <p:cNvSpPr/>
            <p:nvPr/>
          </p:nvSpPr>
          <p:spPr>
            <a:xfrm flipH="1">
              <a:off x="-3052066" y="-2688483"/>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7"/>
            <p:cNvSpPr/>
            <p:nvPr/>
          </p:nvSpPr>
          <p:spPr>
            <a:xfrm flipH="1">
              <a:off x="-3799077" y="-5170503"/>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7"/>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7"/>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7"/>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7"/>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7"/>
            <p:cNvSpPr/>
            <p:nvPr/>
          </p:nvSpPr>
          <p:spPr>
            <a:xfrm flipH="1">
              <a:off x="1696475" y="-3953198"/>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7"/>
            <p:cNvSpPr/>
            <p:nvPr/>
          </p:nvSpPr>
          <p:spPr>
            <a:xfrm flipH="1">
              <a:off x="39193" y="-398025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7"/>
            <p:cNvSpPr/>
            <p:nvPr/>
          </p:nvSpPr>
          <p:spPr>
            <a:xfrm flipH="1">
              <a:off x="-3393920" y="-151176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7"/>
            <p:cNvSpPr/>
            <p:nvPr/>
          </p:nvSpPr>
          <p:spPr>
            <a:xfrm flipH="1">
              <a:off x="-2932478" y="-2601605"/>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7"/>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
            <p:cNvSpPr/>
            <p:nvPr/>
          </p:nvSpPr>
          <p:spPr>
            <a:xfrm flipH="1">
              <a:off x="-3292388" y="-1404593"/>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7"/>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7"/>
            <p:cNvSpPr/>
            <p:nvPr/>
          </p:nvSpPr>
          <p:spPr>
            <a:xfrm flipH="1">
              <a:off x="1840885" y="-3884377"/>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7"/>
            <p:cNvSpPr/>
            <p:nvPr/>
          </p:nvSpPr>
          <p:spPr>
            <a:xfrm flipH="1">
              <a:off x="104606" y="-3909143"/>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7"/>
            <p:cNvSpPr/>
            <p:nvPr/>
          </p:nvSpPr>
          <p:spPr>
            <a:xfrm flipH="1">
              <a:off x="-2832066" y="-248990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7"/>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7"/>
            <p:cNvSpPr/>
            <p:nvPr/>
          </p:nvSpPr>
          <p:spPr>
            <a:xfrm flipH="1">
              <a:off x="1985352" y="-3774912"/>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7"/>
            <p:cNvSpPr/>
            <p:nvPr/>
          </p:nvSpPr>
          <p:spPr>
            <a:xfrm flipH="1">
              <a:off x="-2673006" y="-234773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7"/>
            <p:cNvSpPr/>
            <p:nvPr/>
          </p:nvSpPr>
          <p:spPr>
            <a:xfrm flipH="1">
              <a:off x="-3379293" y="-5020451"/>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7"/>
            <p:cNvSpPr/>
            <p:nvPr/>
          </p:nvSpPr>
          <p:spPr>
            <a:xfrm flipH="1">
              <a:off x="-1455741" y="-3455631"/>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
            <p:cNvSpPr/>
            <p:nvPr/>
          </p:nvSpPr>
          <p:spPr>
            <a:xfrm flipH="1">
              <a:off x="1864587" y="-1494826"/>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
            <p:cNvSpPr/>
            <p:nvPr/>
          </p:nvSpPr>
          <p:spPr>
            <a:xfrm flipH="1">
              <a:off x="-2591759" y="-2237207"/>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
            <p:cNvSpPr/>
            <p:nvPr/>
          </p:nvSpPr>
          <p:spPr>
            <a:xfrm flipH="1">
              <a:off x="-3345409" y="-5067803"/>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7"/>
            <p:cNvSpPr/>
            <p:nvPr/>
          </p:nvSpPr>
          <p:spPr>
            <a:xfrm flipH="1">
              <a:off x="-3431139" y="-4896338"/>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7"/>
            <p:cNvSpPr/>
            <p:nvPr/>
          </p:nvSpPr>
          <p:spPr>
            <a:xfrm flipH="1">
              <a:off x="-3448112" y="-5027215"/>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
            <p:cNvSpPr/>
            <p:nvPr/>
          </p:nvSpPr>
          <p:spPr>
            <a:xfrm flipH="1">
              <a:off x="-3224708" y="-4984335"/>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
            <p:cNvSpPr/>
            <p:nvPr/>
          </p:nvSpPr>
          <p:spPr>
            <a:xfrm flipH="1">
              <a:off x="-3298053" y="-5040745"/>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7"/>
            <p:cNvSpPr/>
            <p:nvPr/>
          </p:nvSpPr>
          <p:spPr>
            <a:xfrm flipH="1">
              <a:off x="-3275464" y="-5033980"/>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7"/>
            <p:cNvSpPr/>
            <p:nvPr/>
          </p:nvSpPr>
          <p:spPr>
            <a:xfrm flipH="1">
              <a:off x="-3238229" y="-4877163"/>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
            <p:cNvSpPr/>
            <p:nvPr/>
          </p:nvSpPr>
          <p:spPr>
            <a:xfrm flipH="1">
              <a:off x="-3249516" y="-510621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7"/>
            <p:cNvSpPr/>
            <p:nvPr/>
          </p:nvSpPr>
          <p:spPr>
            <a:xfrm flipH="1">
              <a:off x="-3364577" y="-5090390"/>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7"/>
            <p:cNvSpPr/>
            <p:nvPr/>
          </p:nvSpPr>
          <p:spPr>
            <a:xfrm flipH="1">
              <a:off x="-3334104" y="-4888456"/>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
            <p:cNvSpPr/>
            <p:nvPr/>
          </p:nvSpPr>
          <p:spPr>
            <a:xfrm flipH="1">
              <a:off x="-3310451" y="-5112976"/>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
            <p:cNvSpPr/>
            <p:nvPr/>
          </p:nvSpPr>
          <p:spPr>
            <a:xfrm flipH="1">
              <a:off x="-3290097" y="-5084743"/>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
            <p:cNvSpPr/>
            <p:nvPr/>
          </p:nvSpPr>
          <p:spPr>
            <a:xfrm flipH="1">
              <a:off x="-246264" y="-1063843"/>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
            <p:cNvSpPr/>
            <p:nvPr/>
          </p:nvSpPr>
          <p:spPr>
            <a:xfrm flipH="1">
              <a:off x="-486582" y="-3332637"/>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7"/>
            <p:cNvSpPr/>
            <p:nvPr/>
          </p:nvSpPr>
          <p:spPr>
            <a:xfrm flipH="1">
              <a:off x="396816" y="-3077703"/>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7"/>
            <p:cNvSpPr/>
            <p:nvPr/>
          </p:nvSpPr>
          <p:spPr>
            <a:xfrm flipH="1">
              <a:off x="2086879" y="-1327833"/>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
            <p:cNvSpPr/>
            <p:nvPr/>
          </p:nvSpPr>
          <p:spPr>
            <a:xfrm flipH="1">
              <a:off x="2120703" y="-1885164"/>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7"/>
            <p:cNvSpPr/>
            <p:nvPr/>
          </p:nvSpPr>
          <p:spPr>
            <a:xfrm flipH="1">
              <a:off x="2118467" y="-1887456"/>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
            <p:cNvSpPr/>
            <p:nvPr/>
          </p:nvSpPr>
          <p:spPr>
            <a:xfrm flipH="1">
              <a:off x="1892829" y="-3305578"/>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
            <p:cNvSpPr/>
            <p:nvPr/>
          </p:nvSpPr>
          <p:spPr>
            <a:xfrm flipH="1">
              <a:off x="1890536" y="-330787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
            <p:cNvSpPr/>
            <p:nvPr/>
          </p:nvSpPr>
          <p:spPr>
            <a:xfrm flipH="1">
              <a:off x="511885" y="-3871966"/>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
            <p:cNvSpPr/>
            <p:nvPr/>
          </p:nvSpPr>
          <p:spPr>
            <a:xfrm flipH="1">
              <a:off x="509648" y="-3874202"/>
              <a:ext cx="104994" cy="106112"/>
            </a:xfrm>
            <a:custGeom>
              <a:rect b="b" l="l" r="r" t="t"/>
              <a:pathLst>
                <a:path extrusionOk="0" h="1898" w="1878">
                  <a:moveTo>
                    <a:pt x="949" y="81"/>
                  </a:moveTo>
                  <a:lnTo>
                    <a:pt x="1111" y="101"/>
                  </a:lnTo>
                  <a:lnTo>
                    <a:pt x="1272" y="162"/>
                  </a:lnTo>
                  <a:lnTo>
                    <a:pt x="1413" y="243"/>
                  </a:lnTo>
                  <a:lnTo>
                    <a:pt x="1555" y="344"/>
                  </a:lnTo>
                  <a:lnTo>
                    <a:pt x="1655" y="465"/>
                  </a:lnTo>
                  <a:lnTo>
                    <a:pt x="1736" y="606"/>
                  </a:lnTo>
                  <a:lnTo>
                    <a:pt x="1777" y="767"/>
                  </a:lnTo>
                  <a:lnTo>
                    <a:pt x="1797" y="949"/>
                  </a:lnTo>
                  <a:lnTo>
                    <a:pt x="1777" y="1110"/>
                  </a:lnTo>
                  <a:lnTo>
                    <a:pt x="1736" y="1272"/>
                  </a:lnTo>
                  <a:lnTo>
                    <a:pt x="1655" y="1433"/>
                  </a:lnTo>
                  <a:lnTo>
                    <a:pt x="1555" y="1554"/>
                  </a:lnTo>
                  <a:lnTo>
                    <a:pt x="1413" y="1655"/>
                  </a:lnTo>
                  <a:lnTo>
                    <a:pt x="1272" y="1736"/>
                  </a:lnTo>
                  <a:lnTo>
                    <a:pt x="1111" y="1797"/>
                  </a:lnTo>
                  <a:lnTo>
                    <a:pt x="949" y="1817"/>
                  </a:lnTo>
                  <a:lnTo>
                    <a:pt x="768" y="1797"/>
                  </a:lnTo>
                  <a:lnTo>
                    <a:pt x="606" y="1736"/>
                  </a:lnTo>
                  <a:lnTo>
                    <a:pt x="465" y="1655"/>
                  </a:lnTo>
                  <a:lnTo>
                    <a:pt x="324" y="1554"/>
                  </a:lnTo>
                  <a:lnTo>
                    <a:pt x="223" y="1433"/>
                  </a:lnTo>
                  <a:lnTo>
                    <a:pt x="142" y="1272"/>
                  </a:lnTo>
                  <a:lnTo>
                    <a:pt x="102" y="1110"/>
                  </a:lnTo>
                  <a:lnTo>
                    <a:pt x="81" y="949"/>
                  </a:lnTo>
                  <a:lnTo>
                    <a:pt x="102" y="767"/>
                  </a:lnTo>
                  <a:lnTo>
                    <a:pt x="142" y="606"/>
                  </a:lnTo>
                  <a:lnTo>
                    <a:pt x="223" y="465"/>
                  </a:lnTo>
                  <a:lnTo>
                    <a:pt x="324" y="344"/>
                  </a:lnTo>
                  <a:lnTo>
                    <a:pt x="465" y="243"/>
                  </a:lnTo>
                  <a:lnTo>
                    <a:pt x="606" y="162"/>
                  </a:lnTo>
                  <a:lnTo>
                    <a:pt x="768" y="101"/>
                  </a:lnTo>
                  <a:lnTo>
                    <a:pt x="949" y="81"/>
                  </a:lnTo>
                  <a:close/>
                  <a:moveTo>
                    <a:pt x="949" y="1"/>
                  </a:moveTo>
                  <a:lnTo>
                    <a:pt x="747" y="21"/>
                  </a:lnTo>
                  <a:lnTo>
                    <a:pt x="56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66" y="1817"/>
                  </a:lnTo>
                  <a:lnTo>
                    <a:pt x="747" y="1877"/>
                  </a:lnTo>
                  <a:lnTo>
                    <a:pt x="949" y="1898"/>
                  </a:lnTo>
                  <a:lnTo>
                    <a:pt x="1131" y="1877"/>
                  </a:lnTo>
                  <a:lnTo>
                    <a:pt x="1312" y="1817"/>
                  </a:lnTo>
                  <a:lnTo>
                    <a:pt x="1474" y="1736"/>
                  </a:lnTo>
                  <a:lnTo>
                    <a:pt x="1615" y="1615"/>
                  </a:lnTo>
                  <a:lnTo>
                    <a:pt x="1716" y="1474"/>
                  </a:lnTo>
                  <a:lnTo>
                    <a:pt x="1817" y="1312"/>
                  </a:lnTo>
                  <a:lnTo>
                    <a:pt x="1857" y="1131"/>
                  </a:lnTo>
                  <a:lnTo>
                    <a:pt x="1877" y="949"/>
                  </a:lnTo>
                  <a:lnTo>
                    <a:pt x="1857" y="767"/>
                  </a:lnTo>
                  <a:lnTo>
                    <a:pt x="1817" y="586"/>
                  </a:lnTo>
                  <a:lnTo>
                    <a:pt x="1716" y="424"/>
                  </a:lnTo>
                  <a:lnTo>
                    <a:pt x="1615" y="283"/>
                  </a:lnTo>
                  <a:lnTo>
                    <a:pt x="1474" y="162"/>
                  </a:lnTo>
                  <a:lnTo>
                    <a:pt x="1312"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7"/>
            <p:cNvSpPr/>
            <p:nvPr/>
          </p:nvSpPr>
          <p:spPr>
            <a:xfrm flipH="1">
              <a:off x="-1037114" y="-3361987"/>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7"/>
            <p:cNvSpPr/>
            <p:nvPr/>
          </p:nvSpPr>
          <p:spPr>
            <a:xfrm flipH="1">
              <a:off x="-1039350" y="-3364280"/>
              <a:ext cx="104994" cy="104994"/>
            </a:xfrm>
            <a:custGeom>
              <a:rect b="b" l="l" r="r" t="t"/>
              <a:pathLst>
                <a:path extrusionOk="0" h="1878" w="1878">
                  <a:moveTo>
                    <a:pt x="949" y="82"/>
                  </a:moveTo>
                  <a:lnTo>
                    <a:pt x="1111" y="102"/>
                  </a:lnTo>
                  <a:lnTo>
                    <a:pt x="1272" y="142"/>
                  </a:lnTo>
                  <a:lnTo>
                    <a:pt x="1434" y="223"/>
                  </a:lnTo>
                  <a:lnTo>
                    <a:pt x="1555" y="324"/>
                  </a:lnTo>
                  <a:lnTo>
                    <a:pt x="1656" y="465"/>
                  </a:lnTo>
                  <a:lnTo>
                    <a:pt x="1736" y="606"/>
                  </a:lnTo>
                  <a:lnTo>
                    <a:pt x="1797" y="768"/>
                  </a:lnTo>
                  <a:lnTo>
                    <a:pt x="1797" y="949"/>
                  </a:lnTo>
                  <a:lnTo>
                    <a:pt x="1797" y="1111"/>
                  </a:lnTo>
                  <a:lnTo>
                    <a:pt x="1736" y="1272"/>
                  </a:lnTo>
                  <a:lnTo>
                    <a:pt x="1656" y="1414"/>
                  </a:lnTo>
                  <a:lnTo>
                    <a:pt x="1555" y="1555"/>
                  </a:lnTo>
                  <a:lnTo>
                    <a:pt x="1434" y="1656"/>
                  </a:lnTo>
                  <a:lnTo>
                    <a:pt x="1272" y="1736"/>
                  </a:lnTo>
                  <a:lnTo>
                    <a:pt x="1111" y="1777"/>
                  </a:lnTo>
                  <a:lnTo>
                    <a:pt x="949" y="1797"/>
                  </a:lnTo>
                  <a:lnTo>
                    <a:pt x="768" y="1777"/>
                  </a:lnTo>
                  <a:lnTo>
                    <a:pt x="606" y="1736"/>
                  </a:lnTo>
                  <a:lnTo>
                    <a:pt x="465" y="1656"/>
                  </a:lnTo>
                  <a:lnTo>
                    <a:pt x="344" y="1555"/>
                  </a:lnTo>
                  <a:lnTo>
                    <a:pt x="223" y="1414"/>
                  </a:lnTo>
                  <a:lnTo>
                    <a:pt x="162" y="1272"/>
                  </a:lnTo>
                  <a:lnTo>
                    <a:pt x="102" y="1111"/>
                  </a:lnTo>
                  <a:lnTo>
                    <a:pt x="82" y="949"/>
                  </a:lnTo>
                  <a:lnTo>
                    <a:pt x="102" y="768"/>
                  </a:lnTo>
                  <a:lnTo>
                    <a:pt x="162" y="606"/>
                  </a:lnTo>
                  <a:lnTo>
                    <a:pt x="223" y="465"/>
                  </a:lnTo>
                  <a:lnTo>
                    <a:pt x="344" y="324"/>
                  </a:lnTo>
                  <a:lnTo>
                    <a:pt x="465" y="223"/>
                  </a:lnTo>
                  <a:lnTo>
                    <a:pt x="606" y="142"/>
                  </a:lnTo>
                  <a:lnTo>
                    <a:pt x="768" y="102"/>
                  </a:lnTo>
                  <a:lnTo>
                    <a:pt x="949" y="82"/>
                  </a:lnTo>
                  <a:close/>
                  <a:moveTo>
                    <a:pt x="949" y="1"/>
                  </a:moveTo>
                  <a:lnTo>
                    <a:pt x="748" y="21"/>
                  </a:lnTo>
                  <a:lnTo>
                    <a:pt x="586" y="82"/>
                  </a:lnTo>
                  <a:lnTo>
                    <a:pt x="425" y="162"/>
                  </a:lnTo>
                  <a:lnTo>
                    <a:pt x="283" y="284"/>
                  </a:lnTo>
                  <a:lnTo>
                    <a:pt x="162" y="405"/>
                  </a:lnTo>
                  <a:lnTo>
                    <a:pt x="82" y="566"/>
                  </a:lnTo>
                  <a:lnTo>
                    <a:pt x="21" y="748"/>
                  </a:lnTo>
                  <a:lnTo>
                    <a:pt x="1" y="949"/>
                  </a:lnTo>
                  <a:lnTo>
                    <a:pt x="21" y="1131"/>
                  </a:lnTo>
                  <a:lnTo>
                    <a:pt x="82" y="1313"/>
                  </a:lnTo>
                  <a:lnTo>
                    <a:pt x="162" y="1474"/>
                  </a:lnTo>
                  <a:lnTo>
                    <a:pt x="283" y="1595"/>
                  </a:lnTo>
                  <a:lnTo>
                    <a:pt x="425" y="1716"/>
                  </a:lnTo>
                  <a:lnTo>
                    <a:pt x="586" y="1817"/>
                  </a:lnTo>
                  <a:lnTo>
                    <a:pt x="748" y="1858"/>
                  </a:lnTo>
                  <a:lnTo>
                    <a:pt x="949" y="1878"/>
                  </a:lnTo>
                  <a:lnTo>
                    <a:pt x="1131" y="1858"/>
                  </a:lnTo>
                  <a:lnTo>
                    <a:pt x="1313" y="1817"/>
                  </a:lnTo>
                  <a:lnTo>
                    <a:pt x="1474" y="1716"/>
                  </a:lnTo>
                  <a:lnTo>
                    <a:pt x="1615" y="1595"/>
                  </a:lnTo>
                  <a:lnTo>
                    <a:pt x="1716" y="1474"/>
                  </a:lnTo>
                  <a:lnTo>
                    <a:pt x="1817" y="1313"/>
                  </a:lnTo>
                  <a:lnTo>
                    <a:pt x="1878" y="1131"/>
                  </a:lnTo>
                  <a:lnTo>
                    <a:pt x="1878" y="949"/>
                  </a:lnTo>
                  <a:lnTo>
                    <a:pt x="1878" y="748"/>
                  </a:lnTo>
                  <a:lnTo>
                    <a:pt x="1817" y="566"/>
                  </a:lnTo>
                  <a:lnTo>
                    <a:pt x="1716" y="405"/>
                  </a:lnTo>
                  <a:lnTo>
                    <a:pt x="1615" y="284"/>
                  </a:lnTo>
                  <a:lnTo>
                    <a:pt x="1474" y="162"/>
                  </a:lnTo>
                  <a:lnTo>
                    <a:pt x="1313" y="82"/>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7"/>
            <p:cNvSpPr/>
            <p:nvPr/>
          </p:nvSpPr>
          <p:spPr>
            <a:xfrm flipH="1">
              <a:off x="1080509" y="-136624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
            <p:cNvSpPr/>
            <p:nvPr/>
          </p:nvSpPr>
          <p:spPr>
            <a:xfrm flipH="1">
              <a:off x="1078272" y="-1368477"/>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
            <p:cNvSpPr/>
            <p:nvPr/>
          </p:nvSpPr>
          <p:spPr>
            <a:xfrm flipH="1">
              <a:off x="-1522213" y="-1840048"/>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
            <p:cNvSpPr/>
            <p:nvPr/>
          </p:nvSpPr>
          <p:spPr>
            <a:xfrm flipH="1">
              <a:off x="-1524506" y="-1842340"/>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7"/>
            <p:cNvSpPr/>
            <p:nvPr/>
          </p:nvSpPr>
          <p:spPr>
            <a:xfrm flipH="1">
              <a:off x="-3230321" y="-291412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7"/>
            <p:cNvSpPr/>
            <p:nvPr/>
          </p:nvSpPr>
          <p:spPr>
            <a:xfrm flipH="1">
              <a:off x="-3232558" y="-2916358"/>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
            <p:cNvSpPr/>
            <p:nvPr/>
          </p:nvSpPr>
          <p:spPr>
            <a:xfrm flipH="1">
              <a:off x="-1102524" y="-486928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
            <p:cNvSpPr/>
            <p:nvPr/>
          </p:nvSpPr>
          <p:spPr>
            <a:xfrm flipH="1">
              <a:off x="-1104816" y="-4871516"/>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
            <p:cNvSpPr/>
            <p:nvPr/>
          </p:nvSpPr>
          <p:spPr>
            <a:xfrm flipH="1">
              <a:off x="915810" y="-28261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7"/>
            <p:cNvSpPr/>
            <p:nvPr/>
          </p:nvSpPr>
          <p:spPr>
            <a:xfrm flipH="1">
              <a:off x="892105" y="-280242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7"/>
            <p:cNvSpPr/>
            <p:nvPr/>
          </p:nvSpPr>
          <p:spPr>
            <a:xfrm flipH="1">
              <a:off x="161018" y="-3857262"/>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7"/>
            <p:cNvSpPr/>
            <p:nvPr/>
          </p:nvSpPr>
          <p:spPr>
            <a:xfrm flipH="1">
              <a:off x="136195" y="-383244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
            <p:cNvSpPr/>
            <p:nvPr/>
          </p:nvSpPr>
          <p:spPr>
            <a:xfrm flipH="1">
              <a:off x="-2522936" y="-2096155"/>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
            <p:cNvSpPr/>
            <p:nvPr/>
          </p:nvSpPr>
          <p:spPr>
            <a:xfrm flipH="1">
              <a:off x="-2548878" y="-2071332"/>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7"/>
          <p:cNvGrpSpPr/>
          <p:nvPr/>
        </p:nvGrpSpPr>
        <p:grpSpPr>
          <a:xfrm>
            <a:off x="7135796" y="3599491"/>
            <a:ext cx="1209708" cy="1147945"/>
            <a:chOff x="5235125" y="2636100"/>
            <a:chExt cx="796175" cy="755525"/>
          </a:xfrm>
        </p:grpSpPr>
        <p:sp>
          <p:nvSpPr>
            <p:cNvPr id="557" name="Google Shape;557;p7"/>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7"/>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7"/>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7"/>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7"/>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7"/>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7"/>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7"/>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7"/>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7"/>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7"/>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7"/>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7"/>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7"/>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7"/>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7"/>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7"/>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7"/>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7"/>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7"/>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7"/>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7"/>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7"/>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7"/>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7"/>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7"/>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7"/>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7"/>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7"/>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7"/>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21" name="Shape 621"/>
        <p:cNvGrpSpPr/>
        <p:nvPr/>
      </p:nvGrpSpPr>
      <p:grpSpPr>
        <a:xfrm>
          <a:off x="0" y="0"/>
          <a:ext cx="0" cy="0"/>
          <a:chOff x="0" y="0"/>
          <a:chExt cx="0" cy="0"/>
        </a:xfrm>
      </p:grpSpPr>
      <p:sp>
        <p:nvSpPr>
          <p:cNvPr id="622" name="Google Shape;622;p8"/>
          <p:cNvSpPr txBox="1"/>
          <p:nvPr>
            <p:ph type="title"/>
          </p:nvPr>
        </p:nvSpPr>
        <p:spPr>
          <a:xfrm>
            <a:off x="1827300" y="1626600"/>
            <a:ext cx="5489400" cy="1890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23" name="Google Shape;623;p8"/>
          <p:cNvSpPr/>
          <p:nvPr/>
        </p:nvSpPr>
        <p:spPr>
          <a:xfrm flipH="1">
            <a:off x="-37500" y="3947100"/>
            <a:ext cx="9219000" cy="11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8"/>
          <p:cNvSpPr/>
          <p:nvPr/>
        </p:nvSpPr>
        <p:spPr>
          <a:xfrm flipH="1">
            <a:off x="-37500" y="0"/>
            <a:ext cx="9219000" cy="11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8"/>
          <p:cNvSpPr/>
          <p:nvPr/>
        </p:nvSpPr>
        <p:spPr>
          <a:xfrm>
            <a:off x="689070" y="38051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8"/>
          <p:cNvSpPr/>
          <p:nvPr/>
        </p:nvSpPr>
        <p:spPr>
          <a:xfrm flipH="1">
            <a:off x="80418" y="351689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8"/>
          <p:cNvSpPr/>
          <p:nvPr/>
        </p:nvSpPr>
        <p:spPr>
          <a:xfrm flipH="1">
            <a:off x="282366" y="357330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8"/>
          <p:cNvSpPr/>
          <p:nvPr/>
        </p:nvSpPr>
        <p:spPr>
          <a:xfrm flipH="1">
            <a:off x="568954" y="368048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8"/>
          <p:cNvSpPr/>
          <p:nvPr/>
        </p:nvSpPr>
        <p:spPr>
          <a:xfrm flipH="1">
            <a:off x="1140961" y="409116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8"/>
          <p:cNvSpPr/>
          <p:nvPr/>
        </p:nvSpPr>
        <p:spPr>
          <a:xfrm>
            <a:off x="8495347" y="204440"/>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8"/>
          <p:cNvSpPr/>
          <p:nvPr/>
        </p:nvSpPr>
        <p:spPr>
          <a:xfrm flipH="1">
            <a:off x="6624317" y="-129457"/>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
          <p:cNvSpPr/>
          <p:nvPr/>
        </p:nvSpPr>
        <p:spPr>
          <a:xfrm flipH="1">
            <a:off x="7823600" y="1072027"/>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
          <p:cNvSpPr/>
          <p:nvPr/>
        </p:nvSpPr>
        <p:spPr>
          <a:xfrm flipH="1">
            <a:off x="6751789" y="14949"/>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8"/>
          <p:cNvSpPr/>
          <p:nvPr/>
        </p:nvSpPr>
        <p:spPr>
          <a:xfrm flipH="1">
            <a:off x="7968010" y="1140848"/>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8"/>
          <p:cNvSpPr/>
          <p:nvPr/>
        </p:nvSpPr>
        <p:spPr>
          <a:xfrm flipH="1">
            <a:off x="6877024" y="75831"/>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
          <p:cNvSpPr/>
          <p:nvPr/>
        </p:nvSpPr>
        <p:spPr>
          <a:xfrm flipH="1">
            <a:off x="8112477" y="1250313"/>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8"/>
          <p:cNvSpPr/>
          <p:nvPr/>
        </p:nvSpPr>
        <p:spPr>
          <a:xfrm>
            <a:off x="414425" y="21111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
          <p:cNvSpPr/>
          <p:nvPr/>
        </p:nvSpPr>
        <p:spPr>
          <a:xfrm rot="5400000">
            <a:off x="414425" y="81621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8"/>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 name="Google Shape;641;p8"/>
          <p:cNvGrpSpPr/>
          <p:nvPr/>
        </p:nvGrpSpPr>
        <p:grpSpPr>
          <a:xfrm>
            <a:off x="3970979" y="4195255"/>
            <a:ext cx="1205112" cy="835252"/>
            <a:chOff x="3970979" y="4168866"/>
            <a:chExt cx="1205112" cy="835252"/>
          </a:xfrm>
        </p:grpSpPr>
        <p:sp>
          <p:nvSpPr>
            <p:cNvPr id="642" name="Google Shape;642;p8"/>
            <p:cNvSpPr/>
            <p:nvPr/>
          </p:nvSpPr>
          <p:spPr>
            <a:xfrm>
              <a:off x="4793924" y="463642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
            <p:cNvSpPr/>
            <p:nvPr/>
          </p:nvSpPr>
          <p:spPr>
            <a:xfrm>
              <a:off x="4955626" y="4789730"/>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8"/>
            <p:cNvSpPr/>
            <p:nvPr/>
          </p:nvSpPr>
          <p:spPr>
            <a:xfrm>
              <a:off x="4465201" y="41688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8"/>
            <p:cNvSpPr/>
            <p:nvPr/>
          </p:nvSpPr>
          <p:spPr>
            <a:xfrm>
              <a:off x="4632221" y="41688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8"/>
            <p:cNvSpPr/>
            <p:nvPr/>
          </p:nvSpPr>
          <p:spPr>
            <a:xfrm>
              <a:off x="4466721" y="43244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
            <p:cNvSpPr/>
            <p:nvPr/>
          </p:nvSpPr>
          <p:spPr>
            <a:xfrm>
              <a:off x="4629942" y="43237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8"/>
            <p:cNvSpPr/>
            <p:nvPr/>
          </p:nvSpPr>
          <p:spPr>
            <a:xfrm>
              <a:off x="4796203" y="43244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8"/>
            <p:cNvSpPr/>
            <p:nvPr/>
          </p:nvSpPr>
          <p:spPr>
            <a:xfrm>
              <a:off x="4459086" y="44754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
            <p:cNvSpPr/>
            <p:nvPr/>
          </p:nvSpPr>
          <p:spPr>
            <a:xfrm>
              <a:off x="4631462" y="44800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
            <p:cNvSpPr/>
            <p:nvPr/>
          </p:nvSpPr>
          <p:spPr>
            <a:xfrm>
              <a:off x="4796203" y="44808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8"/>
            <p:cNvSpPr/>
            <p:nvPr/>
          </p:nvSpPr>
          <p:spPr>
            <a:xfrm>
              <a:off x="4957905" y="4945317"/>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8"/>
            <p:cNvSpPr/>
            <p:nvPr/>
          </p:nvSpPr>
          <p:spPr>
            <a:xfrm>
              <a:off x="4462163" y="463490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8"/>
            <p:cNvSpPr/>
            <p:nvPr/>
          </p:nvSpPr>
          <p:spPr>
            <a:xfrm>
              <a:off x="4630702" y="463566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8"/>
            <p:cNvSpPr/>
            <p:nvPr/>
          </p:nvSpPr>
          <p:spPr>
            <a:xfrm>
              <a:off x="4797000" y="41696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8"/>
            <p:cNvSpPr/>
            <p:nvPr/>
          </p:nvSpPr>
          <p:spPr>
            <a:xfrm>
              <a:off x="4793924" y="4946874"/>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8"/>
            <p:cNvSpPr/>
            <p:nvPr/>
          </p:nvSpPr>
          <p:spPr>
            <a:xfrm>
              <a:off x="4626144" y="4942278"/>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8"/>
            <p:cNvSpPr/>
            <p:nvPr/>
          </p:nvSpPr>
          <p:spPr>
            <a:xfrm>
              <a:off x="4464442" y="4944557"/>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8"/>
            <p:cNvSpPr/>
            <p:nvPr/>
          </p:nvSpPr>
          <p:spPr>
            <a:xfrm>
              <a:off x="4299701" y="4939999"/>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8"/>
            <p:cNvSpPr/>
            <p:nvPr/>
          </p:nvSpPr>
          <p:spPr>
            <a:xfrm>
              <a:off x="4790125" y="4792010"/>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8"/>
            <p:cNvSpPr/>
            <p:nvPr/>
          </p:nvSpPr>
          <p:spPr>
            <a:xfrm>
              <a:off x="4464442" y="4790490"/>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8"/>
            <p:cNvSpPr/>
            <p:nvPr/>
          </p:nvSpPr>
          <p:spPr>
            <a:xfrm>
              <a:off x="4630702" y="4788971"/>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8"/>
            <p:cNvSpPr/>
            <p:nvPr/>
          </p:nvSpPr>
          <p:spPr>
            <a:xfrm>
              <a:off x="4960982" y="41719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8"/>
            <p:cNvSpPr/>
            <p:nvPr/>
          </p:nvSpPr>
          <p:spPr>
            <a:xfrm>
              <a:off x="4301220" y="4787451"/>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8"/>
            <p:cNvSpPr/>
            <p:nvPr/>
          </p:nvSpPr>
          <p:spPr>
            <a:xfrm>
              <a:off x="5123443" y="4792769"/>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8"/>
            <p:cNvSpPr/>
            <p:nvPr/>
          </p:nvSpPr>
          <p:spPr>
            <a:xfrm>
              <a:off x="4303499" y="41696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8"/>
            <p:cNvSpPr/>
            <p:nvPr/>
          </p:nvSpPr>
          <p:spPr>
            <a:xfrm>
              <a:off x="4137239" y="4943798"/>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8"/>
            <p:cNvSpPr/>
            <p:nvPr/>
          </p:nvSpPr>
          <p:spPr>
            <a:xfrm>
              <a:off x="4136479" y="4785932"/>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8"/>
            <p:cNvSpPr/>
            <p:nvPr/>
          </p:nvSpPr>
          <p:spPr>
            <a:xfrm>
              <a:off x="4303499" y="43244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8"/>
            <p:cNvSpPr/>
            <p:nvPr/>
          </p:nvSpPr>
          <p:spPr>
            <a:xfrm>
              <a:off x="4959424" y="463642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8"/>
            <p:cNvSpPr/>
            <p:nvPr/>
          </p:nvSpPr>
          <p:spPr>
            <a:xfrm>
              <a:off x="4301980" y="463566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
            <p:cNvSpPr/>
            <p:nvPr/>
          </p:nvSpPr>
          <p:spPr>
            <a:xfrm>
              <a:off x="5122684" y="4947634"/>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8"/>
            <p:cNvSpPr/>
            <p:nvPr/>
          </p:nvSpPr>
          <p:spPr>
            <a:xfrm>
              <a:off x="4960222" y="43267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8"/>
            <p:cNvSpPr/>
            <p:nvPr/>
          </p:nvSpPr>
          <p:spPr>
            <a:xfrm>
              <a:off x="4137239" y="463414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8"/>
            <p:cNvSpPr/>
            <p:nvPr/>
          </p:nvSpPr>
          <p:spPr>
            <a:xfrm>
              <a:off x="4959424" y="44823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8"/>
            <p:cNvSpPr/>
            <p:nvPr/>
          </p:nvSpPr>
          <p:spPr>
            <a:xfrm>
              <a:off x="4302740" y="44793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8"/>
            <p:cNvSpPr/>
            <p:nvPr/>
          </p:nvSpPr>
          <p:spPr>
            <a:xfrm>
              <a:off x="4138758" y="44709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8"/>
            <p:cNvSpPr/>
            <p:nvPr/>
          </p:nvSpPr>
          <p:spPr>
            <a:xfrm>
              <a:off x="3970979" y="463490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8"/>
            <p:cNvSpPr/>
            <p:nvPr/>
          </p:nvSpPr>
          <p:spPr>
            <a:xfrm>
              <a:off x="3973258" y="44800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8"/>
            <p:cNvSpPr/>
            <p:nvPr/>
          </p:nvSpPr>
          <p:spPr>
            <a:xfrm>
              <a:off x="5123443" y="463870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
            <p:cNvSpPr/>
            <p:nvPr/>
          </p:nvSpPr>
          <p:spPr>
            <a:xfrm>
              <a:off x="3970979" y="4789730"/>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8"/>
            <p:cNvSpPr/>
            <p:nvPr/>
          </p:nvSpPr>
          <p:spPr>
            <a:xfrm>
              <a:off x="4137239" y="43260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8"/>
            <p:cNvSpPr/>
            <p:nvPr/>
          </p:nvSpPr>
          <p:spPr>
            <a:xfrm>
              <a:off x="3972498" y="4945317"/>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8"/>
            <p:cNvSpPr/>
            <p:nvPr/>
          </p:nvSpPr>
          <p:spPr>
            <a:xfrm>
              <a:off x="4134960" y="41704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8"/>
            <p:cNvSpPr/>
            <p:nvPr/>
          </p:nvSpPr>
          <p:spPr>
            <a:xfrm>
              <a:off x="5121886" y="44838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8"/>
            <p:cNvSpPr/>
            <p:nvPr/>
          </p:nvSpPr>
          <p:spPr>
            <a:xfrm>
              <a:off x="5124203" y="43282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8"/>
            <p:cNvSpPr/>
            <p:nvPr/>
          </p:nvSpPr>
          <p:spPr>
            <a:xfrm>
              <a:off x="3974777" y="43237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8"/>
            <p:cNvSpPr/>
            <p:nvPr/>
          </p:nvSpPr>
          <p:spPr>
            <a:xfrm>
              <a:off x="3975537" y="41688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8"/>
            <p:cNvSpPr/>
            <p:nvPr/>
          </p:nvSpPr>
          <p:spPr>
            <a:xfrm>
              <a:off x="5124963" y="41727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8"/>
          <p:cNvSpPr/>
          <p:nvPr/>
        </p:nvSpPr>
        <p:spPr>
          <a:xfrm flipH="1">
            <a:off x="8130627" y="147086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8"/>
          <p:cNvSpPr/>
          <p:nvPr/>
        </p:nvSpPr>
        <p:spPr>
          <a:xfrm flipH="1">
            <a:off x="7216227" y="576260"/>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
          <p:cNvSpPr/>
          <p:nvPr/>
        </p:nvSpPr>
        <p:spPr>
          <a:xfrm flipH="1">
            <a:off x="7978227" y="854670"/>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8"/>
          <p:cNvSpPr/>
          <p:nvPr/>
        </p:nvSpPr>
        <p:spPr>
          <a:xfrm flipH="1">
            <a:off x="1674905" y="11512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8"/>
          <p:cNvSpPr/>
          <p:nvPr/>
        </p:nvSpPr>
        <p:spPr>
          <a:xfrm flipH="1">
            <a:off x="1776437" y="22229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8"/>
          <p:cNvSpPr/>
          <p:nvPr/>
        </p:nvSpPr>
        <p:spPr>
          <a:xfrm flipH="1">
            <a:off x="1773752" y="691105"/>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8"/>
          <p:cNvSpPr/>
          <p:nvPr/>
        </p:nvSpPr>
        <p:spPr>
          <a:xfrm flipH="1">
            <a:off x="2058760" y="41530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8"/>
          <p:cNvSpPr/>
          <p:nvPr/>
        </p:nvSpPr>
        <p:spPr>
          <a:xfrm flipH="1">
            <a:off x="2058760" y="496490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8" name="Shape 698"/>
        <p:cNvGrpSpPr/>
        <p:nvPr/>
      </p:nvGrpSpPr>
      <p:grpSpPr>
        <a:xfrm>
          <a:off x="0" y="0"/>
          <a:ext cx="0" cy="0"/>
          <a:chOff x="0" y="0"/>
          <a:chExt cx="0" cy="0"/>
        </a:xfrm>
      </p:grpSpPr>
      <p:sp>
        <p:nvSpPr>
          <p:cNvPr id="699" name="Google Shape;699;p9"/>
          <p:cNvSpPr txBox="1"/>
          <p:nvPr>
            <p:ph type="title"/>
          </p:nvPr>
        </p:nvSpPr>
        <p:spPr>
          <a:xfrm>
            <a:off x="2148900" y="2510023"/>
            <a:ext cx="4846200" cy="411600"/>
          </a:xfrm>
          <a:prstGeom prst="rect">
            <a:avLst/>
          </a:prstGeom>
          <a:effectLst>
            <a:outerShdw rotWithShape="0" algn="bl" dir="5400000" dist="19050">
              <a:schemeClr val="lt1"/>
            </a:outerShdw>
          </a:effectLst>
        </p:spPr>
        <p:txBody>
          <a:bodyPr anchorCtr="0" anchor="ctr" bIns="91425" lIns="91425" spcFirstLastPara="1" rIns="91425" wrap="square" tIns="91425">
            <a:noAutofit/>
          </a:bodyPr>
          <a:lstStyle>
            <a:lvl1pPr lvl="0">
              <a:spcBef>
                <a:spcPts val="0"/>
              </a:spcBef>
              <a:spcAft>
                <a:spcPts val="0"/>
              </a:spcAft>
              <a:buSzPts val="4200"/>
              <a:buNone/>
              <a:defRPr sz="4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00" name="Google Shape;700;p9"/>
          <p:cNvSpPr txBox="1"/>
          <p:nvPr>
            <p:ph idx="1" type="subTitle"/>
          </p:nvPr>
        </p:nvSpPr>
        <p:spPr>
          <a:xfrm>
            <a:off x="2148900" y="3077090"/>
            <a:ext cx="4846200" cy="7314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01" name="Google Shape;701;p9"/>
          <p:cNvSpPr/>
          <p:nvPr/>
        </p:nvSpPr>
        <p:spPr>
          <a:xfrm flipH="1">
            <a:off x="843077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9"/>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9"/>
          <p:cNvSpPr/>
          <p:nvPr/>
        </p:nvSpPr>
        <p:spPr>
          <a:xfrm>
            <a:off x="440572" y="5625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9"/>
          <p:cNvSpPr/>
          <p:nvPr/>
        </p:nvSpPr>
        <p:spPr>
          <a:xfrm flipH="1">
            <a:off x="-1430458" y="2286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9"/>
          <p:cNvSpPr/>
          <p:nvPr/>
        </p:nvSpPr>
        <p:spPr>
          <a:xfrm flipH="1">
            <a:off x="-231175" y="14300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9"/>
          <p:cNvSpPr/>
          <p:nvPr/>
        </p:nvSpPr>
        <p:spPr>
          <a:xfrm flipH="1">
            <a:off x="-1302986" y="3730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9"/>
          <p:cNvSpPr/>
          <p:nvPr/>
        </p:nvSpPr>
        <p:spPr>
          <a:xfrm flipH="1">
            <a:off x="-86765" y="14989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9"/>
          <p:cNvSpPr/>
          <p:nvPr/>
        </p:nvSpPr>
        <p:spPr>
          <a:xfrm flipH="1">
            <a:off x="-1177751" y="4338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9"/>
          <p:cNvSpPr/>
          <p:nvPr/>
        </p:nvSpPr>
        <p:spPr>
          <a:xfrm flipH="1">
            <a:off x="57702" y="16083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9"/>
          <p:cNvSpPr/>
          <p:nvPr/>
        </p:nvSpPr>
        <p:spPr>
          <a:xfrm flipH="1">
            <a:off x="8481959" y="30538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9"/>
          <p:cNvSpPr/>
          <p:nvPr/>
        </p:nvSpPr>
        <p:spPr>
          <a:xfrm flipH="1">
            <a:off x="8140105" y="4230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9"/>
          <p:cNvSpPr/>
          <p:nvPr/>
        </p:nvSpPr>
        <p:spPr>
          <a:xfrm flipH="1">
            <a:off x="8601547" y="31407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9"/>
          <p:cNvSpPr/>
          <p:nvPr/>
        </p:nvSpPr>
        <p:spPr>
          <a:xfrm flipH="1">
            <a:off x="8241637" y="4337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9"/>
          <p:cNvSpPr/>
          <p:nvPr/>
        </p:nvSpPr>
        <p:spPr>
          <a:xfrm flipH="1">
            <a:off x="8701959" y="32524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9"/>
          <p:cNvSpPr/>
          <p:nvPr/>
        </p:nvSpPr>
        <p:spPr>
          <a:xfrm flipH="1">
            <a:off x="8861019" y="33946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
          <p:cNvSpPr/>
          <p:nvPr/>
        </p:nvSpPr>
        <p:spPr>
          <a:xfrm flipH="1">
            <a:off x="8942266" y="35051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9"/>
          <p:cNvSpPr/>
          <p:nvPr/>
        </p:nvSpPr>
        <p:spPr>
          <a:xfrm flipH="1">
            <a:off x="9011089" y="36462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9"/>
          <p:cNvSpPr/>
          <p:nvPr/>
        </p:nvSpPr>
        <p:spPr>
          <a:xfrm flipH="1">
            <a:off x="8985147" y="36710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9"/>
          <p:cNvSpPr/>
          <p:nvPr/>
        </p:nvSpPr>
        <p:spPr>
          <a:xfrm>
            <a:off x="8489408" y="1177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9"/>
          <p:cNvSpPr/>
          <p:nvPr/>
        </p:nvSpPr>
        <p:spPr>
          <a:xfrm rot="5400000">
            <a:off x="8489408" y="7228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1" name="Google Shape;721;p9"/>
          <p:cNvGrpSpPr/>
          <p:nvPr/>
        </p:nvGrpSpPr>
        <p:grpSpPr>
          <a:xfrm>
            <a:off x="111415" y="4314125"/>
            <a:ext cx="754524" cy="750237"/>
            <a:chOff x="8523754" y="10"/>
            <a:chExt cx="516408" cy="513439"/>
          </a:xfrm>
        </p:grpSpPr>
        <p:sp>
          <p:nvSpPr>
            <p:cNvPr id="722" name="Google Shape;722;p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9"/>
          <p:cNvGrpSpPr/>
          <p:nvPr/>
        </p:nvGrpSpPr>
        <p:grpSpPr>
          <a:xfrm>
            <a:off x="3960075" y="4692585"/>
            <a:ext cx="1202833" cy="365416"/>
            <a:chOff x="3973270" y="4603191"/>
            <a:chExt cx="1202833" cy="365416"/>
          </a:xfrm>
        </p:grpSpPr>
        <p:sp>
          <p:nvSpPr>
            <p:cNvPr id="725" name="Google Shape;725;p9"/>
            <p:cNvSpPr/>
            <p:nvPr/>
          </p:nvSpPr>
          <p:spPr>
            <a:xfrm>
              <a:off x="4465214" y="460319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9"/>
            <p:cNvSpPr/>
            <p:nvPr/>
          </p:nvSpPr>
          <p:spPr>
            <a:xfrm>
              <a:off x="4632234" y="460319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9"/>
            <p:cNvSpPr/>
            <p:nvPr/>
          </p:nvSpPr>
          <p:spPr>
            <a:xfrm>
              <a:off x="4466733" y="475881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9"/>
            <p:cNvSpPr/>
            <p:nvPr/>
          </p:nvSpPr>
          <p:spPr>
            <a:xfrm>
              <a:off x="4629955" y="475805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9"/>
            <p:cNvSpPr/>
            <p:nvPr/>
          </p:nvSpPr>
          <p:spPr>
            <a:xfrm>
              <a:off x="4796215" y="475881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9"/>
            <p:cNvSpPr/>
            <p:nvPr/>
          </p:nvSpPr>
          <p:spPr>
            <a:xfrm>
              <a:off x="4459098" y="490980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9"/>
            <p:cNvSpPr/>
            <p:nvPr/>
          </p:nvSpPr>
          <p:spPr>
            <a:xfrm>
              <a:off x="4631474" y="491440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9"/>
            <p:cNvSpPr/>
            <p:nvPr/>
          </p:nvSpPr>
          <p:spPr>
            <a:xfrm>
              <a:off x="4796215" y="491516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9"/>
            <p:cNvSpPr/>
            <p:nvPr/>
          </p:nvSpPr>
          <p:spPr>
            <a:xfrm>
              <a:off x="4797013" y="460398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9"/>
            <p:cNvSpPr/>
            <p:nvPr/>
          </p:nvSpPr>
          <p:spPr>
            <a:xfrm>
              <a:off x="4960994" y="460626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9"/>
            <p:cNvSpPr/>
            <p:nvPr/>
          </p:nvSpPr>
          <p:spPr>
            <a:xfrm>
              <a:off x="4303512" y="460398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9"/>
            <p:cNvSpPr/>
            <p:nvPr/>
          </p:nvSpPr>
          <p:spPr>
            <a:xfrm>
              <a:off x="4303512" y="475881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9"/>
            <p:cNvSpPr/>
            <p:nvPr/>
          </p:nvSpPr>
          <p:spPr>
            <a:xfrm>
              <a:off x="4960234" y="476109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9"/>
            <p:cNvSpPr/>
            <p:nvPr/>
          </p:nvSpPr>
          <p:spPr>
            <a:xfrm>
              <a:off x="4959437" y="491668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9"/>
            <p:cNvSpPr/>
            <p:nvPr/>
          </p:nvSpPr>
          <p:spPr>
            <a:xfrm>
              <a:off x="4302752" y="491364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9"/>
            <p:cNvSpPr/>
            <p:nvPr/>
          </p:nvSpPr>
          <p:spPr>
            <a:xfrm>
              <a:off x="4138771" y="490524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9"/>
            <p:cNvSpPr/>
            <p:nvPr/>
          </p:nvSpPr>
          <p:spPr>
            <a:xfrm>
              <a:off x="3973270" y="491440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9"/>
            <p:cNvSpPr/>
            <p:nvPr/>
          </p:nvSpPr>
          <p:spPr>
            <a:xfrm>
              <a:off x="4137251" y="476033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9"/>
            <p:cNvSpPr/>
            <p:nvPr/>
          </p:nvSpPr>
          <p:spPr>
            <a:xfrm>
              <a:off x="4134972" y="460474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9"/>
            <p:cNvSpPr/>
            <p:nvPr/>
          </p:nvSpPr>
          <p:spPr>
            <a:xfrm>
              <a:off x="5121899" y="491820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9"/>
            <p:cNvSpPr/>
            <p:nvPr/>
          </p:nvSpPr>
          <p:spPr>
            <a:xfrm>
              <a:off x="5124216" y="476261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9"/>
            <p:cNvSpPr/>
            <p:nvPr/>
          </p:nvSpPr>
          <p:spPr>
            <a:xfrm>
              <a:off x="3974790" y="475805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9"/>
            <p:cNvSpPr/>
            <p:nvPr/>
          </p:nvSpPr>
          <p:spPr>
            <a:xfrm>
              <a:off x="3975549" y="460319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9"/>
            <p:cNvSpPr/>
            <p:nvPr/>
          </p:nvSpPr>
          <p:spPr>
            <a:xfrm>
              <a:off x="5124975" y="460702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9" name="Google Shape;749;p9"/>
          <p:cNvSpPr/>
          <p:nvPr/>
        </p:nvSpPr>
        <p:spPr>
          <a:xfrm flipH="1">
            <a:off x="8638349" y="30862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9"/>
          <p:cNvSpPr/>
          <p:nvPr/>
        </p:nvSpPr>
        <p:spPr>
          <a:xfrm flipH="1">
            <a:off x="8790749" y="36196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9"/>
          <p:cNvSpPr/>
          <p:nvPr/>
        </p:nvSpPr>
        <p:spPr>
          <a:xfrm flipH="1">
            <a:off x="8638349" y="450770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9"/>
          <p:cNvSpPr/>
          <p:nvPr/>
        </p:nvSpPr>
        <p:spPr>
          <a:xfrm flipH="1">
            <a:off x="865949" y="1320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9"/>
          <p:cNvSpPr/>
          <p:nvPr/>
        </p:nvSpPr>
        <p:spPr>
          <a:xfrm flipH="1">
            <a:off x="256349" y="12574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4" name="Shape 754"/>
        <p:cNvGrpSpPr/>
        <p:nvPr/>
      </p:nvGrpSpPr>
      <p:grpSpPr>
        <a:xfrm>
          <a:off x="0" y="0"/>
          <a:ext cx="0" cy="0"/>
          <a:chOff x="0" y="0"/>
          <a:chExt cx="0" cy="0"/>
        </a:xfrm>
      </p:grpSpPr>
      <p:sp>
        <p:nvSpPr>
          <p:cNvPr id="755" name="Google Shape;755;p10"/>
          <p:cNvSpPr/>
          <p:nvPr/>
        </p:nvSpPr>
        <p:spPr>
          <a:xfrm>
            <a:off x="0" y="1450"/>
            <a:ext cx="4572000" cy="1935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
          <p:cNvSpPr/>
          <p:nvPr/>
        </p:nvSpPr>
        <p:spPr>
          <a:xfrm>
            <a:off x="8561250" y="1929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
          <p:cNvSpPr/>
          <p:nvPr/>
        </p:nvSpPr>
        <p:spPr>
          <a:xfrm>
            <a:off x="8561263" y="7246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 name="Google Shape;758;p10"/>
          <p:cNvGrpSpPr/>
          <p:nvPr/>
        </p:nvGrpSpPr>
        <p:grpSpPr>
          <a:xfrm rot="-5400000">
            <a:off x="2692007" y="-1167429"/>
            <a:ext cx="1730784" cy="1441910"/>
            <a:chOff x="-979618" y="-5128741"/>
            <a:chExt cx="1730784" cy="1441910"/>
          </a:xfrm>
        </p:grpSpPr>
        <p:sp>
          <p:nvSpPr>
            <p:cNvPr id="759" name="Google Shape;759;p10"/>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0"/>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0"/>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 name="Google Shape;762;p10"/>
          <p:cNvGrpSpPr/>
          <p:nvPr/>
        </p:nvGrpSpPr>
        <p:grpSpPr>
          <a:xfrm>
            <a:off x="-1975258" y="34168"/>
            <a:ext cx="2383952" cy="1642730"/>
            <a:chOff x="497192" y="-5154682"/>
            <a:chExt cx="2383952" cy="1642730"/>
          </a:xfrm>
        </p:grpSpPr>
        <p:sp>
          <p:nvSpPr>
            <p:cNvPr id="763" name="Google Shape;763;p10"/>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0"/>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0"/>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 name="Google Shape;766;p10"/>
          <p:cNvSpPr/>
          <p:nvPr/>
        </p:nvSpPr>
        <p:spPr>
          <a:xfrm>
            <a:off x="131905" y="37770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0"/>
          <p:cNvSpPr/>
          <p:nvPr/>
        </p:nvSpPr>
        <p:spPr>
          <a:xfrm rot="5400000">
            <a:off x="739740" y="438212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0"/>
          <p:cNvSpPr/>
          <p:nvPr/>
        </p:nvSpPr>
        <p:spPr>
          <a:xfrm rot="5400000">
            <a:off x="131905" y="43821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9" name="Google Shape;769;p10"/>
          <p:cNvGrpSpPr/>
          <p:nvPr/>
        </p:nvGrpSpPr>
        <p:grpSpPr>
          <a:xfrm>
            <a:off x="7934296" y="4599416"/>
            <a:ext cx="1209708" cy="1147945"/>
            <a:chOff x="5235125" y="2636100"/>
            <a:chExt cx="796175" cy="755525"/>
          </a:xfrm>
        </p:grpSpPr>
        <p:sp>
          <p:nvSpPr>
            <p:cNvPr id="770" name="Google Shape;770;p10"/>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0"/>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0"/>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0"/>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0"/>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0"/>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0"/>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0"/>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0"/>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0"/>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0"/>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0"/>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0"/>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0"/>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0"/>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0"/>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0"/>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0"/>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0"/>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0"/>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0"/>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0"/>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0"/>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0"/>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0"/>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0"/>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0"/>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0"/>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0"/>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0"/>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0"/>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0"/>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0"/>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0"/>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0"/>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0"/>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0"/>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0"/>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0"/>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0"/>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0"/>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0"/>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0"/>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0"/>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0"/>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0"/>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0"/>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0"/>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0"/>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0"/>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0"/>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0"/>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0"/>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0"/>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0"/>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0"/>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0"/>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0"/>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0"/>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0"/>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0"/>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0"/>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0"/>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 name="Google Shape;834;p10"/>
          <p:cNvSpPr txBox="1"/>
          <p:nvPr>
            <p:ph idx="1" type="body"/>
          </p:nvPr>
        </p:nvSpPr>
        <p:spPr>
          <a:xfrm>
            <a:off x="713225" y="844300"/>
            <a:ext cx="3402900" cy="7209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600"/>
              <a:buNone/>
              <a:defRPr b="1" sz="2800">
                <a:latin typeface="Lexend Deca"/>
                <a:ea typeface="Lexend Deca"/>
                <a:cs typeface="Lexend Deca"/>
                <a:sym typeface="Lexend Deca"/>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5" name="Shape 835"/>
        <p:cNvGrpSpPr/>
        <p:nvPr/>
      </p:nvGrpSpPr>
      <p:grpSpPr>
        <a:xfrm>
          <a:off x="0" y="0"/>
          <a:ext cx="0" cy="0"/>
          <a:chOff x="0" y="0"/>
          <a:chExt cx="0" cy="0"/>
        </a:xfrm>
      </p:grpSpPr>
      <p:sp>
        <p:nvSpPr>
          <p:cNvPr id="836" name="Google Shape;836;p11"/>
          <p:cNvSpPr txBox="1"/>
          <p:nvPr>
            <p:ph hasCustomPrompt="1" type="title"/>
          </p:nvPr>
        </p:nvSpPr>
        <p:spPr>
          <a:xfrm>
            <a:off x="1517400" y="1704150"/>
            <a:ext cx="6109200" cy="1371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37" name="Google Shape;837;p11"/>
          <p:cNvSpPr txBox="1"/>
          <p:nvPr>
            <p:ph idx="1" type="body"/>
          </p:nvPr>
        </p:nvSpPr>
        <p:spPr>
          <a:xfrm>
            <a:off x="1576800" y="3241200"/>
            <a:ext cx="5990400" cy="1830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838" name="Google Shape;838;p11"/>
          <p:cNvSpPr/>
          <p:nvPr/>
        </p:nvSpPr>
        <p:spPr>
          <a:xfrm flipH="1">
            <a:off x="7635600" y="-11400"/>
            <a:ext cx="1521600" cy="51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1"/>
          <p:cNvSpPr/>
          <p:nvPr/>
        </p:nvSpPr>
        <p:spPr>
          <a:xfrm flipH="1">
            <a:off x="-99" y="-11400"/>
            <a:ext cx="1521600" cy="51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1"/>
          <p:cNvSpPr/>
          <p:nvPr/>
        </p:nvSpPr>
        <p:spPr>
          <a:xfrm flipH="1" rot="10800000">
            <a:off x="-5"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1"/>
          <p:cNvSpPr/>
          <p:nvPr/>
        </p:nvSpPr>
        <p:spPr>
          <a:xfrm rot="10800000">
            <a:off x="333238" y="144117"/>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1"/>
          <p:cNvSpPr/>
          <p:nvPr/>
        </p:nvSpPr>
        <p:spPr>
          <a:xfrm>
            <a:off x="8457005" y="377370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1"/>
          <p:cNvSpPr/>
          <p:nvPr/>
        </p:nvSpPr>
        <p:spPr>
          <a:xfrm rot="5400000">
            <a:off x="8457005" y="437880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4" name="Google Shape;844;p11"/>
          <p:cNvGrpSpPr/>
          <p:nvPr/>
        </p:nvGrpSpPr>
        <p:grpSpPr>
          <a:xfrm>
            <a:off x="3970508" y="100006"/>
            <a:ext cx="1202833" cy="365416"/>
            <a:chOff x="3973358" y="4599416"/>
            <a:chExt cx="1202833" cy="365416"/>
          </a:xfrm>
        </p:grpSpPr>
        <p:sp>
          <p:nvSpPr>
            <p:cNvPr id="845" name="Google Shape;845;p11"/>
            <p:cNvSpPr/>
            <p:nvPr/>
          </p:nvSpPr>
          <p:spPr>
            <a:xfrm>
              <a:off x="44653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1"/>
            <p:cNvSpPr/>
            <p:nvPr/>
          </p:nvSpPr>
          <p:spPr>
            <a:xfrm>
              <a:off x="46323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1"/>
            <p:cNvSpPr/>
            <p:nvPr/>
          </p:nvSpPr>
          <p:spPr>
            <a:xfrm>
              <a:off x="44668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
            <p:cNvSpPr/>
            <p:nvPr/>
          </p:nvSpPr>
          <p:spPr>
            <a:xfrm>
              <a:off x="46300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1"/>
            <p:cNvSpPr/>
            <p:nvPr/>
          </p:nvSpPr>
          <p:spPr>
            <a:xfrm>
              <a:off x="47963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1"/>
            <p:cNvSpPr/>
            <p:nvPr/>
          </p:nvSpPr>
          <p:spPr>
            <a:xfrm>
              <a:off x="44591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1"/>
            <p:cNvSpPr/>
            <p:nvPr/>
          </p:nvSpPr>
          <p:spPr>
            <a:xfrm>
              <a:off x="46315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1"/>
            <p:cNvSpPr/>
            <p:nvPr/>
          </p:nvSpPr>
          <p:spPr>
            <a:xfrm>
              <a:off x="47963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1"/>
            <p:cNvSpPr/>
            <p:nvPr/>
          </p:nvSpPr>
          <p:spPr>
            <a:xfrm>
              <a:off x="47971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1"/>
            <p:cNvSpPr/>
            <p:nvPr/>
          </p:nvSpPr>
          <p:spPr>
            <a:xfrm>
              <a:off x="49610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1"/>
            <p:cNvSpPr/>
            <p:nvPr/>
          </p:nvSpPr>
          <p:spPr>
            <a:xfrm>
              <a:off x="43035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1"/>
            <p:cNvSpPr/>
            <p:nvPr/>
          </p:nvSpPr>
          <p:spPr>
            <a:xfrm>
              <a:off x="43035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1"/>
            <p:cNvSpPr/>
            <p:nvPr/>
          </p:nvSpPr>
          <p:spPr>
            <a:xfrm>
              <a:off x="49603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1"/>
            <p:cNvSpPr/>
            <p:nvPr/>
          </p:nvSpPr>
          <p:spPr>
            <a:xfrm>
              <a:off x="49595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1"/>
            <p:cNvSpPr/>
            <p:nvPr/>
          </p:nvSpPr>
          <p:spPr>
            <a:xfrm>
              <a:off x="43028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1"/>
            <p:cNvSpPr/>
            <p:nvPr/>
          </p:nvSpPr>
          <p:spPr>
            <a:xfrm>
              <a:off x="41388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1"/>
            <p:cNvSpPr/>
            <p:nvPr/>
          </p:nvSpPr>
          <p:spPr>
            <a:xfrm>
              <a:off x="39733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1"/>
            <p:cNvSpPr/>
            <p:nvPr/>
          </p:nvSpPr>
          <p:spPr>
            <a:xfrm>
              <a:off x="41373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1"/>
            <p:cNvSpPr/>
            <p:nvPr/>
          </p:nvSpPr>
          <p:spPr>
            <a:xfrm>
              <a:off x="41350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1"/>
            <p:cNvSpPr/>
            <p:nvPr/>
          </p:nvSpPr>
          <p:spPr>
            <a:xfrm>
              <a:off x="51219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1"/>
            <p:cNvSpPr/>
            <p:nvPr/>
          </p:nvSpPr>
          <p:spPr>
            <a:xfrm>
              <a:off x="51243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1"/>
            <p:cNvSpPr/>
            <p:nvPr/>
          </p:nvSpPr>
          <p:spPr>
            <a:xfrm>
              <a:off x="39748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1"/>
            <p:cNvSpPr/>
            <p:nvPr/>
          </p:nvSpPr>
          <p:spPr>
            <a:xfrm>
              <a:off x="39756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1"/>
            <p:cNvSpPr/>
            <p:nvPr/>
          </p:nvSpPr>
          <p:spPr>
            <a:xfrm>
              <a:off x="51250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 name="Google Shape;869;p11"/>
          <p:cNvGrpSpPr/>
          <p:nvPr/>
        </p:nvGrpSpPr>
        <p:grpSpPr>
          <a:xfrm>
            <a:off x="3973358" y="4712231"/>
            <a:ext cx="1202833" cy="365416"/>
            <a:chOff x="3973358" y="4599416"/>
            <a:chExt cx="1202833" cy="365416"/>
          </a:xfrm>
        </p:grpSpPr>
        <p:sp>
          <p:nvSpPr>
            <p:cNvPr id="870" name="Google Shape;870;p11"/>
            <p:cNvSpPr/>
            <p:nvPr/>
          </p:nvSpPr>
          <p:spPr>
            <a:xfrm>
              <a:off x="44653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1"/>
            <p:cNvSpPr/>
            <p:nvPr/>
          </p:nvSpPr>
          <p:spPr>
            <a:xfrm>
              <a:off x="46323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1"/>
            <p:cNvSpPr/>
            <p:nvPr/>
          </p:nvSpPr>
          <p:spPr>
            <a:xfrm>
              <a:off x="44668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1"/>
            <p:cNvSpPr/>
            <p:nvPr/>
          </p:nvSpPr>
          <p:spPr>
            <a:xfrm>
              <a:off x="46300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1"/>
            <p:cNvSpPr/>
            <p:nvPr/>
          </p:nvSpPr>
          <p:spPr>
            <a:xfrm>
              <a:off x="47963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1"/>
            <p:cNvSpPr/>
            <p:nvPr/>
          </p:nvSpPr>
          <p:spPr>
            <a:xfrm>
              <a:off x="44591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1"/>
            <p:cNvSpPr/>
            <p:nvPr/>
          </p:nvSpPr>
          <p:spPr>
            <a:xfrm>
              <a:off x="46315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1"/>
            <p:cNvSpPr/>
            <p:nvPr/>
          </p:nvSpPr>
          <p:spPr>
            <a:xfrm>
              <a:off x="47963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1"/>
            <p:cNvSpPr/>
            <p:nvPr/>
          </p:nvSpPr>
          <p:spPr>
            <a:xfrm>
              <a:off x="47971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1"/>
            <p:cNvSpPr/>
            <p:nvPr/>
          </p:nvSpPr>
          <p:spPr>
            <a:xfrm>
              <a:off x="49610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1"/>
            <p:cNvSpPr/>
            <p:nvPr/>
          </p:nvSpPr>
          <p:spPr>
            <a:xfrm>
              <a:off x="43035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1"/>
            <p:cNvSpPr/>
            <p:nvPr/>
          </p:nvSpPr>
          <p:spPr>
            <a:xfrm>
              <a:off x="43035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1"/>
            <p:cNvSpPr/>
            <p:nvPr/>
          </p:nvSpPr>
          <p:spPr>
            <a:xfrm>
              <a:off x="49603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1"/>
            <p:cNvSpPr/>
            <p:nvPr/>
          </p:nvSpPr>
          <p:spPr>
            <a:xfrm>
              <a:off x="49595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1"/>
            <p:cNvSpPr/>
            <p:nvPr/>
          </p:nvSpPr>
          <p:spPr>
            <a:xfrm>
              <a:off x="43028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1"/>
            <p:cNvSpPr/>
            <p:nvPr/>
          </p:nvSpPr>
          <p:spPr>
            <a:xfrm>
              <a:off x="41388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1"/>
            <p:cNvSpPr/>
            <p:nvPr/>
          </p:nvSpPr>
          <p:spPr>
            <a:xfrm>
              <a:off x="39733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1"/>
            <p:cNvSpPr/>
            <p:nvPr/>
          </p:nvSpPr>
          <p:spPr>
            <a:xfrm>
              <a:off x="41373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1"/>
            <p:cNvSpPr/>
            <p:nvPr/>
          </p:nvSpPr>
          <p:spPr>
            <a:xfrm>
              <a:off x="41350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1"/>
            <p:cNvSpPr/>
            <p:nvPr/>
          </p:nvSpPr>
          <p:spPr>
            <a:xfrm>
              <a:off x="51219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1"/>
            <p:cNvSpPr/>
            <p:nvPr/>
          </p:nvSpPr>
          <p:spPr>
            <a:xfrm>
              <a:off x="51243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1"/>
            <p:cNvSpPr/>
            <p:nvPr/>
          </p:nvSpPr>
          <p:spPr>
            <a:xfrm>
              <a:off x="39748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1"/>
            <p:cNvSpPr/>
            <p:nvPr/>
          </p:nvSpPr>
          <p:spPr>
            <a:xfrm>
              <a:off x="39756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1"/>
            <p:cNvSpPr/>
            <p:nvPr/>
          </p:nvSpPr>
          <p:spPr>
            <a:xfrm>
              <a:off x="51250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4" name="Google Shape;894;p11"/>
          <p:cNvSpPr/>
          <p:nvPr/>
        </p:nvSpPr>
        <p:spPr>
          <a:xfrm flipH="1">
            <a:off x="307771" y="13006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1"/>
          <p:cNvSpPr/>
          <p:nvPr/>
        </p:nvSpPr>
        <p:spPr>
          <a:xfrm flipH="1">
            <a:off x="456659" y="14235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1"/>
          <p:cNvSpPr/>
          <p:nvPr/>
        </p:nvSpPr>
        <p:spPr>
          <a:xfrm flipH="1">
            <a:off x="8159359" y="24172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1"/>
          <p:cNvSpPr/>
          <p:nvPr/>
        </p:nvSpPr>
        <p:spPr>
          <a:xfrm flipH="1">
            <a:off x="7817505" y="14184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1"/>
          <p:cNvSpPr/>
          <p:nvPr/>
        </p:nvSpPr>
        <p:spPr>
          <a:xfrm flipH="1">
            <a:off x="8278947" y="32860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1"/>
          <p:cNvSpPr/>
          <p:nvPr/>
        </p:nvSpPr>
        <p:spPr>
          <a:xfrm flipH="1">
            <a:off x="7919037" y="15256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1"/>
          <p:cNvSpPr/>
          <p:nvPr/>
        </p:nvSpPr>
        <p:spPr>
          <a:xfrm flipH="1">
            <a:off x="8379359" y="44030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1"/>
          <p:cNvSpPr/>
          <p:nvPr/>
        </p:nvSpPr>
        <p:spPr>
          <a:xfrm flipH="1">
            <a:off x="8538419" y="58247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1"/>
          <p:cNvSpPr/>
          <p:nvPr/>
        </p:nvSpPr>
        <p:spPr>
          <a:xfrm flipH="1">
            <a:off x="8619666" y="69300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1"/>
          <p:cNvSpPr/>
          <p:nvPr/>
        </p:nvSpPr>
        <p:spPr>
          <a:xfrm flipH="1">
            <a:off x="8688489" y="83405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1"/>
          <p:cNvSpPr/>
          <p:nvPr/>
        </p:nvSpPr>
        <p:spPr>
          <a:xfrm flipH="1">
            <a:off x="8662547" y="85888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1"/>
          <p:cNvSpPr/>
          <p:nvPr/>
        </p:nvSpPr>
        <p:spPr>
          <a:xfrm flipH="1">
            <a:off x="-1651941" y="3249282"/>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1"/>
          <p:cNvSpPr/>
          <p:nvPr/>
        </p:nvSpPr>
        <p:spPr>
          <a:xfrm flipH="1">
            <a:off x="-682782" y="3372276"/>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1"/>
          <p:cNvSpPr/>
          <p:nvPr/>
        </p:nvSpPr>
        <p:spPr>
          <a:xfrm flipH="1">
            <a:off x="200616" y="3627209"/>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1"/>
          <p:cNvSpPr/>
          <p:nvPr/>
        </p:nvSpPr>
        <p:spPr>
          <a:xfrm flipH="1">
            <a:off x="719610" y="3878788"/>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1"/>
          <p:cNvSpPr/>
          <p:nvPr/>
        </p:nvSpPr>
        <p:spPr>
          <a:xfrm flipH="1">
            <a:off x="695905" y="3902492"/>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1"/>
          <p:cNvSpPr/>
          <p:nvPr/>
        </p:nvSpPr>
        <p:spPr>
          <a:xfrm flipH="1">
            <a:off x="8234036" y="20053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1"/>
          <p:cNvSpPr/>
          <p:nvPr/>
        </p:nvSpPr>
        <p:spPr>
          <a:xfrm flipH="1">
            <a:off x="8761836" y="36916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1"/>
          <p:cNvSpPr/>
          <p:nvPr/>
        </p:nvSpPr>
        <p:spPr>
          <a:xfrm flipH="1">
            <a:off x="8862311" y="1431335"/>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1"/>
          <p:cNvSpPr/>
          <p:nvPr/>
        </p:nvSpPr>
        <p:spPr>
          <a:xfrm flipH="1">
            <a:off x="1261229" y="19037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1"/>
          <p:cNvSpPr/>
          <p:nvPr/>
        </p:nvSpPr>
        <p:spPr>
          <a:xfrm flipH="1">
            <a:off x="403236" y="20561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1"/>
          <p:cNvSpPr/>
          <p:nvPr/>
        </p:nvSpPr>
        <p:spPr>
          <a:xfrm flipH="1">
            <a:off x="555636" y="37325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1"/>
          <p:cNvSpPr/>
          <p:nvPr/>
        </p:nvSpPr>
        <p:spPr>
          <a:xfrm flipH="1">
            <a:off x="1089036" y="41897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17" name="Shape 91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918" name="Shape 918"/>
        <p:cNvGrpSpPr/>
        <p:nvPr/>
      </p:nvGrpSpPr>
      <p:grpSpPr>
        <a:xfrm>
          <a:off x="0" y="0"/>
          <a:ext cx="0" cy="0"/>
          <a:chOff x="0" y="0"/>
          <a:chExt cx="0" cy="0"/>
        </a:xfrm>
      </p:grpSpPr>
      <p:sp>
        <p:nvSpPr>
          <p:cNvPr id="919" name="Google Shape;919;p13"/>
          <p:cNvSpPr txBox="1"/>
          <p:nvPr>
            <p:ph idx="1" type="subTitle"/>
          </p:nvPr>
        </p:nvSpPr>
        <p:spPr>
          <a:xfrm>
            <a:off x="714799"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0" name="Google Shape;920;p13"/>
          <p:cNvSpPr txBox="1"/>
          <p:nvPr>
            <p:ph idx="2" type="subTitle"/>
          </p:nvPr>
        </p:nvSpPr>
        <p:spPr>
          <a:xfrm>
            <a:off x="871699"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1" name="Google Shape;921;p13"/>
          <p:cNvSpPr txBox="1"/>
          <p:nvPr>
            <p:ph idx="3" type="subTitle"/>
          </p:nvPr>
        </p:nvSpPr>
        <p:spPr>
          <a:xfrm>
            <a:off x="714799"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2" name="Google Shape;922;p13"/>
          <p:cNvSpPr txBox="1"/>
          <p:nvPr>
            <p:ph idx="4" type="subTitle"/>
          </p:nvPr>
        </p:nvSpPr>
        <p:spPr>
          <a:xfrm>
            <a:off x="871699"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3" name="Google Shape;923;p13"/>
          <p:cNvSpPr txBox="1"/>
          <p:nvPr>
            <p:ph hasCustomPrompt="1" type="title"/>
          </p:nvPr>
        </p:nvSpPr>
        <p:spPr>
          <a:xfrm>
            <a:off x="1600099" y="1282367"/>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24" name="Google Shape;924;p13"/>
          <p:cNvSpPr txBox="1"/>
          <p:nvPr>
            <p:ph hasCustomPrompt="1" idx="5" type="title"/>
          </p:nvPr>
        </p:nvSpPr>
        <p:spPr>
          <a:xfrm>
            <a:off x="4174200" y="1282367"/>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25" name="Google Shape;925;p13"/>
          <p:cNvSpPr txBox="1"/>
          <p:nvPr>
            <p:ph idx="6"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926" name="Google Shape;926;p13"/>
          <p:cNvSpPr/>
          <p:nvPr/>
        </p:nvSpPr>
        <p:spPr>
          <a:xfrm flipH="1">
            <a:off x="8540" y="15950"/>
            <a:ext cx="73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3"/>
          <p:cNvSpPr txBox="1"/>
          <p:nvPr>
            <p:ph idx="7" type="subTitle"/>
          </p:nvPr>
        </p:nvSpPr>
        <p:spPr>
          <a:xfrm>
            <a:off x="3287250"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8" name="Google Shape;928;p13"/>
          <p:cNvSpPr txBox="1"/>
          <p:nvPr>
            <p:ph idx="8" type="subTitle"/>
          </p:nvPr>
        </p:nvSpPr>
        <p:spPr>
          <a:xfrm>
            <a:off x="3444150"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9" name="Google Shape;929;p13"/>
          <p:cNvSpPr txBox="1"/>
          <p:nvPr>
            <p:ph idx="9" type="subTitle"/>
          </p:nvPr>
        </p:nvSpPr>
        <p:spPr>
          <a:xfrm>
            <a:off x="3287250"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30" name="Google Shape;930;p13"/>
          <p:cNvSpPr txBox="1"/>
          <p:nvPr>
            <p:ph idx="13" type="subTitle"/>
          </p:nvPr>
        </p:nvSpPr>
        <p:spPr>
          <a:xfrm>
            <a:off x="3444150"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31" name="Google Shape;931;p13"/>
          <p:cNvSpPr txBox="1"/>
          <p:nvPr>
            <p:ph hasCustomPrompt="1" idx="14" type="title"/>
          </p:nvPr>
        </p:nvSpPr>
        <p:spPr>
          <a:xfrm>
            <a:off x="1600999" y="3175731"/>
            <a:ext cx="7971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32" name="Google Shape;932;p13"/>
          <p:cNvSpPr txBox="1"/>
          <p:nvPr>
            <p:ph hasCustomPrompt="1" idx="15" type="title"/>
          </p:nvPr>
        </p:nvSpPr>
        <p:spPr>
          <a:xfrm>
            <a:off x="4172550" y="3175731"/>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grpSp>
        <p:nvGrpSpPr>
          <p:cNvPr id="933" name="Google Shape;933;p13"/>
          <p:cNvGrpSpPr/>
          <p:nvPr/>
        </p:nvGrpSpPr>
        <p:grpSpPr>
          <a:xfrm rot="2456699">
            <a:off x="-1168525" y="4122558"/>
            <a:ext cx="2289126" cy="1739695"/>
            <a:chOff x="-1055215" y="-5268675"/>
            <a:chExt cx="2289244" cy="1739785"/>
          </a:xfrm>
        </p:grpSpPr>
        <p:sp>
          <p:nvSpPr>
            <p:cNvPr id="934" name="Google Shape;934;p13"/>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3"/>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3"/>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13"/>
          <p:cNvGrpSpPr/>
          <p:nvPr/>
        </p:nvGrpSpPr>
        <p:grpSpPr>
          <a:xfrm rot="-5400000">
            <a:off x="-245893" y="2684791"/>
            <a:ext cx="1205112" cy="520243"/>
            <a:chOff x="3970982" y="4604466"/>
            <a:chExt cx="1205112" cy="520243"/>
          </a:xfrm>
        </p:grpSpPr>
        <p:sp>
          <p:nvSpPr>
            <p:cNvPr id="938" name="Google Shape;938;p13"/>
            <p:cNvSpPr/>
            <p:nvPr/>
          </p:nvSpPr>
          <p:spPr>
            <a:xfrm>
              <a:off x="4793927" y="507202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3"/>
            <p:cNvSpPr/>
            <p:nvPr/>
          </p:nvSpPr>
          <p:spPr>
            <a:xfrm>
              <a:off x="4465205" y="46044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3"/>
            <p:cNvSpPr/>
            <p:nvPr/>
          </p:nvSpPr>
          <p:spPr>
            <a:xfrm>
              <a:off x="4632225" y="46044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3"/>
            <p:cNvSpPr/>
            <p:nvPr/>
          </p:nvSpPr>
          <p:spPr>
            <a:xfrm>
              <a:off x="4466725" y="47600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3"/>
            <p:cNvSpPr/>
            <p:nvPr/>
          </p:nvSpPr>
          <p:spPr>
            <a:xfrm>
              <a:off x="4629946" y="47593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
            <p:cNvSpPr/>
            <p:nvPr/>
          </p:nvSpPr>
          <p:spPr>
            <a:xfrm>
              <a:off x="4796206" y="47600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
            <p:cNvSpPr/>
            <p:nvPr/>
          </p:nvSpPr>
          <p:spPr>
            <a:xfrm>
              <a:off x="4459090" y="49110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
            <p:cNvSpPr/>
            <p:nvPr/>
          </p:nvSpPr>
          <p:spPr>
            <a:xfrm>
              <a:off x="4631466" y="49156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3"/>
            <p:cNvSpPr/>
            <p:nvPr/>
          </p:nvSpPr>
          <p:spPr>
            <a:xfrm>
              <a:off x="4796206" y="49164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3"/>
            <p:cNvSpPr/>
            <p:nvPr/>
          </p:nvSpPr>
          <p:spPr>
            <a:xfrm>
              <a:off x="4462166" y="507050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3"/>
            <p:cNvSpPr/>
            <p:nvPr/>
          </p:nvSpPr>
          <p:spPr>
            <a:xfrm>
              <a:off x="4630706" y="507126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3"/>
            <p:cNvSpPr/>
            <p:nvPr/>
          </p:nvSpPr>
          <p:spPr>
            <a:xfrm>
              <a:off x="4797004" y="46052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3"/>
            <p:cNvSpPr/>
            <p:nvPr/>
          </p:nvSpPr>
          <p:spPr>
            <a:xfrm>
              <a:off x="4960985" y="46075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3"/>
            <p:cNvSpPr/>
            <p:nvPr/>
          </p:nvSpPr>
          <p:spPr>
            <a:xfrm>
              <a:off x="4303503" y="46052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3"/>
            <p:cNvSpPr/>
            <p:nvPr/>
          </p:nvSpPr>
          <p:spPr>
            <a:xfrm>
              <a:off x="4303503" y="47600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3"/>
            <p:cNvSpPr/>
            <p:nvPr/>
          </p:nvSpPr>
          <p:spPr>
            <a:xfrm>
              <a:off x="4959428" y="507202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3"/>
            <p:cNvSpPr/>
            <p:nvPr/>
          </p:nvSpPr>
          <p:spPr>
            <a:xfrm>
              <a:off x="4301984" y="507126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3"/>
            <p:cNvSpPr/>
            <p:nvPr/>
          </p:nvSpPr>
          <p:spPr>
            <a:xfrm>
              <a:off x="4960226" y="47623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3"/>
            <p:cNvSpPr/>
            <p:nvPr/>
          </p:nvSpPr>
          <p:spPr>
            <a:xfrm>
              <a:off x="4137243" y="506974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3"/>
            <p:cNvSpPr/>
            <p:nvPr/>
          </p:nvSpPr>
          <p:spPr>
            <a:xfrm>
              <a:off x="4959428" y="49179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3"/>
            <p:cNvSpPr/>
            <p:nvPr/>
          </p:nvSpPr>
          <p:spPr>
            <a:xfrm>
              <a:off x="4302743" y="49149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3"/>
            <p:cNvSpPr/>
            <p:nvPr/>
          </p:nvSpPr>
          <p:spPr>
            <a:xfrm>
              <a:off x="4138762" y="49065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3"/>
            <p:cNvSpPr/>
            <p:nvPr/>
          </p:nvSpPr>
          <p:spPr>
            <a:xfrm>
              <a:off x="3970982" y="507050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3"/>
            <p:cNvSpPr/>
            <p:nvPr/>
          </p:nvSpPr>
          <p:spPr>
            <a:xfrm>
              <a:off x="3973261" y="49156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3"/>
            <p:cNvSpPr/>
            <p:nvPr/>
          </p:nvSpPr>
          <p:spPr>
            <a:xfrm>
              <a:off x="5123447" y="507430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3"/>
            <p:cNvSpPr/>
            <p:nvPr/>
          </p:nvSpPr>
          <p:spPr>
            <a:xfrm>
              <a:off x="4137243" y="47616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3"/>
            <p:cNvSpPr/>
            <p:nvPr/>
          </p:nvSpPr>
          <p:spPr>
            <a:xfrm>
              <a:off x="4134964" y="46060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3"/>
            <p:cNvSpPr/>
            <p:nvPr/>
          </p:nvSpPr>
          <p:spPr>
            <a:xfrm>
              <a:off x="5121890" y="49194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3"/>
            <p:cNvSpPr/>
            <p:nvPr/>
          </p:nvSpPr>
          <p:spPr>
            <a:xfrm>
              <a:off x="5124207" y="47638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3"/>
            <p:cNvSpPr/>
            <p:nvPr/>
          </p:nvSpPr>
          <p:spPr>
            <a:xfrm>
              <a:off x="3974781" y="47593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3"/>
            <p:cNvSpPr/>
            <p:nvPr/>
          </p:nvSpPr>
          <p:spPr>
            <a:xfrm>
              <a:off x="3975541" y="46044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3"/>
            <p:cNvSpPr/>
            <p:nvPr/>
          </p:nvSpPr>
          <p:spPr>
            <a:xfrm>
              <a:off x="5124967" y="46083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0" name="Google Shape;970;p13"/>
          <p:cNvSpPr/>
          <p:nvPr/>
        </p:nvSpPr>
        <p:spPr>
          <a:xfrm>
            <a:off x="-385975" y="-555275"/>
            <a:ext cx="1002000" cy="1002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3"/>
          <p:cNvSpPr/>
          <p:nvPr/>
        </p:nvSpPr>
        <p:spPr>
          <a:xfrm>
            <a:off x="128050" y="6481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3"/>
          <p:cNvSpPr/>
          <p:nvPr/>
        </p:nvSpPr>
        <p:spPr>
          <a:xfrm>
            <a:off x="128063" y="11798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3"/>
          <p:cNvSpPr/>
          <p:nvPr/>
        </p:nvSpPr>
        <p:spPr>
          <a:xfrm flipH="1">
            <a:off x="8432000" y="15950"/>
            <a:ext cx="73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3"/>
          <p:cNvSpPr/>
          <p:nvPr/>
        </p:nvSpPr>
        <p:spPr>
          <a:xfrm flipH="1" rot="-5400000">
            <a:off x="8208225" y="-8"/>
            <a:ext cx="961200" cy="961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3"/>
          <p:cNvSpPr/>
          <p:nvPr/>
        </p:nvSpPr>
        <p:spPr>
          <a:xfrm>
            <a:off x="8868620" y="27893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6" name="Google Shape;976;p13"/>
          <p:cNvGrpSpPr/>
          <p:nvPr/>
        </p:nvGrpSpPr>
        <p:grpSpPr>
          <a:xfrm>
            <a:off x="8563132" y="407721"/>
            <a:ext cx="1730784" cy="1441910"/>
            <a:chOff x="-979618" y="-5128741"/>
            <a:chExt cx="1730784" cy="1441910"/>
          </a:xfrm>
        </p:grpSpPr>
        <p:sp>
          <p:nvSpPr>
            <p:cNvPr id="977" name="Google Shape;977;p13"/>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3"/>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3"/>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0" name="Google Shape;980;p13"/>
          <p:cNvGrpSpPr/>
          <p:nvPr/>
        </p:nvGrpSpPr>
        <p:grpSpPr>
          <a:xfrm>
            <a:off x="8716221" y="3079094"/>
            <a:ext cx="1001862" cy="1525380"/>
            <a:chOff x="2060921" y="-3413869"/>
            <a:chExt cx="1001862" cy="1525380"/>
          </a:xfrm>
        </p:grpSpPr>
        <p:sp>
          <p:nvSpPr>
            <p:cNvPr id="981" name="Google Shape;981;p13"/>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3"/>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3" name="Google Shape;983;p13"/>
          <p:cNvSpPr txBox="1"/>
          <p:nvPr>
            <p:ph hasCustomPrompt="1" idx="16" type="title"/>
          </p:nvPr>
        </p:nvSpPr>
        <p:spPr>
          <a:xfrm>
            <a:off x="6748988" y="1282367"/>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84" name="Google Shape;984;p13"/>
          <p:cNvSpPr txBox="1"/>
          <p:nvPr>
            <p:ph idx="17" type="subTitle"/>
          </p:nvPr>
        </p:nvSpPr>
        <p:spPr>
          <a:xfrm>
            <a:off x="5862038"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5" name="Google Shape;985;p13"/>
          <p:cNvSpPr txBox="1"/>
          <p:nvPr>
            <p:ph idx="18" type="subTitle"/>
          </p:nvPr>
        </p:nvSpPr>
        <p:spPr>
          <a:xfrm>
            <a:off x="6018938"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6" name="Google Shape;986;p13"/>
          <p:cNvSpPr txBox="1"/>
          <p:nvPr>
            <p:ph idx="19" type="subTitle"/>
          </p:nvPr>
        </p:nvSpPr>
        <p:spPr>
          <a:xfrm>
            <a:off x="5862038"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7" name="Google Shape;987;p13"/>
          <p:cNvSpPr txBox="1"/>
          <p:nvPr>
            <p:ph idx="20" type="subTitle"/>
          </p:nvPr>
        </p:nvSpPr>
        <p:spPr>
          <a:xfrm>
            <a:off x="6018938"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8" name="Google Shape;988;p13"/>
          <p:cNvSpPr txBox="1"/>
          <p:nvPr>
            <p:ph hasCustomPrompt="1" idx="21" type="title"/>
          </p:nvPr>
        </p:nvSpPr>
        <p:spPr>
          <a:xfrm>
            <a:off x="6747338" y="3175731"/>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989" name="Shape 989"/>
        <p:cNvGrpSpPr/>
        <p:nvPr/>
      </p:nvGrpSpPr>
      <p:grpSpPr>
        <a:xfrm>
          <a:off x="0" y="0"/>
          <a:ext cx="0" cy="0"/>
          <a:chOff x="0" y="0"/>
          <a:chExt cx="0" cy="0"/>
        </a:xfrm>
      </p:grpSpPr>
      <p:sp>
        <p:nvSpPr>
          <p:cNvPr id="990" name="Google Shape;990;p14"/>
          <p:cNvSpPr txBox="1"/>
          <p:nvPr>
            <p:ph type="title"/>
          </p:nvPr>
        </p:nvSpPr>
        <p:spPr>
          <a:xfrm>
            <a:off x="1371600" y="3114683"/>
            <a:ext cx="6400800" cy="183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800"/>
              <a:buNone/>
              <a:defRPr sz="2000"/>
            </a:lvl1pPr>
            <a:lvl2pPr lvl="1" rtl="0">
              <a:spcBef>
                <a:spcPts val="0"/>
              </a:spcBef>
              <a:spcAft>
                <a:spcPts val="0"/>
              </a:spcAft>
              <a:buSzPts val="1800"/>
              <a:buNone/>
              <a:defRPr b="1" sz="1800"/>
            </a:lvl2pPr>
            <a:lvl3pPr lvl="2" rtl="0">
              <a:spcBef>
                <a:spcPts val="0"/>
              </a:spcBef>
              <a:spcAft>
                <a:spcPts val="0"/>
              </a:spcAft>
              <a:buSzPts val="1800"/>
              <a:buNone/>
              <a:defRPr b="1" sz="1800"/>
            </a:lvl3pPr>
            <a:lvl4pPr lvl="3" rtl="0">
              <a:spcBef>
                <a:spcPts val="0"/>
              </a:spcBef>
              <a:spcAft>
                <a:spcPts val="0"/>
              </a:spcAft>
              <a:buSzPts val="1800"/>
              <a:buNone/>
              <a:defRPr b="1" sz="1800"/>
            </a:lvl4pPr>
            <a:lvl5pPr lvl="4" rtl="0">
              <a:spcBef>
                <a:spcPts val="0"/>
              </a:spcBef>
              <a:spcAft>
                <a:spcPts val="0"/>
              </a:spcAft>
              <a:buSzPts val="1800"/>
              <a:buNone/>
              <a:defRPr b="1" sz="1800"/>
            </a:lvl5pPr>
            <a:lvl6pPr lvl="5" rtl="0">
              <a:spcBef>
                <a:spcPts val="0"/>
              </a:spcBef>
              <a:spcAft>
                <a:spcPts val="0"/>
              </a:spcAft>
              <a:buSzPts val="1800"/>
              <a:buNone/>
              <a:defRPr b="1" sz="1800"/>
            </a:lvl6pPr>
            <a:lvl7pPr lvl="6" rtl="0">
              <a:spcBef>
                <a:spcPts val="0"/>
              </a:spcBef>
              <a:spcAft>
                <a:spcPts val="0"/>
              </a:spcAft>
              <a:buSzPts val="1800"/>
              <a:buNone/>
              <a:defRPr b="1" sz="1800"/>
            </a:lvl7pPr>
            <a:lvl8pPr lvl="7" rtl="0">
              <a:spcBef>
                <a:spcPts val="0"/>
              </a:spcBef>
              <a:spcAft>
                <a:spcPts val="0"/>
              </a:spcAft>
              <a:buSzPts val="1800"/>
              <a:buNone/>
              <a:defRPr b="1" sz="1800"/>
            </a:lvl8pPr>
            <a:lvl9pPr lvl="8" rtl="0">
              <a:spcBef>
                <a:spcPts val="0"/>
              </a:spcBef>
              <a:spcAft>
                <a:spcPts val="0"/>
              </a:spcAft>
              <a:buSzPts val="1800"/>
              <a:buNone/>
              <a:defRPr b="1" sz="1800"/>
            </a:lvl9pPr>
          </a:lstStyle>
          <a:p/>
        </p:txBody>
      </p:sp>
      <p:sp>
        <p:nvSpPr>
          <p:cNvPr id="991" name="Google Shape;991;p14"/>
          <p:cNvSpPr txBox="1"/>
          <p:nvPr>
            <p:ph idx="1" type="subTitle"/>
          </p:nvPr>
        </p:nvSpPr>
        <p:spPr>
          <a:xfrm>
            <a:off x="1371600" y="1845817"/>
            <a:ext cx="6400800" cy="1097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25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992" name="Google Shape;992;p14"/>
          <p:cNvSpPr/>
          <p:nvPr/>
        </p:nvSpPr>
        <p:spPr>
          <a:xfrm flipH="1">
            <a:off x="0" y="0"/>
            <a:ext cx="9144000" cy="133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4"/>
          <p:cNvSpPr/>
          <p:nvPr/>
        </p:nvSpPr>
        <p:spPr>
          <a:xfrm flipH="1">
            <a:off x="0" y="3809750"/>
            <a:ext cx="9144000" cy="133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4" name="Google Shape;994;p14"/>
          <p:cNvGrpSpPr/>
          <p:nvPr/>
        </p:nvGrpSpPr>
        <p:grpSpPr>
          <a:xfrm>
            <a:off x="4194777" y="4230733"/>
            <a:ext cx="754445" cy="775380"/>
            <a:chOff x="4194777" y="3988596"/>
            <a:chExt cx="754445" cy="775380"/>
          </a:xfrm>
        </p:grpSpPr>
        <p:sp>
          <p:nvSpPr>
            <p:cNvPr id="995" name="Google Shape;995;p14"/>
            <p:cNvSpPr/>
            <p:nvPr/>
          </p:nvSpPr>
          <p:spPr>
            <a:xfrm>
              <a:off x="4194777" y="438664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4"/>
            <p:cNvSpPr/>
            <p:nvPr/>
          </p:nvSpPr>
          <p:spPr>
            <a:xfrm>
              <a:off x="4194777" y="3988596"/>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7" name="Google Shape;997;p14"/>
          <p:cNvGrpSpPr/>
          <p:nvPr/>
        </p:nvGrpSpPr>
        <p:grpSpPr>
          <a:xfrm>
            <a:off x="3967142" y="49806"/>
            <a:ext cx="1209708" cy="682666"/>
            <a:chOff x="3967142" y="49806"/>
            <a:chExt cx="1209708" cy="682666"/>
          </a:xfrm>
        </p:grpSpPr>
        <p:sp>
          <p:nvSpPr>
            <p:cNvPr id="998" name="Google Shape;998;p14"/>
            <p:cNvSpPr/>
            <p:nvPr/>
          </p:nvSpPr>
          <p:spPr>
            <a:xfrm>
              <a:off x="4793924" y="52086"/>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4"/>
            <p:cNvSpPr/>
            <p:nvPr/>
          </p:nvSpPr>
          <p:spPr>
            <a:xfrm>
              <a:off x="4955626" y="205393"/>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4"/>
            <p:cNvSpPr/>
            <p:nvPr/>
          </p:nvSpPr>
          <p:spPr>
            <a:xfrm>
              <a:off x="4957145" y="671431"/>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4"/>
            <p:cNvSpPr/>
            <p:nvPr/>
          </p:nvSpPr>
          <p:spPr>
            <a:xfrm>
              <a:off x="4791644" y="672950"/>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4"/>
            <p:cNvSpPr/>
            <p:nvPr/>
          </p:nvSpPr>
          <p:spPr>
            <a:xfrm>
              <a:off x="4626904" y="669912"/>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4"/>
            <p:cNvSpPr/>
            <p:nvPr/>
          </p:nvSpPr>
          <p:spPr>
            <a:xfrm>
              <a:off x="4464442" y="67067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4"/>
            <p:cNvSpPr/>
            <p:nvPr/>
          </p:nvSpPr>
          <p:spPr>
            <a:xfrm>
              <a:off x="4301980" y="671431"/>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4"/>
            <p:cNvSpPr/>
            <p:nvPr/>
          </p:nvSpPr>
          <p:spPr>
            <a:xfrm>
              <a:off x="4958664" y="518123"/>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4"/>
            <p:cNvSpPr/>
            <p:nvPr/>
          </p:nvSpPr>
          <p:spPr>
            <a:xfrm>
              <a:off x="4793924" y="512008"/>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4"/>
            <p:cNvSpPr/>
            <p:nvPr/>
          </p:nvSpPr>
          <p:spPr>
            <a:xfrm>
              <a:off x="4628423" y="516604"/>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4"/>
            <p:cNvSpPr/>
            <p:nvPr/>
          </p:nvSpPr>
          <p:spPr>
            <a:xfrm>
              <a:off x="4464442" y="512768"/>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4"/>
            <p:cNvSpPr/>
            <p:nvPr/>
          </p:nvSpPr>
          <p:spPr>
            <a:xfrm>
              <a:off x="4300460" y="512768"/>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4"/>
            <p:cNvSpPr/>
            <p:nvPr/>
          </p:nvSpPr>
          <p:spPr>
            <a:xfrm>
              <a:off x="4957905" y="360980"/>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4"/>
            <p:cNvSpPr/>
            <p:nvPr/>
          </p:nvSpPr>
          <p:spPr>
            <a:xfrm>
              <a:off x="4462163" y="5056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4"/>
            <p:cNvSpPr/>
            <p:nvPr/>
          </p:nvSpPr>
          <p:spPr>
            <a:xfrm>
              <a:off x="4630702" y="51326"/>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4"/>
            <p:cNvSpPr/>
            <p:nvPr/>
          </p:nvSpPr>
          <p:spPr>
            <a:xfrm>
              <a:off x="4793924" y="362537"/>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4"/>
            <p:cNvSpPr/>
            <p:nvPr/>
          </p:nvSpPr>
          <p:spPr>
            <a:xfrm>
              <a:off x="4626144" y="357941"/>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4"/>
            <p:cNvSpPr/>
            <p:nvPr/>
          </p:nvSpPr>
          <p:spPr>
            <a:xfrm>
              <a:off x="4464442" y="360220"/>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4"/>
            <p:cNvSpPr/>
            <p:nvPr/>
          </p:nvSpPr>
          <p:spPr>
            <a:xfrm>
              <a:off x="4299701" y="355662"/>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4"/>
            <p:cNvSpPr/>
            <p:nvPr/>
          </p:nvSpPr>
          <p:spPr>
            <a:xfrm>
              <a:off x="4790125" y="207672"/>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4"/>
            <p:cNvSpPr/>
            <p:nvPr/>
          </p:nvSpPr>
          <p:spPr>
            <a:xfrm>
              <a:off x="4464442" y="206153"/>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4"/>
            <p:cNvSpPr/>
            <p:nvPr/>
          </p:nvSpPr>
          <p:spPr>
            <a:xfrm>
              <a:off x="4630702" y="204633"/>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4"/>
            <p:cNvSpPr/>
            <p:nvPr/>
          </p:nvSpPr>
          <p:spPr>
            <a:xfrm>
              <a:off x="4301220" y="203114"/>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4"/>
            <p:cNvSpPr/>
            <p:nvPr/>
          </p:nvSpPr>
          <p:spPr>
            <a:xfrm>
              <a:off x="5123443" y="208432"/>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4"/>
            <p:cNvSpPr/>
            <p:nvPr/>
          </p:nvSpPr>
          <p:spPr>
            <a:xfrm>
              <a:off x="4137239" y="35946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4"/>
            <p:cNvSpPr/>
            <p:nvPr/>
          </p:nvSpPr>
          <p:spPr>
            <a:xfrm>
              <a:off x="4136479" y="20159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4"/>
            <p:cNvSpPr/>
            <p:nvPr/>
          </p:nvSpPr>
          <p:spPr>
            <a:xfrm>
              <a:off x="5112732" y="672191"/>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4"/>
            <p:cNvSpPr/>
            <p:nvPr/>
          </p:nvSpPr>
          <p:spPr>
            <a:xfrm>
              <a:off x="4959424" y="52086"/>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4"/>
            <p:cNvSpPr/>
            <p:nvPr/>
          </p:nvSpPr>
          <p:spPr>
            <a:xfrm>
              <a:off x="4301980" y="51326"/>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4"/>
            <p:cNvSpPr/>
            <p:nvPr/>
          </p:nvSpPr>
          <p:spPr>
            <a:xfrm>
              <a:off x="5122684" y="363297"/>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4"/>
            <p:cNvSpPr/>
            <p:nvPr/>
          </p:nvSpPr>
          <p:spPr>
            <a:xfrm>
              <a:off x="4137239" y="51584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4"/>
            <p:cNvSpPr/>
            <p:nvPr/>
          </p:nvSpPr>
          <p:spPr>
            <a:xfrm>
              <a:off x="4137239" y="4980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4"/>
            <p:cNvSpPr/>
            <p:nvPr/>
          </p:nvSpPr>
          <p:spPr>
            <a:xfrm>
              <a:off x="4135719" y="67067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4"/>
            <p:cNvSpPr/>
            <p:nvPr/>
          </p:nvSpPr>
          <p:spPr>
            <a:xfrm>
              <a:off x="3967142" y="66759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4"/>
            <p:cNvSpPr/>
            <p:nvPr/>
          </p:nvSpPr>
          <p:spPr>
            <a:xfrm>
              <a:off x="5121886" y="518123"/>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4"/>
            <p:cNvSpPr/>
            <p:nvPr/>
          </p:nvSpPr>
          <p:spPr>
            <a:xfrm>
              <a:off x="3970979" y="5056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4"/>
            <p:cNvSpPr/>
            <p:nvPr/>
          </p:nvSpPr>
          <p:spPr>
            <a:xfrm>
              <a:off x="3972498" y="515047"/>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4"/>
            <p:cNvSpPr/>
            <p:nvPr/>
          </p:nvSpPr>
          <p:spPr>
            <a:xfrm>
              <a:off x="5123443" y="54365"/>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4"/>
            <p:cNvSpPr/>
            <p:nvPr/>
          </p:nvSpPr>
          <p:spPr>
            <a:xfrm>
              <a:off x="3970979" y="205393"/>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4"/>
            <p:cNvSpPr/>
            <p:nvPr/>
          </p:nvSpPr>
          <p:spPr>
            <a:xfrm>
              <a:off x="3972498" y="360980"/>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8" name="Google Shape;1038;p14"/>
          <p:cNvSpPr/>
          <p:nvPr/>
        </p:nvSpPr>
        <p:spPr>
          <a:xfrm>
            <a:off x="-1202060" y="401567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4"/>
          <p:cNvSpPr/>
          <p:nvPr/>
        </p:nvSpPr>
        <p:spPr>
          <a:xfrm rot="10800000">
            <a:off x="6427817" y="-594069"/>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4"/>
          <p:cNvSpPr/>
          <p:nvPr/>
        </p:nvSpPr>
        <p:spPr>
          <a:xfrm rot="10800000">
            <a:off x="6555289" y="-28942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4"/>
          <p:cNvSpPr/>
          <p:nvPr/>
        </p:nvSpPr>
        <p:spPr>
          <a:xfrm rot="10800000">
            <a:off x="6680524" y="109922"/>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4"/>
          <p:cNvSpPr/>
          <p:nvPr/>
        </p:nvSpPr>
        <p:spPr>
          <a:xfrm flipH="1">
            <a:off x="587959" y="3928804"/>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4"/>
          <p:cNvSpPr/>
          <p:nvPr/>
        </p:nvSpPr>
        <p:spPr>
          <a:xfrm flipH="1">
            <a:off x="1617730" y="405117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4"/>
          <p:cNvSpPr/>
          <p:nvPr/>
        </p:nvSpPr>
        <p:spPr>
          <a:xfrm flipH="1">
            <a:off x="707547" y="4015683"/>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4"/>
          <p:cNvSpPr/>
          <p:nvPr/>
        </p:nvSpPr>
        <p:spPr>
          <a:xfrm flipH="1">
            <a:off x="1719262" y="415834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4"/>
          <p:cNvSpPr/>
          <p:nvPr/>
        </p:nvSpPr>
        <p:spPr>
          <a:xfrm flipH="1">
            <a:off x="807959" y="412738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4"/>
          <p:cNvSpPr/>
          <p:nvPr/>
        </p:nvSpPr>
        <p:spPr>
          <a:xfrm flipH="1">
            <a:off x="967019" y="426955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4"/>
          <p:cNvSpPr/>
          <p:nvPr/>
        </p:nvSpPr>
        <p:spPr>
          <a:xfrm flipH="1">
            <a:off x="1048266" y="438008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4"/>
          <p:cNvSpPr/>
          <p:nvPr/>
        </p:nvSpPr>
        <p:spPr>
          <a:xfrm flipH="1">
            <a:off x="1117089" y="4521133"/>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4"/>
          <p:cNvSpPr/>
          <p:nvPr/>
        </p:nvSpPr>
        <p:spPr>
          <a:xfrm flipH="1">
            <a:off x="1091147" y="4545955"/>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4"/>
          <p:cNvSpPr/>
          <p:nvPr/>
        </p:nvSpPr>
        <p:spPr>
          <a:xfrm>
            <a:off x="414425" y="228604"/>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4"/>
          <p:cNvSpPr/>
          <p:nvPr/>
        </p:nvSpPr>
        <p:spPr>
          <a:xfrm rot="5400000">
            <a:off x="414425" y="833706"/>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4"/>
          <p:cNvSpPr/>
          <p:nvPr/>
        </p:nvSpPr>
        <p:spPr>
          <a:xfrm flipH="1">
            <a:off x="7962321" y="39456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4"/>
          <p:cNvSpPr/>
          <p:nvPr/>
        </p:nvSpPr>
        <p:spPr>
          <a:xfrm flipH="1">
            <a:off x="8111209" y="406860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4"/>
          <p:cNvSpPr/>
          <p:nvPr/>
        </p:nvSpPr>
        <p:spPr>
          <a:xfrm flipH="1">
            <a:off x="8260143" y="4570694"/>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4"/>
          <p:cNvSpPr/>
          <p:nvPr/>
        </p:nvSpPr>
        <p:spPr>
          <a:xfrm flipH="1">
            <a:off x="8325556" y="4641807"/>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4"/>
          <p:cNvSpPr/>
          <p:nvPr/>
        </p:nvSpPr>
        <p:spPr>
          <a:xfrm flipH="1">
            <a:off x="8357145" y="471851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4"/>
          <p:cNvSpPr/>
          <p:nvPr/>
        </p:nvSpPr>
        <p:spPr>
          <a:xfrm flipH="1">
            <a:off x="8198093" y="338981"/>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4"/>
          <p:cNvSpPr/>
          <p:nvPr/>
        </p:nvSpPr>
        <p:spPr>
          <a:xfrm flipH="1">
            <a:off x="8263506" y="410094"/>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4"/>
          <p:cNvSpPr/>
          <p:nvPr/>
        </p:nvSpPr>
        <p:spPr>
          <a:xfrm flipH="1">
            <a:off x="8295095" y="486798"/>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4"/>
          <p:cNvSpPr/>
          <p:nvPr/>
        </p:nvSpPr>
        <p:spPr>
          <a:xfrm flipH="1">
            <a:off x="6032243" y="89619"/>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4"/>
          <p:cNvSpPr/>
          <p:nvPr/>
        </p:nvSpPr>
        <p:spPr>
          <a:xfrm flipH="1">
            <a:off x="6097656" y="16073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4"/>
          <p:cNvSpPr/>
          <p:nvPr/>
        </p:nvSpPr>
        <p:spPr>
          <a:xfrm flipH="1">
            <a:off x="6129245" y="237435"/>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4"/>
          <p:cNvSpPr/>
          <p:nvPr/>
        </p:nvSpPr>
        <p:spPr>
          <a:xfrm>
            <a:off x="2103168" y="4015669"/>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4"/>
          <p:cNvSpPr/>
          <p:nvPr/>
        </p:nvSpPr>
        <p:spPr>
          <a:xfrm>
            <a:off x="2165224" y="408678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4"/>
          <p:cNvSpPr/>
          <p:nvPr/>
        </p:nvSpPr>
        <p:spPr>
          <a:xfrm>
            <a:off x="2213751" y="4163485"/>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4"/>
          <p:cNvSpPr/>
          <p:nvPr/>
        </p:nvSpPr>
        <p:spPr>
          <a:xfrm flipH="1">
            <a:off x="8647184" y="854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4"/>
          <p:cNvSpPr/>
          <p:nvPr/>
        </p:nvSpPr>
        <p:spPr>
          <a:xfrm flipH="1">
            <a:off x="8189984" y="168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4"/>
          <p:cNvSpPr/>
          <p:nvPr/>
        </p:nvSpPr>
        <p:spPr>
          <a:xfrm flipH="1">
            <a:off x="6513584" y="92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4"/>
          <p:cNvSpPr/>
          <p:nvPr/>
        </p:nvSpPr>
        <p:spPr>
          <a:xfrm flipH="1">
            <a:off x="1941584" y="42072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4"/>
          <p:cNvSpPr/>
          <p:nvPr/>
        </p:nvSpPr>
        <p:spPr>
          <a:xfrm flipH="1">
            <a:off x="1408184" y="4283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4"/>
          <p:cNvSpPr/>
          <p:nvPr/>
        </p:nvSpPr>
        <p:spPr>
          <a:xfrm flipH="1">
            <a:off x="8037584" y="42072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4"/>
          <p:cNvSpPr/>
          <p:nvPr/>
        </p:nvSpPr>
        <p:spPr>
          <a:xfrm flipH="1">
            <a:off x="8570984" y="4435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4"/>
          <p:cNvSpPr/>
          <p:nvPr/>
        </p:nvSpPr>
        <p:spPr>
          <a:xfrm flipH="1">
            <a:off x="8875784"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4"/>
          <p:cNvSpPr/>
          <p:nvPr/>
        </p:nvSpPr>
        <p:spPr>
          <a:xfrm flipH="1">
            <a:off x="874784" y="4054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1076" name="Shape 1076"/>
        <p:cNvGrpSpPr/>
        <p:nvPr/>
      </p:nvGrpSpPr>
      <p:grpSpPr>
        <a:xfrm>
          <a:off x="0" y="0"/>
          <a:ext cx="0" cy="0"/>
          <a:chOff x="0" y="0"/>
          <a:chExt cx="0" cy="0"/>
        </a:xfrm>
      </p:grpSpPr>
      <p:sp>
        <p:nvSpPr>
          <p:cNvPr id="1077" name="Google Shape;1077;p15"/>
          <p:cNvSpPr/>
          <p:nvPr/>
        </p:nvSpPr>
        <p:spPr>
          <a:xfrm>
            <a:off x="1043501" y="4397225"/>
            <a:ext cx="404700" cy="40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5"/>
          <p:cNvSpPr/>
          <p:nvPr/>
        </p:nvSpPr>
        <p:spPr>
          <a:xfrm flipH="1">
            <a:off x="-50" y="0"/>
            <a:ext cx="1254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5"/>
          <p:cNvSpPr txBox="1"/>
          <p:nvPr>
            <p:ph type="title"/>
          </p:nvPr>
        </p:nvSpPr>
        <p:spPr>
          <a:xfrm>
            <a:off x="2620991" y="2157263"/>
            <a:ext cx="5073600" cy="4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80" name="Google Shape;1080;p15"/>
          <p:cNvSpPr txBox="1"/>
          <p:nvPr>
            <p:ph idx="1" type="subTitle"/>
          </p:nvPr>
        </p:nvSpPr>
        <p:spPr>
          <a:xfrm>
            <a:off x="2620991" y="2803238"/>
            <a:ext cx="5074800" cy="1830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081" name="Google Shape;1081;p15"/>
          <p:cNvSpPr/>
          <p:nvPr/>
        </p:nvSpPr>
        <p:spPr>
          <a:xfrm>
            <a:off x="549120" y="-533624"/>
            <a:ext cx="1193700" cy="119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5"/>
          <p:cNvSpPr txBox="1"/>
          <p:nvPr>
            <p:ph hasCustomPrompt="1" idx="2" type="title"/>
          </p:nvPr>
        </p:nvSpPr>
        <p:spPr>
          <a:xfrm>
            <a:off x="1448209"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083" name="Google Shape;1083;p15"/>
          <p:cNvGrpSpPr/>
          <p:nvPr/>
        </p:nvGrpSpPr>
        <p:grpSpPr>
          <a:xfrm>
            <a:off x="8506980" y="1997778"/>
            <a:ext cx="560659" cy="1147945"/>
            <a:chOff x="8430780" y="1997778"/>
            <a:chExt cx="560659" cy="1147945"/>
          </a:xfrm>
        </p:grpSpPr>
        <p:sp>
          <p:nvSpPr>
            <p:cNvPr id="1084" name="Google Shape;1084;p15"/>
            <p:cNvSpPr/>
            <p:nvPr/>
          </p:nvSpPr>
          <p:spPr>
            <a:xfrm>
              <a:off x="8928839"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5"/>
            <p:cNvSpPr/>
            <p:nvPr/>
          </p:nvSpPr>
          <p:spPr>
            <a:xfrm>
              <a:off x="8930358"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5"/>
            <p:cNvSpPr/>
            <p:nvPr/>
          </p:nvSpPr>
          <p:spPr>
            <a:xfrm>
              <a:off x="8928079"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5"/>
            <p:cNvSpPr/>
            <p:nvPr/>
          </p:nvSpPr>
          <p:spPr>
            <a:xfrm>
              <a:off x="87656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5"/>
            <p:cNvSpPr/>
            <p:nvPr/>
          </p:nvSpPr>
          <p:spPr>
            <a:xfrm>
              <a:off x="8922723"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5"/>
            <p:cNvSpPr/>
            <p:nvPr/>
          </p:nvSpPr>
          <p:spPr>
            <a:xfrm>
              <a:off x="8928079"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5"/>
            <p:cNvSpPr/>
            <p:nvPr/>
          </p:nvSpPr>
          <p:spPr>
            <a:xfrm>
              <a:off x="87640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5"/>
            <p:cNvSpPr/>
            <p:nvPr/>
          </p:nvSpPr>
          <p:spPr>
            <a:xfrm>
              <a:off x="8925800"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5"/>
            <p:cNvSpPr/>
            <p:nvPr/>
          </p:nvSpPr>
          <p:spPr>
            <a:xfrm>
              <a:off x="8928079"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5"/>
            <p:cNvSpPr/>
            <p:nvPr/>
          </p:nvSpPr>
          <p:spPr>
            <a:xfrm>
              <a:off x="87633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
            <p:cNvSpPr/>
            <p:nvPr/>
          </p:nvSpPr>
          <p:spPr>
            <a:xfrm>
              <a:off x="8928079"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
            <p:cNvSpPr/>
            <p:nvPr/>
          </p:nvSpPr>
          <p:spPr>
            <a:xfrm>
              <a:off x="87648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
            <p:cNvSpPr/>
            <p:nvPr/>
          </p:nvSpPr>
          <p:spPr>
            <a:xfrm>
              <a:off x="87671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5"/>
            <p:cNvSpPr/>
            <p:nvPr/>
          </p:nvSpPr>
          <p:spPr>
            <a:xfrm>
              <a:off x="86008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5"/>
            <p:cNvSpPr/>
            <p:nvPr/>
          </p:nvSpPr>
          <p:spPr>
            <a:xfrm>
              <a:off x="86001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5"/>
            <p:cNvSpPr/>
            <p:nvPr/>
          </p:nvSpPr>
          <p:spPr>
            <a:xfrm>
              <a:off x="87671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5"/>
            <p:cNvSpPr/>
            <p:nvPr/>
          </p:nvSpPr>
          <p:spPr>
            <a:xfrm>
              <a:off x="87656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5"/>
            <p:cNvSpPr/>
            <p:nvPr/>
          </p:nvSpPr>
          <p:spPr>
            <a:xfrm>
              <a:off x="86008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5"/>
            <p:cNvSpPr/>
            <p:nvPr/>
          </p:nvSpPr>
          <p:spPr>
            <a:xfrm>
              <a:off x="86008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5"/>
            <p:cNvSpPr/>
            <p:nvPr/>
          </p:nvSpPr>
          <p:spPr>
            <a:xfrm>
              <a:off x="85993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5"/>
            <p:cNvSpPr/>
            <p:nvPr/>
          </p:nvSpPr>
          <p:spPr>
            <a:xfrm>
              <a:off x="84307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5"/>
            <p:cNvSpPr/>
            <p:nvPr/>
          </p:nvSpPr>
          <p:spPr>
            <a:xfrm>
              <a:off x="87663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5"/>
            <p:cNvSpPr/>
            <p:nvPr/>
          </p:nvSpPr>
          <p:spPr>
            <a:xfrm>
              <a:off x="86023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5"/>
            <p:cNvSpPr/>
            <p:nvPr/>
          </p:nvSpPr>
          <p:spPr>
            <a:xfrm>
              <a:off x="84346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5"/>
            <p:cNvSpPr/>
            <p:nvPr/>
          </p:nvSpPr>
          <p:spPr>
            <a:xfrm>
              <a:off x="84368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5"/>
            <p:cNvSpPr/>
            <p:nvPr/>
          </p:nvSpPr>
          <p:spPr>
            <a:xfrm>
              <a:off x="84361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5"/>
            <p:cNvSpPr/>
            <p:nvPr/>
          </p:nvSpPr>
          <p:spPr>
            <a:xfrm>
              <a:off x="84346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5"/>
            <p:cNvSpPr/>
            <p:nvPr/>
          </p:nvSpPr>
          <p:spPr>
            <a:xfrm>
              <a:off x="86008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5"/>
            <p:cNvSpPr/>
            <p:nvPr/>
          </p:nvSpPr>
          <p:spPr>
            <a:xfrm>
              <a:off x="84361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5"/>
            <p:cNvSpPr/>
            <p:nvPr/>
          </p:nvSpPr>
          <p:spPr>
            <a:xfrm>
              <a:off x="85985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5"/>
            <p:cNvSpPr/>
            <p:nvPr/>
          </p:nvSpPr>
          <p:spPr>
            <a:xfrm>
              <a:off x="84384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5"/>
            <p:cNvSpPr/>
            <p:nvPr/>
          </p:nvSpPr>
          <p:spPr>
            <a:xfrm>
              <a:off x="84391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6" name="Google Shape;1116;p15"/>
          <p:cNvSpPr/>
          <p:nvPr/>
        </p:nvSpPr>
        <p:spPr>
          <a:xfrm flipH="1">
            <a:off x="446346" y="15239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5"/>
          <p:cNvSpPr/>
          <p:nvPr/>
        </p:nvSpPr>
        <p:spPr>
          <a:xfrm flipH="1">
            <a:off x="595234" y="27533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8" name="Google Shape;1118;p15"/>
          <p:cNvGrpSpPr/>
          <p:nvPr/>
        </p:nvGrpSpPr>
        <p:grpSpPr>
          <a:xfrm flipH="1">
            <a:off x="-1817332" y="3630549"/>
            <a:ext cx="2946940" cy="1512969"/>
            <a:chOff x="-64732" y="3630549"/>
            <a:chExt cx="2946940" cy="1512969"/>
          </a:xfrm>
        </p:grpSpPr>
        <p:sp>
          <p:nvSpPr>
            <p:cNvPr id="1119" name="Google Shape;1119;p15"/>
            <p:cNvSpPr/>
            <p:nvPr/>
          </p:nvSpPr>
          <p:spPr>
            <a:xfrm flipH="1">
              <a:off x="-64732" y="363054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5"/>
            <p:cNvSpPr/>
            <p:nvPr/>
          </p:nvSpPr>
          <p:spPr>
            <a:xfrm flipH="1">
              <a:off x="137216" y="368695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5"/>
            <p:cNvSpPr/>
            <p:nvPr/>
          </p:nvSpPr>
          <p:spPr>
            <a:xfrm flipH="1">
              <a:off x="995811" y="420481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2" name="Google Shape;1122;p15"/>
          <p:cNvSpPr/>
          <p:nvPr/>
        </p:nvSpPr>
        <p:spPr>
          <a:xfrm rot="1768943">
            <a:off x="-573228" y="1847838"/>
            <a:ext cx="1596426" cy="1802947"/>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5"/>
          <p:cNvSpPr/>
          <p:nvPr/>
        </p:nvSpPr>
        <p:spPr>
          <a:xfrm rot="1768943">
            <a:off x="-494796" y="1923889"/>
            <a:ext cx="1395608" cy="165065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5"/>
          <p:cNvSpPr/>
          <p:nvPr/>
        </p:nvSpPr>
        <p:spPr>
          <a:xfrm rot="1768943">
            <a:off x="-393343" y="2035865"/>
            <a:ext cx="1193672" cy="1427252"/>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5"/>
          <p:cNvSpPr/>
          <p:nvPr/>
        </p:nvSpPr>
        <p:spPr>
          <a:xfrm rot="1768943">
            <a:off x="-249113" y="2174134"/>
            <a:ext cx="901502" cy="1104556"/>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5"/>
          <p:cNvSpPr/>
          <p:nvPr/>
        </p:nvSpPr>
        <p:spPr>
          <a:xfrm rot="1768943">
            <a:off x="522166" y="2466225"/>
            <a:ext cx="130934" cy="39045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5"/>
          <p:cNvSpPr/>
          <p:nvPr/>
        </p:nvSpPr>
        <p:spPr>
          <a:xfrm flipH="1">
            <a:off x="950984" y="3925083"/>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5"/>
          <p:cNvSpPr/>
          <p:nvPr/>
        </p:nvSpPr>
        <p:spPr>
          <a:xfrm flipH="1">
            <a:off x="1027184" y="2835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5"/>
          <p:cNvSpPr/>
          <p:nvPr/>
        </p:nvSpPr>
        <p:spPr>
          <a:xfrm flipH="1">
            <a:off x="417584" y="2835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5"/>
          <p:cNvSpPr/>
          <p:nvPr/>
        </p:nvSpPr>
        <p:spPr>
          <a:xfrm flipH="1">
            <a:off x="569984" y="1464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5"/>
          <p:cNvSpPr/>
          <p:nvPr/>
        </p:nvSpPr>
        <p:spPr>
          <a:xfrm flipH="1">
            <a:off x="1069391" y="1235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5"/>
          <p:cNvSpPr/>
          <p:nvPr/>
        </p:nvSpPr>
        <p:spPr>
          <a:xfrm flipH="1">
            <a:off x="493784" y="4306083"/>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5"/>
          <p:cNvSpPr/>
          <p:nvPr/>
        </p:nvSpPr>
        <p:spPr>
          <a:xfrm flipH="1">
            <a:off x="81907" y="3727360"/>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5"/>
          <p:cNvSpPr/>
          <p:nvPr/>
        </p:nvSpPr>
        <p:spPr>
          <a:xfrm flipH="1">
            <a:off x="1600605" y="4330360"/>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5"/>
          <p:cNvSpPr/>
          <p:nvPr/>
        </p:nvSpPr>
        <p:spPr>
          <a:xfrm flipH="1">
            <a:off x="1702137" y="4437532"/>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5"/>
          <p:cNvSpPr/>
          <p:nvPr/>
        </p:nvSpPr>
        <p:spPr>
          <a:xfrm flipH="1">
            <a:off x="8131975" y="378567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5"/>
          <p:cNvSpPr/>
          <p:nvPr/>
        </p:nvSpPr>
        <p:spPr>
          <a:xfrm flipH="1" rot="-5400000">
            <a:off x="8131975" y="4390781"/>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5"/>
          <p:cNvSpPr/>
          <p:nvPr/>
        </p:nvSpPr>
        <p:spPr>
          <a:xfrm>
            <a:off x="8131965" y="-1496272"/>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5"/>
          <p:cNvSpPr/>
          <p:nvPr/>
        </p:nvSpPr>
        <p:spPr>
          <a:xfrm flipH="1">
            <a:off x="7161667" y="-7469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5"/>
          <p:cNvSpPr/>
          <p:nvPr/>
        </p:nvSpPr>
        <p:spPr>
          <a:xfrm>
            <a:off x="4176600" y="459941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5"/>
          <p:cNvSpPr/>
          <p:nvPr/>
        </p:nvSpPr>
        <p:spPr>
          <a:xfrm flipH="1">
            <a:off x="7289139" y="697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5"/>
          <p:cNvSpPr/>
          <p:nvPr/>
        </p:nvSpPr>
        <p:spPr>
          <a:xfrm flipH="1">
            <a:off x="7414374" y="1305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5"/>
          <p:cNvSpPr/>
          <p:nvPr/>
        </p:nvSpPr>
        <p:spPr>
          <a:xfrm flipH="1" rot="10238554">
            <a:off x="3571755" y="-1362274"/>
            <a:ext cx="2383906" cy="1642699"/>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5"/>
          <p:cNvSpPr/>
          <p:nvPr/>
        </p:nvSpPr>
        <p:spPr>
          <a:xfrm flipH="1" rot="10238554">
            <a:off x="3717855" y="-1059166"/>
            <a:ext cx="2123326" cy="1193658"/>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5"/>
          <p:cNvSpPr/>
          <p:nvPr/>
        </p:nvSpPr>
        <p:spPr>
          <a:xfrm flipH="1" rot="10238554">
            <a:off x="3859382" y="-661161"/>
            <a:ext cx="1884159" cy="733437"/>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0_1">
    <p:spTree>
      <p:nvGrpSpPr>
        <p:cNvPr id="1146" name="Shape 1146"/>
        <p:cNvGrpSpPr/>
        <p:nvPr/>
      </p:nvGrpSpPr>
      <p:grpSpPr>
        <a:xfrm>
          <a:off x="0" y="0"/>
          <a:ext cx="0" cy="0"/>
          <a:chOff x="0" y="0"/>
          <a:chExt cx="0" cy="0"/>
        </a:xfrm>
      </p:grpSpPr>
      <p:sp>
        <p:nvSpPr>
          <p:cNvPr id="1147" name="Google Shape;1147;p16"/>
          <p:cNvSpPr txBox="1"/>
          <p:nvPr>
            <p:ph type="title"/>
          </p:nvPr>
        </p:nvSpPr>
        <p:spPr>
          <a:xfrm>
            <a:off x="1140488" y="2132184"/>
            <a:ext cx="5622300" cy="41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48" name="Google Shape;1148;p16"/>
          <p:cNvSpPr txBox="1"/>
          <p:nvPr>
            <p:ph idx="1" type="subTitle"/>
          </p:nvPr>
        </p:nvSpPr>
        <p:spPr>
          <a:xfrm>
            <a:off x="1139288" y="2828316"/>
            <a:ext cx="5623500" cy="183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49" name="Google Shape;1149;p16"/>
          <p:cNvSpPr txBox="1"/>
          <p:nvPr>
            <p:ph hasCustomPrompt="1" idx="2" type="title"/>
          </p:nvPr>
        </p:nvSpPr>
        <p:spPr>
          <a:xfrm>
            <a:off x="6916613"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150" name="Google Shape;1150;p16"/>
          <p:cNvGrpSpPr/>
          <p:nvPr/>
        </p:nvGrpSpPr>
        <p:grpSpPr>
          <a:xfrm>
            <a:off x="2607452" y="3919366"/>
            <a:ext cx="1209708" cy="1147945"/>
            <a:chOff x="5235125" y="2636100"/>
            <a:chExt cx="796175" cy="755525"/>
          </a:xfrm>
        </p:grpSpPr>
        <p:sp>
          <p:nvSpPr>
            <p:cNvPr id="1151" name="Google Shape;1151;p16"/>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6"/>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6"/>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6"/>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6"/>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6"/>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6"/>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6"/>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6"/>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6"/>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6"/>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6"/>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6"/>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6"/>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6"/>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6"/>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6"/>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6"/>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6"/>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6"/>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6"/>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6"/>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6"/>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6"/>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6"/>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6"/>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6"/>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6"/>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6"/>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6"/>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6"/>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6"/>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6"/>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6"/>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6"/>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6"/>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6"/>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6"/>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6"/>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6"/>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6"/>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6"/>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6"/>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6"/>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6"/>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6"/>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6"/>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6"/>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6"/>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6"/>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6"/>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6"/>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6"/>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6"/>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6"/>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6"/>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6"/>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6"/>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6"/>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6"/>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6"/>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6"/>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6"/>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6"/>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5" name="Google Shape;1215;p16"/>
          <p:cNvGrpSpPr/>
          <p:nvPr/>
        </p:nvGrpSpPr>
        <p:grpSpPr>
          <a:xfrm>
            <a:off x="7858180" y="99016"/>
            <a:ext cx="1209708" cy="1147945"/>
            <a:chOff x="5235125" y="2636100"/>
            <a:chExt cx="796175" cy="755525"/>
          </a:xfrm>
        </p:grpSpPr>
        <p:sp>
          <p:nvSpPr>
            <p:cNvPr id="1216" name="Google Shape;1216;p16"/>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6"/>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6"/>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6"/>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6"/>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6"/>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6"/>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6"/>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6"/>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6"/>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6"/>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6"/>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6"/>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6"/>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6"/>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6"/>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6"/>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6"/>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6"/>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6"/>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6"/>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6"/>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6"/>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6"/>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6"/>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6"/>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6"/>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6"/>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6"/>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6"/>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6"/>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6"/>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6"/>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6"/>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6"/>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6"/>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6"/>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6"/>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6"/>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6"/>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6"/>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6"/>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6"/>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6"/>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6"/>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6"/>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6"/>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6"/>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6"/>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6"/>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6"/>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6"/>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6"/>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6"/>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6"/>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6"/>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6"/>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6"/>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6"/>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6"/>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6"/>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6"/>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6"/>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6"/>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0" name="Google Shape;1280;p16"/>
          <p:cNvSpPr/>
          <p:nvPr/>
        </p:nvSpPr>
        <p:spPr>
          <a:xfrm flipH="1">
            <a:off x="-36" y="3578225"/>
            <a:ext cx="9153000" cy="15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6"/>
          <p:cNvSpPr/>
          <p:nvPr/>
        </p:nvSpPr>
        <p:spPr>
          <a:xfrm flipH="1">
            <a:off x="-36" y="0"/>
            <a:ext cx="9153000" cy="15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6"/>
          <p:cNvSpPr/>
          <p:nvPr/>
        </p:nvSpPr>
        <p:spPr>
          <a:xfrm>
            <a:off x="6842470" y="-729095"/>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6"/>
          <p:cNvSpPr/>
          <p:nvPr/>
        </p:nvSpPr>
        <p:spPr>
          <a:xfrm>
            <a:off x="3317210" y="-105347"/>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6"/>
          <p:cNvSpPr/>
          <p:nvPr/>
        </p:nvSpPr>
        <p:spPr>
          <a:xfrm flipH="1">
            <a:off x="2851457" y="3730613"/>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6"/>
          <p:cNvSpPr/>
          <p:nvPr/>
        </p:nvSpPr>
        <p:spPr>
          <a:xfrm flipH="1">
            <a:off x="1446180" y="-43924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6"/>
          <p:cNvSpPr/>
          <p:nvPr/>
        </p:nvSpPr>
        <p:spPr>
          <a:xfrm flipH="1">
            <a:off x="5852818" y="-48397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6"/>
          <p:cNvSpPr/>
          <p:nvPr/>
        </p:nvSpPr>
        <p:spPr>
          <a:xfrm flipH="1">
            <a:off x="2645462" y="76224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6"/>
          <p:cNvSpPr/>
          <p:nvPr/>
        </p:nvSpPr>
        <p:spPr>
          <a:xfrm flipH="1">
            <a:off x="3945865" y="4790431"/>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6"/>
          <p:cNvSpPr/>
          <p:nvPr/>
        </p:nvSpPr>
        <p:spPr>
          <a:xfrm flipH="1">
            <a:off x="6283366" y="-122767"/>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6"/>
          <p:cNvSpPr/>
          <p:nvPr/>
        </p:nvSpPr>
        <p:spPr>
          <a:xfrm flipH="1">
            <a:off x="2927054" y="3870546"/>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6"/>
          <p:cNvSpPr/>
          <p:nvPr/>
        </p:nvSpPr>
        <p:spPr>
          <a:xfrm flipH="1">
            <a:off x="1573651" y="-294838"/>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6"/>
          <p:cNvSpPr/>
          <p:nvPr/>
        </p:nvSpPr>
        <p:spPr>
          <a:xfrm flipH="1">
            <a:off x="2789873" y="83106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6"/>
          <p:cNvSpPr/>
          <p:nvPr/>
        </p:nvSpPr>
        <p:spPr>
          <a:xfrm flipH="1">
            <a:off x="4011278" y="4861544"/>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6"/>
          <p:cNvSpPr/>
          <p:nvPr/>
        </p:nvSpPr>
        <p:spPr>
          <a:xfrm flipH="1">
            <a:off x="6569954" y="-15594"/>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6"/>
          <p:cNvSpPr/>
          <p:nvPr/>
        </p:nvSpPr>
        <p:spPr>
          <a:xfrm flipH="1">
            <a:off x="1698886" y="-2339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6"/>
          <p:cNvSpPr/>
          <p:nvPr/>
        </p:nvSpPr>
        <p:spPr>
          <a:xfrm flipH="1">
            <a:off x="2934340" y="9405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6"/>
          <p:cNvSpPr/>
          <p:nvPr/>
        </p:nvSpPr>
        <p:spPr>
          <a:xfrm flipH="1">
            <a:off x="3150469" y="394160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6"/>
          <p:cNvSpPr/>
          <p:nvPr/>
        </p:nvSpPr>
        <p:spPr>
          <a:xfrm flipH="1">
            <a:off x="7141961" y="395094"/>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6"/>
          <p:cNvSpPr/>
          <p:nvPr/>
        </p:nvSpPr>
        <p:spPr>
          <a:xfrm flipH="1">
            <a:off x="3447176" y="4052186"/>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6"/>
          <p:cNvSpPr/>
          <p:nvPr/>
        </p:nvSpPr>
        <p:spPr>
          <a:xfrm flipH="1">
            <a:off x="2898133" y="4875300"/>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6"/>
          <p:cNvSpPr/>
          <p:nvPr/>
        </p:nvSpPr>
        <p:spPr>
          <a:xfrm flipH="1">
            <a:off x="6427987" y="760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6"/>
          <p:cNvSpPr/>
          <p:nvPr/>
        </p:nvSpPr>
        <p:spPr>
          <a:xfrm flipH="1" rot="7510477">
            <a:off x="6092453" y="4413042"/>
            <a:ext cx="101587" cy="101643"/>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6"/>
          <p:cNvSpPr/>
          <p:nvPr/>
        </p:nvSpPr>
        <p:spPr>
          <a:xfrm flipH="1">
            <a:off x="2994648" y="4130008"/>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6"/>
          <p:cNvSpPr/>
          <p:nvPr/>
        </p:nvSpPr>
        <p:spPr>
          <a:xfrm flipH="1">
            <a:off x="3334673" y="56967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6"/>
          <p:cNvSpPr/>
          <p:nvPr/>
        </p:nvSpPr>
        <p:spPr>
          <a:xfrm flipH="1">
            <a:off x="3310968" y="59338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6"/>
          <p:cNvSpPr/>
          <p:nvPr/>
        </p:nvSpPr>
        <p:spPr>
          <a:xfrm flipH="1">
            <a:off x="4067690" y="5142025"/>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6"/>
          <p:cNvSpPr/>
          <p:nvPr/>
        </p:nvSpPr>
        <p:spPr>
          <a:xfrm flipH="1">
            <a:off x="4042867" y="5166848"/>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8" name="Google Shape;1308;p16"/>
          <p:cNvGrpSpPr/>
          <p:nvPr/>
        </p:nvGrpSpPr>
        <p:grpSpPr>
          <a:xfrm>
            <a:off x="4143084" y="3504855"/>
            <a:ext cx="2393464" cy="2343623"/>
            <a:chOff x="3516837" y="3428655"/>
            <a:chExt cx="2393464" cy="2343623"/>
          </a:xfrm>
        </p:grpSpPr>
        <p:sp>
          <p:nvSpPr>
            <p:cNvPr id="1309" name="Google Shape;1309;p16"/>
            <p:cNvSpPr/>
            <p:nvPr/>
          </p:nvSpPr>
          <p:spPr>
            <a:xfrm flipH="1" rot="7510477">
              <a:off x="3915329" y="3698962"/>
              <a:ext cx="1596481" cy="1803008"/>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6"/>
            <p:cNvSpPr/>
            <p:nvPr/>
          </p:nvSpPr>
          <p:spPr>
            <a:xfrm flipH="1" rot="7510477">
              <a:off x="3995921" y="3784607"/>
              <a:ext cx="1395656" cy="1650712"/>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6"/>
            <p:cNvSpPr/>
            <p:nvPr/>
          </p:nvSpPr>
          <p:spPr>
            <a:xfrm flipH="1" rot="7510477">
              <a:off x="4097216" y="3895863"/>
              <a:ext cx="1193712" cy="1427300"/>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6"/>
            <p:cNvSpPr/>
            <p:nvPr/>
          </p:nvSpPr>
          <p:spPr>
            <a:xfrm flipH="1" rot="7510477">
              <a:off x="4251510" y="4078874"/>
              <a:ext cx="901532" cy="110459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6"/>
            <p:cNvSpPr/>
            <p:nvPr/>
          </p:nvSpPr>
          <p:spPr>
            <a:xfrm flipH="1" rot="7510477">
              <a:off x="5013466" y="4329445"/>
              <a:ext cx="130939" cy="39046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6"/>
            <p:cNvSpPr/>
            <p:nvPr/>
          </p:nvSpPr>
          <p:spPr>
            <a:xfrm flipH="1" rot="7510477">
              <a:off x="5095056" y="4516892"/>
              <a:ext cx="4585" cy="55350"/>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6"/>
            <p:cNvSpPr/>
            <p:nvPr/>
          </p:nvSpPr>
          <p:spPr>
            <a:xfrm flipH="1" rot="7510477">
              <a:off x="5070454" y="4542140"/>
              <a:ext cx="55350" cy="4585"/>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6" name="Google Shape;1316;p16"/>
          <p:cNvSpPr/>
          <p:nvPr/>
        </p:nvSpPr>
        <p:spPr>
          <a:xfrm>
            <a:off x="8433200" y="384962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6"/>
          <p:cNvSpPr/>
          <p:nvPr/>
        </p:nvSpPr>
        <p:spPr>
          <a:xfrm rot="5400000">
            <a:off x="8431434" y="4454735"/>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6"/>
          <p:cNvSpPr/>
          <p:nvPr/>
        </p:nvSpPr>
        <p:spPr>
          <a:xfrm>
            <a:off x="144856" y="1398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6"/>
          <p:cNvSpPr/>
          <p:nvPr/>
        </p:nvSpPr>
        <p:spPr>
          <a:xfrm flipH="1">
            <a:off x="3451848" y="44252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6"/>
          <p:cNvSpPr/>
          <p:nvPr/>
        </p:nvSpPr>
        <p:spPr>
          <a:xfrm flipH="1">
            <a:off x="4975848" y="39299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6"/>
          <p:cNvSpPr/>
          <p:nvPr/>
        </p:nvSpPr>
        <p:spPr>
          <a:xfrm>
            <a:off x="144856" y="6220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6"/>
          <p:cNvSpPr/>
          <p:nvPr/>
        </p:nvSpPr>
        <p:spPr>
          <a:xfrm flipH="1">
            <a:off x="7094737" y="3808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6"/>
          <p:cNvSpPr/>
          <p:nvPr/>
        </p:nvSpPr>
        <p:spPr>
          <a:xfrm flipH="1">
            <a:off x="8466337" y="6094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6"/>
          <p:cNvSpPr/>
          <p:nvPr/>
        </p:nvSpPr>
        <p:spPr>
          <a:xfrm flipH="1">
            <a:off x="7780537" y="9714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0_1_1">
    <p:bg>
      <p:bgPr>
        <a:solidFill>
          <a:schemeClr val="lt2"/>
        </a:solidFill>
      </p:bgPr>
    </p:bg>
    <p:spTree>
      <p:nvGrpSpPr>
        <p:cNvPr id="1325" name="Shape 1325"/>
        <p:cNvGrpSpPr/>
        <p:nvPr/>
      </p:nvGrpSpPr>
      <p:grpSpPr>
        <a:xfrm>
          <a:off x="0" y="0"/>
          <a:ext cx="0" cy="0"/>
          <a:chOff x="0" y="0"/>
          <a:chExt cx="0" cy="0"/>
        </a:xfrm>
      </p:grpSpPr>
      <p:sp>
        <p:nvSpPr>
          <p:cNvPr id="1326" name="Google Shape;1326;p17"/>
          <p:cNvSpPr txBox="1"/>
          <p:nvPr>
            <p:ph type="title"/>
          </p:nvPr>
        </p:nvSpPr>
        <p:spPr>
          <a:xfrm>
            <a:off x="2514600" y="1484478"/>
            <a:ext cx="41148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27" name="Google Shape;1327;p17"/>
          <p:cNvSpPr txBox="1"/>
          <p:nvPr>
            <p:ph idx="1" type="subTitle"/>
          </p:nvPr>
        </p:nvSpPr>
        <p:spPr>
          <a:xfrm>
            <a:off x="3037200" y="2100917"/>
            <a:ext cx="3069600" cy="39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328" name="Google Shape;1328;p17"/>
          <p:cNvSpPr txBox="1"/>
          <p:nvPr>
            <p:ph hasCustomPrompt="1" idx="2" type="title"/>
          </p:nvPr>
        </p:nvSpPr>
        <p:spPr>
          <a:xfrm>
            <a:off x="4027950" y="2947572"/>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329" name="Google Shape;1329;p17"/>
          <p:cNvSpPr/>
          <p:nvPr/>
        </p:nvSpPr>
        <p:spPr>
          <a:xfrm>
            <a:off x="2530200" y="0"/>
            <a:ext cx="40836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7"/>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7"/>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7"/>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7"/>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7"/>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7"/>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7"/>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7"/>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7"/>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7"/>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7"/>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7"/>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7"/>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7"/>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7"/>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7"/>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7"/>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7"/>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7"/>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7"/>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7"/>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7"/>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7"/>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7"/>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7"/>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7"/>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7"/>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7"/>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7"/>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7"/>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7"/>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7"/>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7"/>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7"/>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7"/>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7"/>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7"/>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7"/>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7"/>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7"/>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7"/>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7"/>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2" name="Google Shape;1372;p17"/>
          <p:cNvGrpSpPr/>
          <p:nvPr/>
        </p:nvGrpSpPr>
        <p:grpSpPr>
          <a:xfrm>
            <a:off x="3970982" y="4599416"/>
            <a:ext cx="1205112" cy="520243"/>
            <a:chOff x="3970982" y="4599416"/>
            <a:chExt cx="1205112" cy="520243"/>
          </a:xfrm>
        </p:grpSpPr>
        <p:sp>
          <p:nvSpPr>
            <p:cNvPr id="1373" name="Google Shape;1373;p17"/>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7"/>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7"/>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7"/>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7"/>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7"/>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7"/>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7"/>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7"/>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7"/>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7"/>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7"/>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7"/>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7"/>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7"/>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7"/>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7"/>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7"/>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7"/>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7"/>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7"/>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7"/>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7"/>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7"/>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7"/>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7"/>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7"/>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7"/>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7"/>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7"/>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7"/>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7"/>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5" name="Google Shape;1405;p17"/>
          <p:cNvGrpSpPr/>
          <p:nvPr/>
        </p:nvGrpSpPr>
        <p:grpSpPr>
          <a:xfrm>
            <a:off x="3969444" y="51341"/>
            <a:ext cx="1205112" cy="520243"/>
            <a:chOff x="3970982" y="4599416"/>
            <a:chExt cx="1205112" cy="520243"/>
          </a:xfrm>
        </p:grpSpPr>
        <p:sp>
          <p:nvSpPr>
            <p:cNvPr id="1406" name="Google Shape;1406;p17"/>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7"/>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7"/>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7"/>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7"/>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7"/>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7"/>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7"/>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7"/>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7"/>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7"/>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7"/>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7"/>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7"/>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7"/>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7"/>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7"/>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7"/>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7"/>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7"/>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7"/>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7"/>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7"/>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7"/>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7"/>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7"/>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7"/>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7"/>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7"/>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7"/>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7"/>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7"/>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8" name="Google Shape;1438;p17"/>
          <p:cNvGrpSpPr/>
          <p:nvPr/>
        </p:nvGrpSpPr>
        <p:grpSpPr>
          <a:xfrm>
            <a:off x="335952" y="4224312"/>
            <a:ext cx="754524" cy="750237"/>
            <a:chOff x="8523754" y="10"/>
            <a:chExt cx="516408" cy="513439"/>
          </a:xfrm>
        </p:grpSpPr>
        <p:sp>
          <p:nvSpPr>
            <p:cNvPr id="1439" name="Google Shape;1439;p17"/>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7"/>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1" name="Google Shape;1441;p17"/>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7"/>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3" name="Google Shape;1443;p17"/>
          <p:cNvGrpSpPr/>
          <p:nvPr/>
        </p:nvGrpSpPr>
        <p:grpSpPr>
          <a:xfrm flipH="1" rot="2700000">
            <a:off x="-2243747" y="347213"/>
            <a:ext cx="2946912" cy="1512954"/>
            <a:chOff x="-1306807" y="-1638114"/>
            <a:chExt cx="2946940" cy="1512969"/>
          </a:xfrm>
        </p:grpSpPr>
        <p:sp>
          <p:nvSpPr>
            <p:cNvPr id="1444" name="Google Shape;1444;p17"/>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7"/>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7"/>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7" name="Google Shape;1447;p17"/>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7"/>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7"/>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7"/>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7"/>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0_1_1_1">
    <p:bg>
      <p:bgPr>
        <a:solidFill>
          <a:schemeClr val="lt2"/>
        </a:solidFill>
      </p:bgPr>
    </p:bg>
    <p:spTree>
      <p:nvGrpSpPr>
        <p:cNvPr id="1452" name="Shape 1452"/>
        <p:cNvGrpSpPr/>
        <p:nvPr/>
      </p:nvGrpSpPr>
      <p:grpSpPr>
        <a:xfrm>
          <a:off x="0" y="0"/>
          <a:ext cx="0" cy="0"/>
          <a:chOff x="0" y="0"/>
          <a:chExt cx="0" cy="0"/>
        </a:xfrm>
      </p:grpSpPr>
      <p:sp>
        <p:nvSpPr>
          <p:cNvPr id="1453" name="Google Shape;1453;p18"/>
          <p:cNvSpPr/>
          <p:nvPr/>
        </p:nvSpPr>
        <p:spPr>
          <a:xfrm>
            <a:off x="0" y="4075216"/>
            <a:ext cx="9144000" cy="109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8"/>
          <p:cNvSpPr/>
          <p:nvPr/>
        </p:nvSpPr>
        <p:spPr>
          <a:xfrm>
            <a:off x="0" y="0"/>
            <a:ext cx="9144000" cy="109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8"/>
          <p:cNvSpPr txBox="1"/>
          <p:nvPr>
            <p:ph type="title"/>
          </p:nvPr>
        </p:nvSpPr>
        <p:spPr>
          <a:xfrm>
            <a:off x="2514600" y="2671608"/>
            <a:ext cx="41148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56" name="Google Shape;1456;p18"/>
          <p:cNvSpPr txBox="1"/>
          <p:nvPr>
            <p:ph idx="1" type="subTitle"/>
          </p:nvPr>
        </p:nvSpPr>
        <p:spPr>
          <a:xfrm>
            <a:off x="3037200" y="3288047"/>
            <a:ext cx="3069600" cy="39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457" name="Google Shape;1457;p18"/>
          <p:cNvSpPr txBox="1"/>
          <p:nvPr>
            <p:ph hasCustomPrompt="1" idx="2" type="title"/>
          </p:nvPr>
        </p:nvSpPr>
        <p:spPr>
          <a:xfrm>
            <a:off x="4027950" y="1696303"/>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458" name="Google Shape;1458;p18"/>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8"/>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8"/>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8"/>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8"/>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8"/>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8"/>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8"/>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8"/>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8"/>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8"/>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8"/>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8"/>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8"/>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8"/>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8"/>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8"/>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8"/>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8"/>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8"/>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8"/>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8"/>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8"/>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8"/>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8"/>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8"/>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8"/>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8"/>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8"/>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8"/>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8"/>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8"/>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8"/>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8"/>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8"/>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8"/>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8"/>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8"/>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8"/>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8"/>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8"/>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8"/>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0" name="Google Shape;1500;p18"/>
          <p:cNvGrpSpPr/>
          <p:nvPr/>
        </p:nvGrpSpPr>
        <p:grpSpPr>
          <a:xfrm>
            <a:off x="3970982" y="4599416"/>
            <a:ext cx="1205112" cy="520243"/>
            <a:chOff x="3970982" y="4599416"/>
            <a:chExt cx="1205112" cy="520243"/>
          </a:xfrm>
        </p:grpSpPr>
        <p:sp>
          <p:nvSpPr>
            <p:cNvPr id="1501" name="Google Shape;1501;p18"/>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8"/>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8"/>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8"/>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8"/>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8"/>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8"/>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8"/>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8"/>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8"/>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8"/>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8"/>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8"/>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8"/>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8"/>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8"/>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8"/>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8"/>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8"/>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8"/>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8"/>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8"/>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8"/>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8"/>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8"/>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8"/>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8"/>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8"/>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8"/>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8"/>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8"/>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8"/>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3" name="Google Shape;1533;p18"/>
          <p:cNvGrpSpPr/>
          <p:nvPr/>
        </p:nvGrpSpPr>
        <p:grpSpPr>
          <a:xfrm>
            <a:off x="3969444" y="51341"/>
            <a:ext cx="1205112" cy="520243"/>
            <a:chOff x="3970982" y="4599416"/>
            <a:chExt cx="1205112" cy="520243"/>
          </a:xfrm>
        </p:grpSpPr>
        <p:sp>
          <p:nvSpPr>
            <p:cNvPr id="1534" name="Google Shape;1534;p18"/>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8"/>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8"/>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8"/>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8"/>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8"/>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8"/>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8"/>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8"/>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8"/>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8"/>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8"/>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8"/>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8"/>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8"/>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8"/>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8"/>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8"/>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8"/>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8"/>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8"/>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8"/>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8"/>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8"/>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8"/>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8"/>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8"/>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8"/>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8"/>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8"/>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8"/>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8"/>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18"/>
          <p:cNvGrpSpPr/>
          <p:nvPr/>
        </p:nvGrpSpPr>
        <p:grpSpPr>
          <a:xfrm>
            <a:off x="335952" y="4224312"/>
            <a:ext cx="754524" cy="750237"/>
            <a:chOff x="8523754" y="10"/>
            <a:chExt cx="516408" cy="513439"/>
          </a:xfrm>
        </p:grpSpPr>
        <p:sp>
          <p:nvSpPr>
            <p:cNvPr id="1567" name="Google Shape;1567;p18"/>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8"/>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9" name="Google Shape;1569;p18"/>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8"/>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1" name="Google Shape;1571;p18"/>
          <p:cNvGrpSpPr/>
          <p:nvPr/>
        </p:nvGrpSpPr>
        <p:grpSpPr>
          <a:xfrm flipH="1" rot="2700000">
            <a:off x="-2243747" y="347213"/>
            <a:ext cx="2946912" cy="1512954"/>
            <a:chOff x="-1306807" y="-1638114"/>
            <a:chExt cx="2946940" cy="1512969"/>
          </a:xfrm>
        </p:grpSpPr>
        <p:sp>
          <p:nvSpPr>
            <p:cNvPr id="1572" name="Google Shape;1572;p18"/>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8"/>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8"/>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5" name="Google Shape;1575;p18"/>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8"/>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8"/>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8"/>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8"/>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CUSTOM_10_1_1_1_1">
    <p:bg>
      <p:bgPr>
        <a:solidFill>
          <a:schemeClr val="lt2"/>
        </a:solidFill>
      </p:bgPr>
    </p:bg>
    <p:spTree>
      <p:nvGrpSpPr>
        <p:cNvPr id="1580" name="Shape 1580"/>
        <p:cNvGrpSpPr/>
        <p:nvPr/>
      </p:nvGrpSpPr>
      <p:grpSpPr>
        <a:xfrm>
          <a:off x="0" y="0"/>
          <a:ext cx="0" cy="0"/>
          <a:chOff x="0" y="0"/>
          <a:chExt cx="0" cy="0"/>
        </a:xfrm>
      </p:grpSpPr>
      <p:sp>
        <p:nvSpPr>
          <p:cNvPr id="1581" name="Google Shape;1581;p19"/>
          <p:cNvSpPr/>
          <p:nvPr/>
        </p:nvSpPr>
        <p:spPr>
          <a:xfrm flipH="1">
            <a:off x="8403688" y="0"/>
            <a:ext cx="7545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9"/>
          <p:cNvSpPr txBox="1"/>
          <p:nvPr>
            <p:ph type="title"/>
          </p:nvPr>
        </p:nvSpPr>
        <p:spPr>
          <a:xfrm>
            <a:off x="3110400" y="2065980"/>
            <a:ext cx="4114800" cy="4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83" name="Google Shape;1583;p19"/>
          <p:cNvSpPr txBox="1"/>
          <p:nvPr>
            <p:ph idx="1" type="subTitle"/>
          </p:nvPr>
        </p:nvSpPr>
        <p:spPr>
          <a:xfrm>
            <a:off x="3110400" y="2682420"/>
            <a:ext cx="3069600" cy="3951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584" name="Google Shape;1584;p19"/>
          <p:cNvSpPr txBox="1"/>
          <p:nvPr>
            <p:ph hasCustomPrompt="1" idx="2" type="title"/>
          </p:nvPr>
        </p:nvSpPr>
        <p:spPr>
          <a:xfrm>
            <a:off x="1918800"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585" name="Google Shape;1585;p19"/>
          <p:cNvSpPr/>
          <p:nvPr/>
        </p:nvSpPr>
        <p:spPr>
          <a:xfrm flipH="1">
            <a:off x="25" y="0"/>
            <a:ext cx="7545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9"/>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9"/>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9"/>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19"/>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9"/>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9"/>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9"/>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9"/>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9"/>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9"/>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9"/>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9"/>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9"/>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9"/>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9"/>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9"/>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9"/>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9"/>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9"/>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9"/>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9"/>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9"/>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9"/>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9"/>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9"/>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9"/>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9"/>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9"/>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9"/>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9"/>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9"/>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9"/>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9"/>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9"/>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9"/>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9"/>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9"/>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9"/>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9"/>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9"/>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9"/>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9"/>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8" name="Google Shape;1628;p19"/>
          <p:cNvGrpSpPr/>
          <p:nvPr/>
        </p:nvGrpSpPr>
        <p:grpSpPr>
          <a:xfrm>
            <a:off x="3970982" y="4599416"/>
            <a:ext cx="1205112" cy="520243"/>
            <a:chOff x="3970982" y="4599416"/>
            <a:chExt cx="1205112" cy="520243"/>
          </a:xfrm>
        </p:grpSpPr>
        <p:sp>
          <p:nvSpPr>
            <p:cNvPr id="1629" name="Google Shape;1629;p19"/>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9"/>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9"/>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9"/>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9"/>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9"/>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9"/>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9"/>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9"/>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9"/>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9"/>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9"/>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9"/>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9"/>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9"/>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9"/>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9"/>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9"/>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9"/>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9"/>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9"/>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9"/>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9"/>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9"/>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9"/>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9"/>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9"/>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9"/>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9"/>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9"/>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9"/>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9"/>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1" name="Google Shape;1661;p19"/>
          <p:cNvGrpSpPr/>
          <p:nvPr/>
        </p:nvGrpSpPr>
        <p:grpSpPr>
          <a:xfrm>
            <a:off x="3969444" y="51341"/>
            <a:ext cx="1205112" cy="520243"/>
            <a:chOff x="3970982" y="4599416"/>
            <a:chExt cx="1205112" cy="520243"/>
          </a:xfrm>
        </p:grpSpPr>
        <p:sp>
          <p:nvSpPr>
            <p:cNvPr id="1662" name="Google Shape;1662;p19"/>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9"/>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9"/>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9"/>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9"/>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9"/>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9"/>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9"/>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9"/>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9"/>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9"/>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9"/>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9"/>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9"/>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9"/>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9"/>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9"/>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19"/>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19"/>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9"/>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9"/>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9"/>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9"/>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9"/>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9"/>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9"/>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9"/>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9"/>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9"/>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9"/>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9"/>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9"/>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4" name="Google Shape;1694;p19"/>
          <p:cNvGrpSpPr/>
          <p:nvPr/>
        </p:nvGrpSpPr>
        <p:grpSpPr>
          <a:xfrm>
            <a:off x="335952" y="4224312"/>
            <a:ext cx="754524" cy="750237"/>
            <a:chOff x="8523754" y="10"/>
            <a:chExt cx="516408" cy="513439"/>
          </a:xfrm>
        </p:grpSpPr>
        <p:sp>
          <p:nvSpPr>
            <p:cNvPr id="1695" name="Google Shape;1695;p1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7" name="Google Shape;1697;p19"/>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9"/>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9" name="Google Shape;1699;p19"/>
          <p:cNvGrpSpPr/>
          <p:nvPr/>
        </p:nvGrpSpPr>
        <p:grpSpPr>
          <a:xfrm flipH="1" rot="2700000">
            <a:off x="-2243747" y="347213"/>
            <a:ext cx="2946912" cy="1512954"/>
            <a:chOff x="-1306807" y="-1638114"/>
            <a:chExt cx="2946940" cy="1512969"/>
          </a:xfrm>
        </p:grpSpPr>
        <p:sp>
          <p:nvSpPr>
            <p:cNvPr id="1700" name="Google Shape;1700;p19"/>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9"/>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9"/>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3" name="Google Shape;1703;p19"/>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9"/>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9"/>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9"/>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9"/>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
    <p:spTree>
      <p:nvGrpSpPr>
        <p:cNvPr id="1708" name="Shape 1708"/>
        <p:cNvGrpSpPr/>
        <p:nvPr/>
      </p:nvGrpSpPr>
      <p:grpSpPr>
        <a:xfrm>
          <a:off x="0" y="0"/>
          <a:ext cx="0" cy="0"/>
          <a:chOff x="0" y="0"/>
          <a:chExt cx="0" cy="0"/>
        </a:xfrm>
      </p:grpSpPr>
      <p:sp>
        <p:nvSpPr>
          <p:cNvPr id="1709" name="Google Shape;1709;p20"/>
          <p:cNvSpPr txBox="1"/>
          <p:nvPr>
            <p:ph type="title"/>
          </p:nvPr>
        </p:nvSpPr>
        <p:spPr>
          <a:xfrm>
            <a:off x="713225" y="530350"/>
            <a:ext cx="77178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710" name="Google Shape;1710;p20"/>
          <p:cNvSpPr txBox="1"/>
          <p:nvPr>
            <p:ph idx="1" type="body"/>
          </p:nvPr>
        </p:nvSpPr>
        <p:spPr>
          <a:xfrm>
            <a:off x="2286000" y="1638900"/>
            <a:ext cx="4848000" cy="18657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rgbClr val="2A2828"/>
              </a:buClr>
              <a:buSzPts val="1400"/>
              <a:buFont typeface="Open Sans"/>
              <a:buAutoNum type="arabicPeriod"/>
              <a:defRPr/>
            </a:lvl1pPr>
            <a:lvl2pPr indent="-317500" lvl="1" marL="914400">
              <a:spcBef>
                <a:spcPts val="0"/>
              </a:spcBef>
              <a:spcAft>
                <a:spcPts val="0"/>
              </a:spcAft>
              <a:buClr>
                <a:srgbClr val="2A2828"/>
              </a:buClr>
              <a:buSzPts val="1400"/>
              <a:buFont typeface="Open Sans"/>
              <a:buAutoNum type="alphaLcPeriod"/>
              <a:defRPr/>
            </a:lvl2pPr>
            <a:lvl3pPr indent="-317500" lvl="2" marL="1371600">
              <a:spcBef>
                <a:spcPts val="0"/>
              </a:spcBef>
              <a:spcAft>
                <a:spcPts val="0"/>
              </a:spcAft>
              <a:buClr>
                <a:srgbClr val="2A2828"/>
              </a:buClr>
              <a:buSzPts val="1400"/>
              <a:buFont typeface="Open Sans"/>
              <a:buAutoNum type="romanLcPeriod"/>
              <a:defRPr/>
            </a:lvl3pPr>
            <a:lvl4pPr indent="-317500" lvl="3" marL="1828800">
              <a:spcBef>
                <a:spcPts val="0"/>
              </a:spcBef>
              <a:spcAft>
                <a:spcPts val="0"/>
              </a:spcAft>
              <a:buClr>
                <a:srgbClr val="2A2828"/>
              </a:buClr>
              <a:buSzPts val="1400"/>
              <a:buFont typeface="Open Sans"/>
              <a:buAutoNum type="arabicPeriod"/>
              <a:defRPr/>
            </a:lvl4pPr>
            <a:lvl5pPr indent="-317500" lvl="4" marL="2286000">
              <a:spcBef>
                <a:spcPts val="0"/>
              </a:spcBef>
              <a:spcAft>
                <a:spcPts val="0"/>
              </a:spcAft>
              <a:buClr>
                <a:srgbClr val="2A2828"/>
              </a:buClr>
              <a:buSzPts val="1400"/>
              <a:buFont typeface="Open Sans"/>
              <a:buAutoNum type="alphaLcPeriod"/>
              <a:defRPr/>
            </a:lvl5pPr>
            <a:lvl6pPr indent="-317500" lvl="5" marL="2743200">
              <a:spcBef>
                <a:spcPts val="0"/>
              </a:spcBef>
              <a:spcAft>
                <a:spcPts val="0"/>
              </a:spcAft>
              <a:buClr>
                <a:srgbClr val="2A2828"/>
              </a:buClr>
              <a:buSzPts val="1400"/>
              <a:buFont typeface="Open Sans"/>
              <a:buAutoNum type="romanLcPeriod"/>
              <a:defRPr/>
            </a:lvl6pPr>
            <a:lvl7pPr indent="-317500" lvl="6" marL="3200400">
              <a:spcBef>
                <a:spcPts val="0"/>
              </a:spcBef>
              <a:spcAft>
                <a:spcPts val="0"/>
              </a:spcAft>
              <a:buClr>
                <a:srgbClr val="2A2828"/>
              </a:buClr>
              <a:buSzPts val="1400"/>
              <a:buFont typeface="Open Sans"/>
              <a:buAutoNum type="arabicPeriod"/>
              <a:defRPr/>
            </a:lvl7pPr>
            <a:lvl8pPr indent="-317500" lvl="7" marL="3657600">
              <a:spcBef>
                <a:spcPts val="0"/>
              </a:spcBef>
              <a:spcAft>
                <a:spcPts val="0"/>
              </a:spcAft>
              <a:buClr>
                <a:srgbClr val="2A2828"/>
              </a:buClr>
              <a:buSzPts val="1400"/>
              <a:buFont typeface="Open Sans"/>
              <a:buAutoNum type="alphaLcPeriod"/>
              <a:defRPr/>
            </a:lvl8pPr>
            <a:lvl9pPr indent="-317500" lvl="8" marL="4114800">
              <a:spcBef>
                <a:spcPts val="0"/>
              </a:spcBef>
              <a:spcAft>
                <a:spcPts val="0"/>
              </a:spcAft>
              <a:buClr>
                <a:srgbClr val="2A2828"/>
              </a:buClr>
              <a:buSzPts val="1400"/>
              <a:buFont typeface="Open Sans"/>
              <a:buAutoNum type="romanLcPeriod"/>
              <a:defRPr/>
            </a:lvl9pPr>
          </a:lstStyle>
          <a:p/>
        </p:txBody>
      </p:sp>
      <p:sp>
        <p:nvSpPr>
          <p:cNvPr id="1711" name="Google Shape;1711;p20"/>
          <p:cNvSpPr/>
          <p:nvPr/>
        </p:nvSpPr>
        <p:spPr>
          <a:xfrm flipH="1">
            <a:off x="7934700" y="0"/>
            <a:ext cx="12093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0"/>
          <p:cNvSpPr/>
          <p:nvPr/>
        </p:nvSpPr>
        <p:spPr>
          <a:xfrm flipH="1">
            <a:off x="225" y="0"/>
            <a:ext cx="12093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0"/>
          <p:cNvSpPr/>
          <p:nvPr/>
        </p:nvSpPr>
        <p:spPr>
          <a:xfrm>
            <a:off x="343700" y="1960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0"/>
          <p:cNvSpPr/>
          <p:nvPr/>
        </p:nvSpPr>
        <p:spPr>
          <a:xfrm>
            <a:off x="8352925" y="39037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0"/>
          <p:cNvSpPr/>
          <p:nvPr/>
        </p:nvSpPr>
        <p:spPr>
          <a:xfrm>
            <a:off x="8352938" y="44355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0"/>
          <p:cNvSpPr/>
          <p:nvPr/>
        </p:nvSpPr>
        <p:spPr>
          <a:xfrm>
            <a:off x="343713" y="7277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7" name="Google Shape;1717;p20"/>
          <p:cNvGrpSpPr/>
          <p:nvPr/>
        </p:nvGrpSpPr>
        <p:grpSpPr>
          <a:xfrm>
            <a:off x="8389390" y="1997778"/>
            <a:ext cx="398956" cy="1147945"/>
            <a:chOff x="8644380" y="1997778"/>
            <a:chExt cx="398956" cy="1147945"/>
          </a:xfrm>
        </p:grpSpPr>
        <p:sp>
          <p:nvSpPr>
            <p:cNvPr id="1718" name="Google Shape;1718;p20"/>
            <p:cNvSpPr/>
            <p:nvPr/>
          </p:nvSpPr>
          <p:spPr>
            <a:xfrm>
              <a:off x="89792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0"/>
            <p:cNvSpPr/>
            <p:nvPr/>
          </p:nvSpPr>
          <p:spPr>
            <a:xfrm>
              <a:off x="89776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0"/>
            <p:cNvSpPr/>
            <p:nvPr/>
          </p:nvSpPr>
          <p:spPr>
            <a:xfrm>
              <a:off x="89769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0"/>
            <p:cNvSpPr/>
            <p:nvPr/>
          </p:nvSpPr>
          <p:spPr>
            <a:xfrm>
              <a:off x="89784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0"/>
            <p:cNvSpPr/>
            <p:nvPr/>
          </p:nvSpPr>
          <p:spPr>
            <a:xfrm>
              <a:off x="89807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0"/>
            <p:cNvSpPr/>
            <p:nvPr/>
          </p:nvSpPr>
          <p:spPr>
            <a:xfrm>
              <a:off x="88144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0"/>
            <p:cNvSpPr/>
            <p:nvPr/>
          </p:nvSpPr>
          <p:spPr>
            <a:xfrm>
              <a:off x="88137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0"/>
            <p:cNvSpPr/>
            <p:nvPr/>
          </p:nvSpPr>
          <p:spPr>
            <a:xfrm>
              <a:off x="89807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0"/>
            <p:cNvSpPr/>
            <p:nvPr/>
          </p:nvSpPr>
          <p:spPr>
            <a:xfrm>
              <a:off x="89792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0"/>
            <p:cNvSpPr/>
            <p:nvPr/>
          </p:nvSpPr>
          <p:spPr>
            <a:xfrm>
              <a:off x="88144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0"/>
            <p:cNvSpPr/>
            <p:nvPr/>
          </p:nvSpPr>
          <p:spPr>
            <a:xfrm>
              <a:off x="88144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0"/>
            <p:cNvSpPr/>
            <p:nvPr/>
          </p:nvSpPr>
          <p:spPr>
            <a:xfrm>
              <a:off x="88129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0"/>
            <p:cNvSpPr/>
            <p:nvPr/>
          </p:nvSpPr>
          <p:spPr>
            <a:xfrm>
              <a:off x="86443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0"/>
            <p:cNvSpPr/>
            <p:nvPr/>
          </p:nvSpPr>
          <p:spPr>
            <a:xfrm>
              <a:off x="89799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0"/>
            <p:cNvSpPr/>
            <p:nvPr/>
          </p:nvSpPr>
          <p:spPr>
            <a:xfrm>
              <a:off x="88159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0"/>
            <p:cNvSpPr/>
            <p:nvPr/>
          </p:nvSpPr>
          <p:spPr>
            <a:xfrm>
              <a:off x="86482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0"/>
            <p:cNvSpPr/>
            <p:nvPr/>
          </p:nvSpPr>
          <p:spPr>
            <a:xfrm>
              <a:off x="86504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0"/>
            <p:cNvSpPr/>
            <p:nvPr/>
          </p:nvSpPr>
          <p:spPr>
            <a:xfrm>
              <a:off x="86497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0"/>
            <p:cNvSpPr/>
            <p:nvPr/>
          </p:nvSpPr>
          <p:spPr>
            <a:xfrm>
              <a:off x="86482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0"/>
            <p:cNvSpPr/>
            <p:nvPr/>
          </p:nvSpPr>
          <p:spPr>
            <a:xfrm>
              <a:off x="88144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0"/>
            <p:cNvSpPr/>
            <p:nvPr/>
          </p:nvSpPr>
          <p:spPr>
            <a:xfrm>
              <a:off x="86497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0"/>
            <p:cNvSpPr/>
            <p:nvPr/>
          </p:nvSpPr>
          <p:spPr>
            <a:xfrm>
              <a:off x="88121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0"/>
            <p:cNvSpPr/>
            <p:nvPr/>
          </p:nvSpPr>
          <p:spPr>
            <a:xfrm>
              <a:off x="86520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0"/>
            <p:cNvSpPr/>
            <p:nvPr/>
          </p:nvSpPr>
          <p:spPr>
            <a:xfrm>
              <a:off x="86527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2" name="Google Shape;1742;p20"/>
          <p:cNvGrpSpPr/>
          <p:nvPr/>
        </p:nvGrpSpPr>
        <p:grpSpPr>
          <a:xfrm>
            <a:off x="351774" y="1997778"/>
            <a:ext cx="398956" cy="1147945"/>
            <a:chOff x="8644380" y="1997778"/>
            <a:chExt cx="398956" cy="1147945"/>
          </a:xfrm>
        </p:grpSpPr>
        <p:sp>
          <p:nvSpPr>
            <p:cNvPr id="1743" name="Google Shape;1743;p20"/>
            <p:cNvSpPr/>
            <p:nvPr/>
          </p:nvSpPr>
          <p:spPr>
            <a:xfrm>
              <a:off x="89792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0"/>
            <p:cNvSpPr/>
            <p:nvPr/>
          </p:nvSpPr>
          <p:spPr>
            <a:xfrm>
              <a:off x="89776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0"/>
            <p:cNvSpPr/>
            <p:nvPr/>
          </p:nvSpPr>
          <p:spPr>
            <a:xfrm>
              <a:off x="89769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0"/>
            <p:cNvSpPr/>
            <p:nvPr/>
          </p:nvSpPr>
          <p:spPr>
            <a:xfrm>
              <a:off x="89784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0"/>
            <p:cNvSpPr/>
            <p:nvPr/>
          </p:nvSpPr>
          <p:spPr>
            <a:xfrm>
              <a:off x="89807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0"/>
            <p:cNvSpPr/>
            <p:nvPr/>
          </p:nvSpPr>
          <p:spPr>
            <a:xfrm>
              <a:off x="88144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0"/>
            <p:cNvSpPr/>
            <p:nvPr/>
          </p:nvSpPr>
          <p:spPr>
            <a:xfrm>
              <a:off x="88137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0"/>
            <p:cNvSpPr/>
            <p:nvPr/>
          </p:nvSpPr>
          <p:spPr>
            <a:xfrm>
              <a:off x="89807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0"/>
            <p:cNvSpPr/>
            <p:nvPr/>
          </p:nvSpPr>
          <p:spPr>
            <a:xfrm>
              <a:off x="89792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0"/>
            <p:cNvSpPr/>
            <p:nvPr/>
          </p:nvSpPr>
          <p:spPr>
            <a:xfrm>
              <a:off x="88144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0"/>
            <p:cNvSpPr/>
            <p:nvPr/>
          </p:nvSpPr>
          <p:spPr>
            <a:xfrm>
              <a:off x="88144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0"/>
            <p:cNvSpPr/>
            <p:nvPr/>
          </p:nvSpPr>
          <p:spPr>
            <a:xfrm>
              <a:off x="88129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0"/>
            <p:cNvSpPr/>
            <p:nvPr/>
          </p:nvSpPr>
          <p:spPr>
            <a:xfrm>
              <a:off x="86443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0"/>
            <p:cNvSpPr/>
            <p:nvPr/>
          </p:nvSpPr>
          <p:spPr>
            <a:xfrm>
              <a:off x="89799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0"/>
            <p:cNvSpPr/>
            <p:nvPr/>
          </p:nvSpPr>
          <p:spPr>
            <a:xfrm>
              <a:off x="88159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0"/>
            <p:cNvSpPr/>
            <p:nvPr/>
          </p:nvSpPr>
          <p:spPr>
            <a:xfrm>
              <a:off x="86482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0"/>
            <p:cNvSpPr/>
            <p:nvPr/>
          </p:nvSpPr>
          <p:spPr>
            <a:xfrm>
              <a:off x="86504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0"/>
            <p:cNvSpPr/>
            <p:nvPr/>
          </p:nvSpPr>
          <p:spPr>
            <a:xfrm>
              <a:off x="86497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0"/>
            <p:cNvSpPr/>
            <p:nvPr/>
          </p:nvSpPr>
          <p:spPr>
            <a:xfrm>
              <a:off x="86482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0"/>
            <p:cNvSpPr/>
            <p:nvPr/>
          </p:nvSpPr>
          <p:spPr>
            <a:xfrm>
              <a:off x="88144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0"/>
            <p:cNvSpPr/>
            <p:nvPr/>
          </p:nvSpPr>
          <p:spPr>
            <a:xfrm>
              <a:off x="86497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0"/>
            <p:cNvSpPr/>
            <p:nvPr/>
          </p:nvSpPr>
          <p:spPr>
            <a:xfrm>
              <a:off x="88121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0"/>
            <p:cNvSpPr/>
            <p:nvPr/>
          </p:nvSpPr>
          <p:spPr>
            <a:xfrm>
              <a:off x="86520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0"/>
            <p:cNvSpPr/>
            <p:nvPr/>
          </p:nvSpPr>
          <p:spPr>
            <a:xfrm>
              <a:off x="86527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7" name="Google Shape;1767;p20"/>
          <p:cNvSpPr/>
          <p:nvPr/>
        </p:nvSpPr>
        <p:spPr>
          <a:xfrm>
            <a:off x="-636920" y="348802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0"/>
          <p:cNvSpPr/>
          <p:nvPr/>
        </p:nvSpPr>
        <p:spPr>
          <a:xfrm>
            <a:off x="366041" y="46647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0"/>
          <p:cNvSpPr/>
          <p:nvPr/>
        </p:nvSpPr>
        <p:spPr>
          <a:xfrm>
            <a:off x="-555688" y="357490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0"/>
          <p:cNvSpPr/>
          <p:nvPr/>
        </p:nvSpPr>
        <p:spPr>
          <a:xfrm>
            <a:off x="546506" y="47719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0"/>
          <p:cNvSpPr/>
          <p:nvPr/>
        </p:nvSpPr>
        <p:spPr>
          <a:xfrm>
            <a:off x="-454162" y="368660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0"/>
          <p:cNvSpPr/>
          <p:nvPr/>
        </p:nvSpPr>
        <p:spPr>
          <a:xfrm>
            <a:off x="-321049" y="382877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0"/>
          <p:cNvSpPr/>
          <p:nvPr/>
        </p:nvSpPr>
        <p:spPr>
          <a:xfrm>
            <a:off x="368277" y="393930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0"/>
          <p:cNvSpPr/>
          <p:nvPr/>
        </p:nvSpPr>
        <p:spPr>
          <a:xfrm>
            <a:off x="425805" y="408035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0"/>
          <p:cNvSpPr/>
          <p:nvPr/>
        </p:nvSpPr>
        <p:spPr>
          <a:xfrm>
            <a:off x="400982" y="410518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0"/>
          <p:cNvSpPr/>
          <p:nvPr/>
        </p:nvSpPr>
        <p:spPr>
          <a:xfrm flipH="1">
            <a:off x="8401164" y="3598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0"/>
          <p:cNvSpPr/>
          <p:nvPr/>
        </p:nvSpPr>
        <p:spPr>
          <a:xfrm>
            <a:off x="8317542" y="259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0"/>
          <p:cNvSpPr/>
          <p:nvPr/>
        </p:nvSpPr>
        <p:spPr>
          <a:xfrm>
            <a:off x="8870345" y="12273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0"/>
          <p:cNvSpPr/>
          <p:nvPr/>
        </p:nvSpPr>
        <p:spPr>
          <a:xfrm>
            <a:off x="8450655" y="1703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0"/>
          <p:cNvSpPr/>
          <p:nvPr/>
        </p:nvSpPr>
        <p:spPr>
          <a:xfrm>
            <a:off x="8942520" y="12962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0"/>
          <p:cNvSpPr/>
          <p:nvPr/>
        </p:nvSpPr>
        <p:spPr>
          <a:xfrm>
            <a:off x="8564592" y="2311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0"/>
          <p:cNvSpPr/>
          <p:nvPr/>
        </p:nvSpPr>
        <p:spPr>
          <a:xfrm>
            <a:off x="9046338" y="14056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0"/>
          <p:cNvSpPr/>
          <p:nvPr/>
        </p:nvSpPr>
        <p:spPr>
          <a:xfrm>
            <a:off x="4194777" y="4711912"/>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0"/>
          <p:cNvSpPr/>
          <p:nvPr/>
        </p:nvSpPr>
        <p:spPr>
          <a:xfrm>
            <a:off x="4194777" y="4334562"/>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_1">
    <p:spTree>
      <p:nvGrpSpPr>
        <p:cNvPr id="1785" name="Shape 1785"/>
        <p:cNvGrpSpPr/>
        <p:nvPr/>
      </p:nvGrpSpPr>
      <p:grpSpPr>
        <a:xfrm>
          <a:off x="0" y="0"/>
          <a:ext cx="0" cy="0"/>
          <a:chOff x="0" y="0"/>
          <a:chExt cx="0" cy="0"/>
        </a:xfrm>
      </p:grpSpPr>
      <p:sp>
        <p:nvSpPr>
          <p:cNvPr id="1786" name="Google Shape;1786;p21"/>
          <p:cNvSpPr txBox="1"/>
          <p:nvPr>
            <p:ph type="title"/>
          </p:nvPr>
        </p:nvSpPr>
        <p:spPr>
          <a:xfrm>
            <a:off x="4153050" y="1534200"/>
            <a:ext cx="4277700" cy="11220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787" name="Google Shape;1787;p21"/>
          <p:cNvSpPr txBox="1"/>
          <p:nvPr>
            <p:ph idx="1" type="subTitle"/>
          </p:nvPr>
        </p:nvSpPr>
        <p:spPr>
          <a:xfrm>
            <a:off x="5230300" y="2694900"/>
            <a:ext cx="3200400" cy="914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788" name="Google Shape;1788;p21"/>
          <p:cNvSpPr/>
          <p:nvPr/>
        </p:nvSpPr>
        <p:spPr>
          <a:xfrm flipH="1">
            <a:off x="-75" y="0"/>
            <a:ext cx="2700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1"/>
          <p:cNvSpPr/>
          <p:nvPr/>
        </p:nvSpPr>
        <p:spPr>
          <a:xfrm>
            <a:off x="2488747" y="4976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1"/>
          <p:cNvSpPr/>
          <p:nvPr/>
        </p:nvSpPr>
        <p:spPr>
          <a:xfrm flipH="1">
            <a:off x="617717" y="16378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1"/>
          <p:cNvSpPr/>
          <p:nvPr/>
        </p:nvSpPr>
        <p:spPr>
          <a:xfrm flipH="1">
            <a:off x="1817000" y="136526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1"/>
          <p:cNvSpPr/>
          <p:nvPr/>
        </p:nvSpPr>
        <p:spPr>
          <a:xfrm flipH="1">
            <a:off x="745189" y="30818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1"/>
          <p:cNvSpPr/>
          <p:nvPr/>
        </p:nvSpPr>
        <p:spPr>
          <a:xfrm flipH="1">
            <a:off x="1961410" y="143408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1"/>
          <p:cNvSpPr/>
          <p:nvPr/>
        </p:nvSpPr>
        <p:spPr>
          <a:xfrm flipH="1">
            <a:off x="870424" y="36906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1"/>
          <p:cNvSpPr/>
          <p:nvPr/>
        </p:nvSpPr>
        <p:spPr>
          <a:xfrm flipH="1">
            <a:off x="2105877" y="154355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1"/>
          <p:cNvSpPr/>
          <p:nvPr/>
        </p:nvSpPr>
        <p:spPr>
          <a:xfrm>
            <a:off x="772520" y="376643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1"/>
          <p:cNvSpPr/>
          <p:nvPr/>
        </p:nvSpPr>
        <p:spPr>
          <a:xfrm flipH="1">
            <a:off x="163868" y="347814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1"/>
          <p:cNvSpPr/>
          <p:nvPr/>
        </p:nvSpPr>
        <p:spPr>
          <a:xfrm flipH="1">
            <a:off x="365816" y="353455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1"/>
          <p:cNvSpPr/>
          <p:nvPr/>
        </p:nvSpPr>
        <p:spPr>
          <a:xfrm flipH="1">
            <a:off x="652404" y="364173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1"/>
          <p:cNvSpPr/>
          <p:nvPr/>
        </p:nvSpPr>
        <p:spPr>
          <a:xfrm flipH="1">
            <a:off x="1224411" y="405241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1"/>
          <p:cNvSpPr/>
          <p:nvPr/>
        </p:nvSpPr>
        <p:spPr>
          <a:xfrm>
            <a:off x="8496749" y="385286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1"/>
          <p:cNvSpPr/>
          <p:nvPr/>
        </p:nvSpPr>
        <p:spPr>
          <a:xfrm rot="5400000">
            <a:off x="8496749" y="445796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3" name="Google Shape;1803;p21"/>
          <p:cNvGrpSpPr/>
          <p:nvPr/>
        </p:nvGrpSpPr>
        <p:grpSpPr>
          <a:xfrm>
            <a:off x="7825917" y="95832"/>
            <a:ext cx="1209708" cy="530878"/>
            <a:chOff x="7825917" y="-56568"/>
            <a:chExt cx="1209708" cy="530878"/>
          </a:xfrm>
        </p:grpSpPr>
        <p:sp>
          <p:nvSpPr>
            <p:cNvPr id="1804" name="Google Shape;1804;p21"/>
            <p:cNvSpPr/>
            <p:nvPr/>
          </p:nvSpPr>
          <p:spPr>
            <a:xfrm>
              <a:off x="8814401" y="-52770"/>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1"/>
            <p:cNvSpPr/>
            <p:nvPr/>
          </p:nvSpPr>
          <p:spPr>
            <a:xfrm>
              <a:off x="8815920" y="413268"/>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1"/>
            <p:cNvSpPr/>
            <p:nvPr/>
          </p:nvSpPr>
          <p:spPr>
            <a:xfrm>
              <a:off x="8650419" y="414788"/>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1"/>
            <p:cNvSpPr/>
            <p:nvPr/>
          </p:nvSpPr>
          <p:spPr>
            <a:xfrm>
              <a:off x="8485679" y="411749"/>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1"/>
            <p:cNvSpPr/>
            <p:nvPr/>
          </p:nvSpPr>
          <p:spPr>
            <a:xfrm>
              <a:off x="8323217" y="412509"/>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1"/>
            <p:cNvSpPr/>
            <p:nvPr/>
          </p:nvSpPr>
          <p:spPr>
            <a:xfrm>
              <a:off x="8160755" y="413268"/>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1"/>
            <p:cNvSpPr/>
            <p:nvPr/>
          </p:nvSpPr>
          <p:spPr>
            <a:xfrm>
              <a:off x="8817439" y="259961"/>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1"/>
            <p:cNvSpPr/>
            <p:nvPr/>
          </p:nvSpPr>
          <p:spPr>
            <a:xfrm>
              <a:off x="8652699" y="253845"/>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1"/>
            <p:cNvSpPr/>
            <p:nvPr/>
          </p:nvSpPr>
          <p:spPr>
            <a:xfrm>
              <a:off x="8487198" y="258442"/>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1"/>
            <p:cNvSpPr/>
            <p:nvPr/>
          </p:nvSpPr>
          <p:spPr>
            <a:xfrm>
              <a:off x="8323217" y="254605"/>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1"/>
            <p:cNvSpPr/>
            <p:nvPr/>
          </p:nvSpPr>
          <p:spPr>
            <a:xfrm>
              <a:off x="8159235" y="254605"/>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1"/>
            <p:cNvSpPr/>
            <p:nvPr/>
          </p:nvSpPr>
          <p:spPr>
            <a:xfrm>
              <a:off x="8816680" y="102817"/>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1"/>
            <p:cNvSpPr/>
            <p:nvPr/>
          </p:nvSpPr>
          <p:spPr>
            <a:xfrm>
              <a:off x="8652699" y="104374"/>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1"/>
            <p:cNvSpPr/>
            <p:nvPr/>
          </p:nvSpPr>
          <p:spPr>
            <a:xfrm>
              <a:off x="8484919" y="99778"/>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1"/>
            <p:cNvSpPr/>
            <p:nvPr/>
          </p:nvSpPr>
          <p:spPr>
            <a:xfrm>
              <a:off x="8323217" y="102057"/>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1"/>
            <p:cNvSpPr/>
            <p:nvPr/>
          </p:nvSpPr>
          <p:spPr>
            <a:xfrm>
              <a:off x="8158476" y="97499"/>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1"/>
            <p:cNvSpPr/>
            <p:nvPr/>
          </p:nvSpPr>
          <p:spPr>
            <a:xfrm>
              <a:off x="8648900" y="-50490"/>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1"/>
            <p:cNvSpPr/>
            <p:nvPr/>
          </p:nvSpPr>
          <p:spPr>
            <a:xfrm>
              <a:off x="8323217" y="-52010"/>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1"/>
            <p:cNvSpPr/>
            <p:nvPr/>
          </p:nvSpPr>
          <p:spPr>
            <a:xfrm>
              <a:off x="8489477" y="-53529"/>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1"/>
            <p:cNvSpPr/>
            <p:nvPr/>
          </p:nvSpPr>
          <p:spPr>
            <a:xfrm>
              <a:off x="8159995" y="-55049"/>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1"/>
            <p:cNvSpPr/>
            <p:nvPr/>
          </p:nvSpPr>
          <p:spPr>
            <a:xfrm>
              <a:off x="8982218" y="-49731"/>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1"/>
            <p:cNvSpPr/>
            <p:nvPr/>
          </p:nvSpPr>
          <p:spPr>
            <a:xfrm>
              <a:off x="7996014" y="101298"/>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1"/>
            <p:cNvSpPr/>
            <p:nvPr/>
          </p:nvSpPr>
          <p:spPr>
            <a:xfrm>
              <a:off x="7995254" y="-56568"/>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1"/>
            <p:cNvSpPr/>
            <p:nvPr/>
          </p:nvSpPr>
          <p:spPr>
            <a:xfrm>
              <a:off x="8971507" y="414028"/>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1"/>
            <p:cNvSpPr/>
            <p:nvPr/>
          </p:nvSpPr>
          <p:spPr>
            <a:xfrm>
              <a:off x="8981459" y="105134"/>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1"/>
            <p:cNvSpPr/>
            <p:nvPr/>
          </p:nvSpPr>
          <p:spPr>
            <a:xfrm>
              <a:off x="7996014" y="257682"/>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1"/>
            <p:cNvSpPr/>
            <p:nvPr/>
          </p:nvSpPr>
          <p:spPr>
            <a:xfrm>
              <a:off x="7994494" y="412509"/>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1"/>
            <p:cNvSpPr/>
            <p:nvPr/>
          </p:nvSpPr>
          <p:spPr>
            <a:xfrm>
              <a:off x="7825917" y="409432"/>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1"/>
            <p:cNvSpPr/>
            <p:nvPr/>
          </p:nvSpPr>
          <p:spPr>
            <a:xfrm>
              <a:off x="8980661" y="259961"/>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1"/>
            <p:cNvSpPr/>
            <p:nvPr/>
          </p:nvSpPr>
          <p:spPr>
            <a:xfrm>
              <a:off x="7831273" y="256884"/>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1"/>
            <p:cNvSpPr/>
            <p:nvPr/>
          </p:nvSpPr>
          <p:spPr>
            <a:xfrm>
              <a:off x="7829754" y="-52770"/>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1"/>
            <p:cNvSpPr/>
            <p:nvPr/>
          </p:nvSpPr>
          <p:spPr>
            <a:xfrm>
              <a:off x="7831273" y="102817"/>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6" name="Google Shape;1836;p21"/>
          <p:cNvSpPr/>
          <p:nvPr/>
        </p:nvSpPr>
        <p:spPr>
          <a:xfrm flipH="1">
            <a:off x="8647205" y="99917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1"/>
          <p:cNvSpPr/>
          <p:nvPr/>
        </p:nvSpPr>
        <p:spPr>
          <a:xfrm flipH="1">
            <a:off x="8748737" y="110634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5">
    <p:spTree>
      <p:nvGrpSpPr>
        <p:cNvPr id="1838" name="Shape 1838"/>
        <p:cNvGrpSpPr/>
        <p:nvPr/>
      </p:nvGrpSpPr>
      <p:grpSpPr>
        <a:xfrm>
          <a:off x="0" y="0"/>
          <a:ext cx="0" cy="0"/>
          <a:chOff x="0" y="0"/>
          <a:chExt cx="0" cy="0"/>
        </a:xfrm>
      </p:grpSpPr>
      <p:sp>
        <p:nvSpPr>
          <p:cNvPr id="1839" name="Google Shape;1839;p2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b="1"/>
            </a:lvl2pPr>
            <a:lvl3pPr lvl="2" rtl="0">
              <a:spcBef>
                <a:spcPts val="0"/>
              </a:spcBef>
              <a:spcAft>
                <a:spcPts val="0"/>
              </a:spcAft>
              <a:buSzPts val="2800"/>
              <a:buNone/>
              <a:defRPr b="1"/>
            </a:lvl3pPr>
            <a:lvl4pPr lvl="3" rtl="0">
              <a:spcBef>
                <a:spcPts val="0"/>
              </a:spcBef>
              <a:spcAft>
                <a:spcPts val="0"/>
              </a:spcAft>
              <a:buSzPts val="2800"/>
              <a:buNone/>
              <a:defRPr b="1"/>
            </a:lvl4pPr>
            <a:lvl5pPr lvl="4" rtl="0">
              <a:spcBef>
                <a:spcPts val="0"/>
              </a:spcBef>
              <a:spcAft>
                <a:spcPts val="0"/>
              </a:spcAft>
              <a:buSzPts val="2800"/>
              <a:buNone/>
              <a:defRPr b="1"/>
            </a:lvl5pPr>
            <a:lvl6pPr lvl="5" rtl="0">
              <a:spcBef>
                <a:spcPts val="0"/>
              </a:spcBef>
              <a:spcAft>
                <a:spcPts val="0"/>
              </a:spcAft>
              <a:buSzPts val="2800"/>
              <a:buNone/>
              <a:defRPr b="1"/>
            </a:lvl6pPr>
            <a:lvl7pPr lvl="6" rtl="0">
              <a:spcBef>
                <a:spcPts val="0"/>
              </a:spcBef>
              <a:spcAft>
                <a:spcPts val="0"/>
              </a:spcAft>
              <a:buSzPts val="2800"/>
              <a:buNone/>
              <a:defRPr b="1"/>
            </a:lvl7pPr>
            <a:lvl8pPr lvl="7" rtl="0">
              <a:spcBef>
                <a:spcPts val="0"/>
              </a:spcBef>
              <a:spcAft>
                <a:spcPts val="0"/>
              </a:spcAft>
              <a:buSzPts val="2800"/>
              <a:buNone/>
              <a:defRPr b="1"/>
            </a:lvl8pPr>
            <a:lvl9pPr lvl="8" rtl="0">
              <a:spcBef>
                <a:spcPts val="0"/>
              </a:spcBef>
              <a:spcAft>
                <a:spcPts val="0"/>
              </a:spcAft>
              <a:buSzPts val="2800"/>
              <a:buNone/>
              <a:defRPr b="1"/>
            </a:lvl9pPr>
          </a:lstStyle>
          <a:p/>
        </p:txBody>
      </p:sp>
      <p:sp>
        <p:nvSpPr>
          <p:cNvPr id="1840" name="Google Shape;1840;p22"/>
          <p:cNvSpPr txBox="1"/>
          <p:nvPr>
            <p:ph idx="1" type="body"/>
          </p:nvPr>
        </p:nvSpPr>
        <p:spPr>
          <a:xfrm>
            <a:off x="1740600" y="1428750"/>
            <a:ext cx="5662800" cy="22860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SzPts val="1200"/>
              <a:buChar char="●"/>
              <a:defRPr sz="16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1841" name="Google Shape;1841;p22"/>
          <p:cNvSpPr/>
          <p:nvPr/>
        </p:nvSpPr>
        <p:spPr>
          <a:xfrm flipH="1">
            <a:off x="4572000" y="0"/>
            <a:ext cx="4572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2"/>
          <p:cNvSpPr/>
          <p:nvPr/>
        </p:nvSpPr>
        <p:spPr>
          <a:xfrm flipH="1">
            <a:off x="0" y="4599425"/>
            <a:ext cx="4572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2"/>
          <p:cNvSpPr/>
          <p:nvPr/>
        </p:nvSpPr>
        <p:spPr>
          <a:xfrm>
            <a:off x="410720" y="16224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2"/>
          <p:cNvSpPr/>
          <p:nvPr/>
        </p:nvSpPr>
        <p:spPr>
          <a:xfrm rot="5400000">
            <a:off x="410720" y="76734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5" name="Google Shape;1845;p22"/>
          <p:cNvGrpSpPr/>
          <p:nvPr/>
        </p:nvGrpSpPr>
        <p:grpSpPr>
          <a:xfrm>
            <a:off x="4958737" y="4644318"/>
            <a:ext cx="1205112" cy="520243"/>
            <a:chOff x="5541266" y="4599416"/>
            <a:chExt cx="1205112" cy="520243"/>
          </a:xfrm>
        </p:grpSpPr>
        <p:sp>
          <p:nvSpPr>
            <p:cNvPr id="1846" name="Google Shape;1846;p22"/>
            <p:cNvSpPr/>
            <p:nvPr/>
          </p:nvSpPr>
          <p:spPr>
            <a:xfrm>
              <a:off x="6364211"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2"/>
            <p:cNvSpPr/>
            <p:nvPr/>
          </p:nvSpPr>
          <p:spPr>
            <a:xfrm>
              <a:off x="6035489"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2"/>
            <p:cNvSpPr/>
            <p:nvPr/>
          </p:nvSpPr>
          <p:spPr>
            <a:xfrm>
              <a:off x="6202509"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2"/>
            <p:cNvSpPr/>
            <p:nvPr/>
          </p:nvSpPr>
          <p:spPr>
            <a:xfrm>
              <a:off x="6037008"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2"/>
            <p:cNvSpPr/>
            <p:nvPr/>
          </p:nvSpPr>
          <p:spPr>
            <a:xfrm>
              <a:off x="6200230"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2"/>
            <p:cNvSpPr/>
            <p:nvPr/>
          </p:nvSpPr>
          <p:spPr>
            <a:xfrm>
              <a:off x="6366490"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2"/>
            <p:cNvSpPr/>
            <p:nvPr/>
          </p:nvSpPr>
          <p:spPr>
            <a:xfrm>
              <a:off x="6029373"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2"/>
            <p:cNvSpPr/>
            <p:nvPr/>
          </p:nvSpPr>
          <p:spPr>
            <a:xfrm>
              <a:off x="6201749"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2"/>
            <p:cNvSpPr/>
            <p:nvPr/>
          </p:nvSpPr>
          <p:spPr>
            <a:xfrm>
              <a:off x="6366490"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2"/>
            <p:cNvSpPr/>
            <p:nvPr/>
          </p:nvSpPr>
          <p:spPr>
            <a:xfrm>
              <a:off x="6032450"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2"/>
            <p:cNvSpPr/>
            <p:nvPr/>
          </p:nvSpPr>
          <p:spPr>
            <a:xfrm>
              <a:off x="6200990"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2"/>
            <p:cNvSpPr/>
            <p:nvPr/>
          </p:nvSpPr>
          <p:spPr>
            <a:xfrm>
              <a:off x="6367288"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2"/>
            <p:cNvSpPr/>
            <p:nvPr/>
          </p:nvSpPr>
          <p:spPr>
            <a:xfrm>
              <a:off x="6531269"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2"/>
            <p:cNvSpPr/>
            <p:nvPr/>
          </p:nvSpPr>
          <p:spPr>
            <a:xfrm>
              <a:off x="5873787"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2"/>
            <p:cNvSpPr/>
            <p:nvPr/>
          </p:nvSpPr>
          <p:spPr>
            <a:xfrm>
              <a:off x="5873787"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2"/>
            <p:cNvSpPr/>
            <p:nvPr/>
          </p:nvSpPr>
          <p:spPr>
            <a:xfrm>
              <a:off x="6529712"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2"/>
            <p:cNvSpPr/>
            <p:nvPr/>
          </p:nvSpPr>
          <p:spPr>
            <a:xfrm>
              <a:off x="5872267"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2"/>
            <p:cNvSpPr/>
            <p:nvPr/>
          </p:nvSpPr>
          <p:spPr>
            <a:xfrm>
              <a:off x="6530509"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2"/>
            <p:cNvSpPr/>
            <p:nvPr/>
          </p:nvSpPr>
          <p:spPr>
            <a:xfrm>
              <a:off x="5707526"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2"/>
            <p:cNvSpPr/>
            <p:nvPr/>
          </p:nvSpPr>
          <p:spPr>
            <a:xfrm>
              <a:off x="6529712"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2"/>
            <p:cNvSpPr/>
            <p:nvPr/>
          </p:nvSpPr>
          <p:spPr>
            <a:xfrm>
              <a:off x="5873027"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2"/>
            <p:cNvSpPr/>
            <p:nvPr/>
          </p:nvSpPr>
          <p:spPr>
            <a:xfrm>
              <a:off x="5709046"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2"/>
            <p:cNvSpPr/>
            <p:nvPr/>
          </p:nvSpPr>
          <p:spPr>
            <a:xfrm>
              <a:off x="5541266"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2"/>
            <p:cNvSpPr/>
            <p:nvPr/>
          </p:nvSpPr>
          <p:spPr>
            <a:xfrm>
              <a:off x="5543545"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2"/>
            <p:cNvSpPr/>
            <p:nvPr/>
          </p:nvSpPr>
          <p:spPr>
            <a:xfrm>
              <a:off x="6693731"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2"/>
            <p:cNvSpPr/>
            <p:nvPr/>
          </p:nvSpPr>
          <p:spPr>
            <a:xfrm>
              <a:off x="5707526"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2"/>
            <p:cNvSpPr/>
            <p:nvPr/>
          </p:nvSpPr>
          <p:spPr>
            <a:xfrm>
              <a:off x="5705247"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2"/>
            <p:cNvSpPr/>
            <p:nvPr/>
          </p:nvSpPr>
          <p:spPr>
            <a:xfrm>
              <a:off x="6692174"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2"/>
            <p:cNvSpPr/>
            <p:nvPr/>
          </p:nvSpPr>
          <p:spPr>
            <a:xfrm>
              <a:off x="6694491"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2"/>
            <p:cNvSpPr/>
            <p:nvPr/>
          </p:nvSpPr>
          <p:spPr>
            <a:xfrm>
              <a:off x="5545065"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2"/>
            <p:cNvSpPr/>
            <p:nvPr/>
          </p:nvSpPr>
          <p:spPr>
            <a:xfrm>
              <a:off x="5545824"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2"/>
            <p:cNvSpPr/>
            <p:nvPr/>
          </p:nvSpPr>
          <p:spPr>
            <a:xfrm>
              <a:off x="6695250"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8" name="Google Shape;1878;p22"/>
          <p:cNvGrpSpPr/>
          <p:nvPr/>
        </p:nvGrpSpPr>
        <p:grpSpPr>
          <a:xfrm>
            <a:off x="2982105" y="-6438"/>
            <a:ext cx="1205112" cy="520243"/>
            <a:chOff x="5541266" y="4599416"/>
            <a:chExt cx="1205112" cy="520243"/>
          </a:xfrm>
        </p:grpSpPr>
        <p:sp>
          <p:nvSpPr>
            <p:cNvPr id="1879" name="Google Shape;1879;p22"/>
            <p:cNvSpPr/>
            <p:nvPr/>
          </p:nvSpPr>
          <p:spPr>
            <a:xfrm>
              <a:off x="6364211"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2"/>
            <p:cNvSpPr/>
            <p:nvPr/>
          </p:nvSpPr>
          <p:spPr>
            <a:xfrm>
              <a:off x="6035489"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2"/>
            <p:cNvSpPr/>
            <p:nvPr/>
          </p:nvSpPr>
          <p:spPr>
            <a:xfrm>
              <a:off x="6202509"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2"/>
            <p:cNvSpPr/>
            <p:nvPr/>
          </p:nvSpPr>
          <p:spPr>
            <a:xfrm>
              <a:off x="6037008"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2"/>
            <p:cNvSpPr/>
            <p:nvPr/>
          </p:nvSpPr>
          <p:spPr>
            <a:xfrm>
              <a:off x="6200230"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2"/>
            <p:cNvSpPr/>
            <p:nvPr/>
          </p:nvSpPr>
          <p:spPr>
            <a:xfrm>
              <a:off x="6366490"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2"/>
            <p:cNvSpPr/>
            <p:nvPr/>
          </p:nvSpPr>
          <p:spPr>
            <a:xfrm>
              <a:off x="6029373"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2"/>
            <p:cNvSpPr/>
            <p:nvPr/>
          </p:nvSpPr>
          <p:spPr>
            <a:xfrm>
              <a:off x="6201749"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2"/>
            <p:cNvSpPr/>
            <p:nvPr/>
          </p:nvSpPr>
          <p:spPr>
            <a:xfrm>
              <a:off x="6366490"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2"/>
            <p:cNvSpPr/>
            <p:nvPr/>
          </p:nvSpPr>
          <p:spPr>
            <a:xfrm>
              <a:off x="6032450"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2"/>
            <p:cNvSpPr/>
            <p:nvPr/>
          </p:nvSpPr>
          <p:spPr>
            <a:xfrm>
              <a:off x="6200990"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2"/>
            <p:cNvSpPr/>
            <p:nvPr/>
          </p:nvSpPr>
          <p:spPr>
            <a:xfrm>
              <a:off x="6367288"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2"/>
            <p:cNvSpPr/>
            <p:nvPr/>
          </p:nvSpPr>
          <p:spPr>
            <a:xfrm>
              <a:off x="6531269"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2"/>
            <p:cNvSpPr/>
            <p:nvPr/>
          </p:nvSpPr>
          <p:spPr>
            <a:xfrm>
              <a:off x="5873787"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2"/>
            <p:cNvSpPr/>
            <p:nvPr/>
          </p:nvSpPr>
          <p:spPr>
            <a:xfrm>
              <a:off x="5873787"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2"/>
            <p:cNvSpPr/>
            <p:nvPr/>
          </p:nvSpPr>
          <p:spPr>
            <a:xfrm>
              <a:off x="6529712"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2"/>
            <p:cNvSpPr/>
            <p:nvPr/>
          </p:nvSpPr>
          <p:spPr>
            <a:xfrm>
              <a:off x="5872267"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2"/>
            <p:cNvSpPr/>
            <p:nvPr/>
          </p:nvSpPr>
          <p:spPr>
            <a:xfrm>
              <a:off x="6530509"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2"/>
            <p:cNvSpPr/>
            <p:nvPr/>
          </p:nvSpPr>
          <p:spPr>
            <a:xfrm>
              <a:off x="5707526"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2"/>
            <p:cNvSpPr/>
            <p:nvPr/>
          </p:nvSpPr>
          <p:spPr>
            <a:xfrm>
              <a:off x="6529712"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2"/>
            <p:cNvSpPr/>
            <p:nvPr/>
          </p:nvSpPr>
          <p:spPr>
            <a:xfrm>
              <a:off x="5873027"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2"/>
            <p:cNvSpPr/>
            <p:nvPr/>
          </p:nvSpPr>
          <p:spPr>
            <a:xfrm>
              <a:off x="5709046"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2"/>
            <p:cNvSpPr/>
            <p:nvPr/>
          </p:nvSpPr>
          <p:spPr>
            <a:xfrm>
              <a:off x="5541266"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2"/>
            <p:cNvSpPr/>
            <p:nvPr/>
          </p:nvSpPr>
          <p:spPr>
            <a:xfrm>
              <a:off x="5543545"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2"/>
            <p:cNvSpPr/>
            <p:nvPr/>
          </p:nvSpPr>
          <p:spPr>
            <a:xfrm>
              <a:off x="6693731"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2"/>
            <p:cNvSpPr/>
            <p:nvPr/>
          </p:nvSpPr>
          <p:spPr>
            <a:xfrm>
              <a:off x="5707526"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2"/>
            <p:cNvSpPr/>
            <p:nvPr/>
          </p:nvSpPr>
          <p:spPr>
            <a:xfrm>
              <a:off x="5705247"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2"/>
            <p:cNvSpPr/>
            <p:nvPr/>
          </p:nvSpPr>
          <p:spPr>
            <a:xfrm>
              <a:off x="6692174"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2"/>
            <p:cNvSpPr/>
            <p:nvPr/>
          </p:nvSpPr>
          <p:spPr>
            <a:xfrm>
              <a:off x="6694491"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2"/>
            <p:cNvSpPr/>
            <p:nvPr/>
          </p:nvSpPr>
          <p:spPr>
            <a:xfrm>
              <a:off x="5545065"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2"/>
            <p:cNvSpPr/>
            <p:nvPr/>
          </p:nvSpPr>
          <p:spPr>
            <a:xfrm>
              <a:off x="5545824"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2"/>
            <p:cNvSpPr/>
            <p:nvPr/>
          </p:nvSpPr>
          <p:spPr>
            <a:xfrm>
              <a:off x="6695250"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1" name="Google Shape;1911;p22"/>
          <p:cNvSpPr/>
          <p:nvPr/>
        </p:nvSpPr>
        <p:spPr>
          <a:xfrm>
            <a:off x="496925" y="39734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2"/>
          <p:cNvSpPr/>
          <p:nvPr/>
        </p:nvSpPr>
        <p:spPr>
          <a:xfrm>
            <a:off x="8202150" y="7578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2"/>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2"/>
          <p:cNvSpPr/>
          <p:nvPr/>
        </p:nvSpPr>
        <p:spPr>
          <a:xfrm>
            <a:off x="341375" y="4816828"/>
            <a:ext cx="790800" cy="790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2"/>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2"/>
          <p:cNvSpPr/>
          <p:nvPr/>
        </p:nvSpPr>
        <p:spPr>
          <a:xfrm flipH="1" rot="-3594086">
            <a:off x="284520" y="4214679"/>
            <a:ext cx="1596467" cy="1802993"/>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2"/>
          <p:cNvSpPr/>
          <p:nvPr/>
        </p:nvSpPr>
        <p:spPr>
          <a:xfrm flipH="1" rot="-3594086">
            <a:off x="7882295" y="-270166"/>
            <a:ext cx="935349" cy="741291"/>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2"/>
          <p:cNvSpPr/>
          <p:nvPr/>
        </p:nvSpPr>
        <p:spPr>
          <a:xfrm flipH="1" rot="-3594086">
            <a:off x="403835" y="4279614"/>
            <a:ext cx="1395643" cy="1650698"/>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2"/>
          <p:cNvSpPr/>
          <p:nvPr/>
        </p:nvSpPr>
        <p:spPr>
          <a:xfrm flipH="1" rot="-3594086">
            <a:off x="8023044" y="-140108"/>
            <a:ext cx="653347" cy="57211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2"/>
          <p:cNvSpPr/>
          <p:nvPr/>
        </p:nvSpPr>
        <p:spPr>
          <a:xfrm flipH="1" rot="-3594086">
            <a:off x="504525" y="4391798"/>
            <a:ext cx="1193702" cy="1427288"/>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2"/>
          <p:cNvSpPr/>
          <p:nvPr/>
        </p:nvSpPr>
        <p:spPr>
          <a:xfrm flipH="1" rot="-3594086">
            <a:off x="640527" y="4532303"/>
            <a:ext cx="901524" cy="110458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2"/>
          <p:cNvSpPr/>
          <p:nvPr/>
        </p:nvSpPr>
        <p:spPr>
          <a:xfrm flipH="1" rot="-3594086">
            <a:off x="660066" y="5028769"/>
            <a:ext cx="130938" cy="39046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2"/>
          <p:cNvSpPr/>
          <p:nvPr/>
        </p:nvSpPr>
        <p:spPr>
          <a:xfrm flipH="1" rot="-3594086">
            <a:off x="703144" y="5178147"/>
            <a:ext cx="4584" cy="55349"/>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2"/>
          <p:cNvSpPr/>
          <p:nvPr/>
        </p:nvSpPr>
        <p:spPr>
          <a:xfrm flipH="1" rot="-3594086">
            <a:off x="676997" y="5203733"/>
            <a:ext cx="55349"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2"/>
          <p:cNvSpPr/>
          <p:nvPr/>
        </p:nvSpPr>
        <p:spPr>
          <a:xfrm flipH="1">
            <a:off x="1941584" y="4740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2"/>
          <p:cNvSpPr/>
          <p:nvPr/>
        </p:nvSpPr>
        <p:spPr>
          <a:xfrm flipH="1">
            <a:off x="1331984" y="4893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2"/>
          <p:cNvSpPr/>
          <p:nvPr/>
        </p:nvSpPr>
        <p:spPr>
          <a:xfrm flipH="1">
            <a:off x="321974"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2"/>
          <p:cNvSpPr/>
          <p:nvPr/>
        </p:nvSpPr>
        <p:spPr>
          <a:xfrm flipH="1">
            <a:off x="7865774" y="321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2"/>
          <p:cNvSpPr/>
          <p:nvPr/>
        </p:nvSpPr>
        <p:spPr>
          <a:xfrm flipH="1">
            <a:off x="8703974" y="92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2"/>
          <p:cNvSpPr/>
          <p:nvPr/>
        </p:nvSpPr>
        <p:spPr>
          <a:xfrm flipH="1">
            <a:off x="3501050" y="466441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2"/>
          <p:cNvSpPr/>
          <p:nvPr/>
        </p:nvSpPr>
        <p:spPr>
          <a:xfrm flipH="1">
            <a:off x="3645460" y="473323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2"/>
          <p:cNvSpPr/>
          <p:nvPr/>
        </p:nvSpPr>
        <p:spPr>
          <a:xfrm flipH="1">
            <a:off x="3789927" y="484270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2"/>
          <p:cNvSpPr/>
          <p:nvPr/>
        </p:nvSpPr>
        <p:spPr>
          <a:xfrm flipH="1">
            <a:off x="3875698"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6">
    <p:spTree>
      <p:nvGrpSpPr>
        <p:cNvPr id="1934" name="Shape 1934"/>
        <p:cNvGrpSpPr/>
        <p:nvPr/>
      </p:nvGrpSpPr>
      <p:grpSpPr>
        <a:xfrm>
          <a:off x="0" y="0"/>
          <a:ext cx="0" cy="0"/>
          <a:chOff x="0" y="0"/>
          <a:chExt cx="0" cy="0"/>
        </a:xfrm>
      </p:grpSpPr>
      <p:sp>
        <p:nvSpPr>
          <p:cNvPr id="1935" name="Google Shape;1935;p23"/>
          <p:cNvSpPr txBox="1"/>
          <p:nvPr>
            <p:ph idx="1" type="subTitle"/>
          </p:nvPr>
        </p:nvSpPr>
        <p:spPr>
          <a:xfrm>
            <a:off x="837050" y="2565945"/>
            <a:ext cx="3657600" cy="1097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1600"/>
            </a:lvl1pPr>
            <a:lvl2pPr lvl="1" rtl="0" algn="r">
              <a:lnSpc>
                <a:spcPct val="100000"/>
              </a:lnSpc>
              <a:spcBef>
                <a:spcPts val="0"/>
              </a:spcBef>
              <a:spcAft>
                <a:spcPts val="0"/>
              </a:spcAft>
              <a:buNone/>
              <a:defRPr sz="1600"/>
            </a:lvl2pPr>
            <a:lvl3pPr lvl="2" rtl="0" algn="r">
              <a:lnSpc>
                <a:spcPct val="100000"/>
              </a:lnSpc>
              <a:spcBef>
                <a:spcPts val="0"/>
              </a:spcBef>
              <a:spcAft>
                <a:spcPts val="0"/>
              </a:spcAft>
              <a:buNone/>
              <a:defRPr sz="1600"/>
            </a:lvl3pPr>
            <a:lvl4pPr lvl="3" rtl="0" algn="r">
              <a:lnSpc>
                <a:spcPct val="100000"/>
              </a:lnSpc>
              <a:spcBef>
                <a:spcPts val="0"/>
              </a:spcBef>
              <a:spcAft>
                <a:spcPts val="0"/>
              </a:spcAft>
              <a:buNone/>
              <a:defRPr sz="1600"/>
            </a:lvl4pPr>
            <a:lvl5pPr lvl="4" rtl="0" algn="r">
              <a:lnSpc>
                <a:spcPct val="100000"/>
              </a:lnSpc>
              <a:spcBef>
                <a:spcPts val="0"/>
              </a:spcBef>
              <a:spcAft>
                <a:spcPts val="0"/>
              </a:spcAft>
              <a:buNone/>
              <a:defRPr sz="1600"/>
            </a:lvl5pPr>
            <a:lvl6pPr lvl="5" rtl="0" algn="r">
              <a:lnSpc>
                <a:spcPct val="100000"/>
              </a:lnSpc>
              <a:spcBef>
                <a:spcPts val="0"/>
              </a:spcBef>
              <a:spcAft>
                <a:spcPts val="0"/>
              </a:spcAft>
              <a:buNone/>
              <a:defRPr sz="1600"/>
            </a:lvl6pPr>
            <a:lvl7pPr lvl="6" rtl="0" algn="r">
              <a:lnSpc>
                <a:spcPct val="100000"/>
              </a:lnSpc>
              <a:spcBef>
                <a:spcPts val="0"/>
              </a:spcBef>
              <a:spcAft>
                <a:spcPts val="0"/>
              </a:spcAft>
              <a:buNone/>
              <a:defRPr sz="1600"/>
            </a:lvl7pPr>
            <a:lvl8pPr lvl="7" rtl="0" algn="r">
              <a:lnSpc>
                <a:spcPct val="100000"/>
              </a:lnSpc>
              <a:spcBef>
                <a:spcPts val="0"/>
              </a:spcBef>
              <a:spcAft>
                <a:spcPts val="0"/>
              </a:spcAft>
              <a:buNone/>
              <a:defRPr sz="1600"/>
            </a:lvl8pPr>
            <a:lvl9pPr lvl="8" rtl="0" algn="r">
              <a:lnSpc>
                <a:spcPct val="100000"/>
              </a:lnSpc>
              <a:spcBef>
                <a:spcPts val="0"/>
              </a:spcBef>
              <a:spcAft>
                <a:spcPts val="0"/>
              </a:spcAft>
              <a:buNone/>
              <a:defRPr sz="1600"/>
            </a:lvl9pPr>
          </a:lstStyle>
          <a:p/>
        </p:txBody>
      </p:sp>
      <p:sp>
        <p:nvSpPr>
          <p:cNvPr id="1936" name="Google Shape;1936;p23"/>
          <p:cNvSpPr txBox="1"/>
          <p:nvPr>
            <p:ph type="title"/>
          </p:nvPr>
        </p:nvSpPr>
        <p:spPr>
          <a:xfrm>
            <a:off x="2786100" y="1480150"/>
            <a:ext cx="1708500" cy="914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37" name="Google Shape;1937;p23"/>
          <p:cNvSpPr/>
          <p:nvPr/>
        </p:nvSpPr>
        <p:spPr>
          <a:xfrm flipH="1">
            <a:off x="6540300" y="0"/>
            <a:ext cx="260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3"/>
          <p:cNvSpPr/>
          <p:nvPr/>
        </p:nvSpPr>
        <p:spPr>
          <a:xfrm>
            <a:off x="2544682" y="1242"/>
            <a:ext cx="6330" cy="10086"/>
          </a:xfrm>
          <a:custGeom>
            <a:rect b="b" l="l" r="r" t="t"/>
            <a:pathLst>
              <a:path extrusionOk="0" h="145" w="91">
                <a:moveTo>
                  <a:pt x="0" y="0"/>
                </a:moveTo>
                <a:lnTo>
                  <a:pt x="72" y="144"/>
                </a:lnTo>
                <a:lnTo>
                  <a:pt x="9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3"/>
          <p:cNvSpPr/>
          <p:nvPr/>
        </p:nvSpPr>
        <p:spPr>
          <a:xfrm flipH="1" rot="5400000">
            <a:off x="7235071" y="-52025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3"/>
          <p:cNvSpPr/>
          <p:nvPr/>
        </p:nvSpPr>
        <p:spPr>
          <a:xfrm flipH="1" rot="5400000">
            <a:off x="7447159" y="-47739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1" name="Google Shape;1941;p23"/>
          <p:cNvGrpSpPr/>
          <p:nvPr/>
        </p:nvGrpSpPr>
        <p:grpSpPr>
          <a:xfrm>
            <a:off x="170355" y="118041"/>
            <a:ext cx="1209708" cy="1147945"/>
            <a:chOff x="5235125" y="2636100"/>
            <a:chExt cx="796175" cy="755525"/>
          </a:xfrm>
        </p:grpSpPr>
        <p:sp>
          <p:nvSpPr>
            <p:cNvPr id="1942" name="Google Shape;1942;p23"/>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3"/>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3"/>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3"/>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3"/>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3"/>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3"/>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3"/>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3"/>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3"/>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3"/>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3"/>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3"/>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3"/>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3"/>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3"/>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3"/>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3"/>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3"/>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3"/>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3"/>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3"/>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3"/>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3"/>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3"/>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3"/>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3"/>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3"/>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3"/>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3"/>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3"/>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3"/>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3"/>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3"/>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3"/>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3"/>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3"/>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3"/>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3"/>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3"/>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3"/>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3"/>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3"/>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3"/>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3"/>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3"/>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3"/>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3"/>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3"/>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3"/>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3"/>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3"/>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3"/>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3"/>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3"/>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3"/>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3"/>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3"/>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3"/>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3"/>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3"/>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3"/>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3"/>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3"/>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6" name="Google Shape;2006;p23"/>
          <p:cNvGrpSpPr/>
          <p:nvPr/>
        </p:nvGrpSpPr>
        <p:grpSpPr>
          <a:xfrm>
            <a:off x="336002" y="4222100"/>
            <a:ext cx="754445" cy="754656"/>
            <a:chOff x="336002" y="4222100"/>
            <a:chExt cx="754445" cy="754656"/>
          </a:xfrm>
        </p:grpSpPr>
        <p:sp>
          <p:nvSpPr>
            <p:cNvPr id="2007" name="Google Shape;2007;p23"/>
            <p:cNvSpPr/>
            <p:nvPr/>
          </p:nvSpPr>
          <p:spPr>
            <a:xfrm>
              <a:off x="336002" y="459942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3"/>
            <p:cNvSpPr/>
            <p:nvPr/>
          </p:nvSpPr>
          <p:spPr>
            <a:xfrm>
              <a:off x="336002" y="422210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9" name="Google Shape;2009;p23"/>
          <p:cNvSpPr/>
          <p:nvPr/>
        </p:nvSpPr>
        <p:spPr>
          <a:xfrm flipH="1">
            <a:off x="7788569" y="38606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3"/>
          <p:cNvSpPr/>
          <p:nvPr/>
        </p:nvSpPr>
        <p:spPr>
          <a:xfrm flipH="1">
            <a:off x="7141914" y="4732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3"/>
          <p:cNvSpPr/>
          <p:nvPr/>
        </p:nvSpPr>
        <p:spPr>
          <a:xfrm flipH="1">
            <a:off x="7908157" y="39475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3"/>
          <p:cNvSpPr/>
          <p:nvPr/>
        </p:nvSpPr>
        <p:spPr>
          <a:xfrm flipH="1">
            <a:off x="7243446" y="4839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3"/>
          <p:cNvSpPr/>
          <p:nvPr/>
        </p:nvSpPr>
        <p:spPr>
          <a:xfrm flipH="1">
            <a:off x="8008568" y="40592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3"/>
          <p:cNvSpPr/>
          <p:nvPr/>
        </p:nvSpPr>
        <p:spPr>
          <a:xfrm flipH="1">
            <a:off x="8167628" y="42014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3"/>
          <p:cNvSpPr/>
          <p:nvPr/>
        </p:nvSpPr>
        <p:spPr>
          <a:xfrm flipH="1">
            <a:off x="8248875" y="43119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3"/>
          <p:cNvSpPr/>
          <p:nvPr/>
        </p:nvSpPr>
        <p:spPr>
          <a:xfrm flipH="1">
            <a:off x="8317698" y="44530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3"/>
          <p:cNvSpPr/>
          <p:nvPr/>
        </p:nvSpPr>
        <p:spPr>
          <a:xfrm flipH="1">
            <a:off x="8291757" y="44778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3"/>
          <p:cNvSpPr/>
          <p:nvPr/>
        </p:nvSpPr>
        <p:spPr>
          <a:xfrm>
            <a:off x="8587350" y="655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3"/>
          <p:cNvSpPr/>
          <p:nvPr/>
        </p:nvSpPr>
        <p:spPr>
          <a:xfrm>
            <a:off x="8587363" y="1187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3"/>
          <p:cNvSpPr/>
          <p:nvPr/>
        </p:nvSpPr>
        <p:spPr>
          <a:xfrm flipH="1">
            <a:off x="7109773" y="4755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3"/>
          <p:cNvSpPr/>
          <p:nvPr/>
        </p:nvSpPr>
        <p:spPr>
          <a:xfrm flipH="1">
            <a:off x="8073983" y="49074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3"/>
          <p:cNvSpPr/>
          <p:nvPr/>
        </p:nvSpPr>
        <p:spPr>
          <a:xfrm flipH="1">
            <a:off x="8481373" y="4374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3"/>
          <p:cNvSpPr/>
          <p:nvPr/>
        </p:nvSpPr>
        <p:spPr>
          <a:xfrm rot="-5400000">
            <a:off x="8942300" y="2039329"/>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3"/>
          <p:cNvSpPr/>
          <p:nvPr/>
        </p:nvSpPr>
        <p:spPr>
          <a:xfrm flipH="1" rot="-5400000">
            <a:off x="8237792" y="232631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3"/>
          <p:cNvSpPr/>
          <p:nvPr/>
        </p:nvSpPr>
        <p:spPr>
          <a:xfrm flipH="1" rot="-5400000">
            <a:off x="8287966" y="2553663"/>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3"/>
          <p:cNvSpPr/>
          <p:nvPr/>
        </p:nvSpPr>
        <p:spPr>
          <a:xfrm flipH="1" rot="-5400000">
            <a:off x="8238319" y="2778130"/>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7">
    <p:spTree>
      <p:nvGrpSpPr>
        <p:cNvPr id="2027" name="Shape 2027"/>
        <p:cNvGrpSpPr/>
        <p:nvPr/>
      </p:nvGrpSpPr>
      <p:grpSpPr>
        <a:xfrm>
          <a:off x="0" y="0"/>
          <a:ext cx="0" cy="0"/>
          <a:chOff x="0" y="0"/>
          <a:chExt cx="0" cy="0"/>
        </a:xfrm>
      </p:grpSpPr>
      <p:sp>
        <p:nvSpPr>
          <p:cNvPr id="2028" name="Google Shape;2028;p24"/>
          <p:cNvSpPr txBox="1"/>
          <p:nvPr>
            <p:ph idx="1" type="subTitle"/>
          </p:nvPr>
        </p:nvSpPr>
        <p:spPr>
          <a:xfrm>
            <a:off x="4527400" y="2569464"/>
            <a:ext cx="3657600" cy="1097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2029" name="Google Shape;2029;p24"/>
          <p:cNvSpPr txBox="1"/>
          <p:nvPr>
            <p:ph type="title"/>
          </p:nvPr>
        </p:nvSpPr>
        <p:spPr>
          <a:xfrm>
            <a:off x="4527400" y="1481328"/>
            <a:ext cx="1788600" cy="91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0" name="Google Shape;2030;p24"/>
          <p:cNvSpPr/>
          <p:nvPr/>
        </p:nvSpPr>
        <p:spPr>
          <a:xfrm>
            <a:off x="5508" y="0"/>
            <a:ext cx="260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4"/>
          <p:cNvSpPr/>
          <p:nvPr/>
        </p:nvSpPr>
        <p:spPr>
          <a:xfrm rot="-5400000">
            <a:off x="912575" y="-52025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4"/>
          <p:cNvSpPr/>
          <p:nvPr/>
        </p:nvSpPr>
        <p:spPr>
          <a:xfrm rot="-5400000">
            <a:off x="1141541" y="-47739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3" name="Google Shape;2033;p24"/>
          <p:cNvGrpSpPr/>
          <p:nvPr/>
        </p:nvGrpSpPr>
        <p:grpSpPr>
          <a:xfrm flipH="1">
            <a:off x="7769446" y="118041"/>
            <a:ext cx="1209708" cy="1147945"/>
            <a:chOff x="5235125" y="2636100"/>
            <a:chExt cx="796175" cy="755525"/>
          </a:xfrm>
        </p:grpSpPr>
        <p:sp>
          <p:nvSpPr>
            <p:cNvPr id="2034" name="Google Shape;2034;p24"/>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4"/>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4"/>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4"/>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4"/>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4"/>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4"/>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4"/>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4"/>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4"/>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4"/>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4"/>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4"/>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4"/>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4"/>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4"/>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4"/>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4"/>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4"/>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4"/>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4"/>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4"/>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4"/>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4"/>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4"/>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4"/>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4"/>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4"/>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4"/>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4"/>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4"/>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4"/>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4"/>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4"/>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4"/>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4"/>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4"/>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4"/>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4"/>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4"/>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4"/>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4"/>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4"/>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4"/>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4"/>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4"/>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4"/>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4"/>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4"/>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4"/>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4"/>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4"/>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4"/>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4"/>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4"/>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4"/>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4"/>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4"/>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4"/>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4"/>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4"/>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4"/>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4"/>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4"/>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8" name="Google Shape;2098;p24"/>
          <p:cNvGrpSpPr/>
          <p:nvPr/>
        </p:nvGrpSpPr>
        <p:grpSpPr>
          <a:xfrm flipH="1">
            <a:off x="8059061" y="4222100"/>
            <a:ext cx="754445" cy="754656"/>
            <a:chOff x="336002" y="4222100"/>
            <a:chExt cx="754445" cy="754656"/>
          </a:xfrm>
        </p:grpSpPr>
        <p:sp>
          <p:nvSpPr>
            <p:cNvPr id="2099" name="Google Shape;2099;p24"/>
            <p:cNvSpPr/>
            <p:nvPr/>
          </p:nvSpPr>
          <p:spPr>
            <a:xfrm>
              <a:off x="336002" y="459942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4"/>
            <p:cNvSpPr/>
            <p:nvPr/>
          </p:nvSpPr>
          <p:spPr>
            <a:xfrm>
              <a:off x="336002" y="422210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1" name="Google Shape;2101;p24"/>
          <p:cNvSpPr/>
          <p:nvPr/>
        </p:nvSpPr>
        <p:spPr>
          <a:xfrm>
            <a:off x="-235499" y="38606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4"/>
          <p:cNvSpPr/>
          <p:nvPr/>
        </p:nvSpPr>
        <p:spPr>
          <a:xfrm>
            <a:off x="1072262" y="4732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4"/>
          <p:cNvSpPr/>
          <p:nvPr/>
        </p:nvSpPr>
        <p:spPr>
          <a:xfrm>
            <a:off x="-154267" y="39475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4"/>
          <p:cNvSpPr/>
          <p:nvPr/>
        </p:nvSpPr>
        <p:spPr>
          <a:xfrm>
            <a:off x="1252727" y="4839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4"/>
          <p:cNvSpPr/>
          <p:nvPr/>
        </p:nvSpPr>
        <p:spPr>
          <a:xfrm>
            <a:off x="-52741" y="40592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4"/>
          <p:cNvSpPr/>
          <p:nvPr/>
        </p:nvSpPr>
        <p:spPr>
          <a:xfrm>
            <a:off x="80372" y="42014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4"/>
          <p:cNvSpPr/>
          <p:nvPr/>
        </p:nvSpPr>
        <p:spPr>
          <a:xfrm>
            <a:off x="769698" y="43119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4"/>
          <p:cNvSpPr/>
          <p:nvPr/>
        </p:nvSpPr>
        <p:spPr>
          <a:xfrm>
            <a:off x="827225" y="44530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4"/>
          <p:cNvSpPr/>
          <p:nvPr/>
        </p:nvSpPr>
        <p:spPr>
          <a:xfrm>
            <a:off x="802403" y="44778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4"/>
          <p:cNvSpPr/>
          <p:nvPr/>
        </p:nvSpPr>
        <p:spPr>
          <a:xfrm flipH="1">
            <a:off x="104921" y="655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4"/>
          <p:cNvSpPr/>
          <p:nvPr/>
        </p:nvSpPr>
        <p:spPr>
          <a:xfrm flipH="1">
            <a:off x="104908" y="1187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4"/>
          <p:cNvSpPr/>
          <p:nvPr/>
        </p:nvSpPr>
        <p:spPr>
          <a:xfrm>
            <a:off x="1939270" y="4755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4"/>
          <p:cNvSpPr/>
          <p:nvPr/>
        </p:nvSpPr>
        <p:spPr>
          <a:xfrm>
            <a:off x="975059" y="49074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4"/>
          <p:cNvSpPr/>
          <p:nvPr/>
        </p:nvSpPr>
        <p:spPr>
          <a:xfrm>
            <a:off x="567670" y="4374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4"/>
          <p:cNvSpPr/>
          <p:nvPr/>
        </p:nvSpPr>
        <p:spPr>
          <a:xfrm flipH="1" rot="5400000">
            <a:off x="-222092" y="2039329"/>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4"/>
          <p:cNvSpPr/>
          <p:nvPr/>
        </p:nvSpPr>
        <p:spPr>
          <a:xfrm rot="5400000">
            <a:off x="-1472235" y="232631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4"/>
          <p:cNvSpPr/>
          <p:nvPr/>
        </p:nvSpPr>
        <p:spPr>
          <a:xfrm rot="5400000">
            <a:off x="-1261825" y="2553663"/>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4"/>
          <p:cNvSpPr/>
          <p:nvPr/>
        </p:nvSpPr>
        <p:spPr>
          <a:xfrm rot="5400000">
            <a:off x="-973005" y="2778130"/>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2_1_1">
    <p:spTree>
      <p:nvGrpSpPr>
        <p:cNvPr id="2119" name="Shape 2119"/>
        <p:cNvGrpSpPr/>
        <p:nvPr/>
      </p:nvGrpSpPr>
      <p:grpSpPr>
        <a:xfrm>
          <a:off x="0" y="0"/>
          <a:ext cx="0" cy="0"/>
          <a:chOff x="0" y="0"/>
          <a:chExt cx="0" cy="0"/>
        </a:xfrm>
      </p:grpSpPr>
      <p:sp>
        <p:nvSpPr>
          <p:cNvPr id="2120" name="Google Shape;2120;p2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121" name="Google Shape;2121;p25"/>
          <p:cNvSpPr txBox="1"/>
          <p:nvPr>
            <p:ph idx="1" type="subTitle"/>
          </p:nvPr>
        </p:nvSpPr>
        <p:spPr>
          <a:xfrm>
            <a:off x="7132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300"/>
              <a:buChar char="●"/>
              <a:defRPr sz="1300">
                <a:solidFill>
                  <a:schemeClr val="dk1"/>
                </a:solidFill>
              </a:defRPr>
            </a:lvl1pPr>
            <a:lvl2pPr lvl="1" rtl="0">
              <a:spcBef>
                <a:spcPts val="0"/>
              </a:spcBef>
              <a:spcAft>
                <a:spcPts val="0"/>
              </a:spcAft>
              <a:buClr>
                <a:schemeClr val="dk1"/>
              </a:buClr>
              <a:buSzPts val="1600"/>
              <a:buChar char="○"/>
              <a:defRPr>
                <a:solidFill>
                  <a:schemeClr val="dk1"/>
                </a:solidFill>
              </a:defRPr>
            </a:lvl2pPr>
            <a:lvl3pPr lvl="2" rtl="0">
              <a:spcBef>
                <a:spcPts val="0"/>
              </a:spcBef>
              <a:spcAft>
                <a:spcPts val="0"/>
              </a:spcAft>
              <a:buClr>
                <a:schemeClr val="dk1"/>
              </a:buClr>
              <a:buSzPts val="1600"/>
              <a:buChar char="■"/>
              <a:defRPr>
                <a:solidFill>
                  <a:schemeClr val="dk1"/>
                </a:solidFill>
              </a:defRPr>
            </a:lvl3pPr>
            <a:lvl4pPr lvl="3" rtl="0">
              <a:spcBef>
                <a:spcPts val="0"/>
              </a:spcBef>
              <a:spcAft>
                <a:spcPts val="0"/>
              </a:spcAft>
              <a:buClr>
                <a:schemeClr val="dk1"/>
              </a:buClr>
              <a:buSzPts val="1600"/>
              <a:buChar char="●"/>
              <a:defRPr>
                <a:solidFill>
                  <a:schemeClr val="dk1"/>
                </a:solidFill>
              </a:defRPr>
            </a:lvl4pPr>
            <a:lvl5pPr lvl="4" rtl="0">
              <a:spcBef>
                <a:spcPts val="0"/>
              </a:spcBef>
              <a:spcAft>
                <a:spcPts val="0"/>
              </a:spcAft>
              <a:buClr>
                <a:schemeClr val="dk1"/>
              </a:buClr>
              <a:buSzPts val="1600"/>
              <a:buChar char="○"/>
              <a:defRPr>
                <a:solidFill>
                  <a:schemeClr val="dk1"/>
                </a:solidFill>
              </a:defRPr>
            </a:lvl5pPr>
            <a:lvl6pPr lvl="5" rtl="0">
              <a:spcBef>
                <a:spcPts val="0"/>
              </a:spcBef>
              <a:spcAft>
                <a:spcPts val="0"/>
              </a:spcAft>
              <a:buClr>
                <a:schemeClr val="dk1"/>
              </a:buClr>
              <a:buSzPts val="1600"/>
              <a:buChar char="■"/>
              <a:defRPr>
                <a:solidFill>
                  <a:schemeClr val="dk1"/>
                </a:solidFill>
              </a:defRPr>
            </a:lvl6pPr>
            <a:lvl7pPr lvl="6" rtl="0">
              <a:spcBef>
                <a:spcPts val="0"/>
              </a:spcBef>
              <a:spcAft>
                <a:spcPts val="0"/>
              </a:spcAft>
              <a:buClr>
                <a:schemeClr val="dk1"/>
              </a:buClr>
              <a:buSzPts val="1600"/>
              <a:buChar char="●"/>
              <a:defRPr>
                <a:solidFill>
                  <a:schemeClr val="dk1"/>
                </a:solidFill>
              </a:defRPr>
            </a:lvl7pPr>
            <a:lvl8pPr lvl="7" rtl="0">
              <a:spcBef>
                <a:spcPts val="0"/>
              </a:spcBef>
              <a:spcAft>
                <a:spcPts val="0"/>
              </a:spcAft>
              <a:buClr>
                <a:schemeClr val="dk1"/>
              </a:buClr>
              <a:buSzPts val="1600"/>
              <a:buChar char="○"/>
              <a:defRPr>
                <a:solidFill>
                  <a:schemeClr val="dk1"/>
                </a:solidFill>
              </a:defRPr>
            </a:lvl8pPr>
            <a:lvl9pPr lvl="8" rtl="0">
              <a:spcBef>
                <a:spcPts val="0"/>
              </a:spcBef>
              <a:spcAft>
                <a:spcPts val="0"/>
              </a:spcAft>
              <a:buClr>
                <a:schemeClr val="dk1"/>
              </a:buClr>
              <a:buSzPts val="1600"/>
              <a:buChar char="■"/>
              <a:defRPr>
                <a:solidFill>
                  <a:schemeClr val="dk1"/>
                </a:solidFill>
              </a:defRPr>
            </a:lvl9pPr>
          </a:lstStyle>
          <a:p/>
        </p:txBody>
      </p:sp>
      <p:sp>
        <p:nvSpPr>
          <p:cNvPr id="2122" name="Google Shape;2122;p25"/>
          <p:cNvSpPr txBox="1"/>
          <p:nvPr>
            <p:ph idx="2" type="subTitle"/>
          </p:nvPr>
        </p:nvSpPr>
        <p:spPr>
          <a:xfrm>
            <a:off x="45720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300"/>
              <a:buChar char="●"/>
              <a:defRPr sz="1300">
                <a:solidFill>
                  <a:schemeClr val="dk1"/>
                </a:solidFill>
              </a:defRPr>
            </a:lvl1pPr>
            <a:lvl2pPr lvl="1" rtl="0">
              <a:spcBef>
                <a:spcPts val="0"/>
              </a:spcBef>
              <a:spcAft>
                <a:spcPts val="0"/>
              </a:spcAft>
              <a:buClr>
                <a:schemeClr val="dk1"/>
              </a:buClr>
              <a:buSzPts val="1600"/>
              <a:buChar char="○"/>
              <a:defRPr>
                <a:solidFill>
                  <a:schemeClr val="dk1"/>
                </a:solidFill>
              </a:defRPr>
            </a:lvl2pPr>
            <a:lvl3pPr lvl="2" rtl="0">
              <a:spcBef>
                <a:spcPts val="0"/>
              </a:spcBef>
              <a:spcAft>
                <a:spcPts val="0"/>
              </a:spcAft>
              <a:buClr>
                <a:schemeClr val="dk1"/>
              </a:buClr>
              <a:buSzPts val="1600"/>
              <a:buChar char="■"/>
              <a:defRPr>
                <a:solidFill>
                  <a:schemeClr val="dk1"/>
                </a:solidFill>
              </a:defRPr>
            </a:lvl3pPr>
            <a:lvl4pPr lvl="3" rtl="0">
              <a:spcBef>
                <a:spcPts val="0"/>
              </a:spcBef>
              <a:spcAft>
                <a:spcPts val="0"/>
              </a:spcAft>
              <a:buClr>
                <a:schemeClr val="dk1"/>
              </a:buClr>
              <a:buSzPts val="1600"/>
              <a:buChar char="●"/>
              <a:defRPr>
                <a:solidFill>
                  <a:schemeClr val="dk1"/>
                </a:solidFill>
              </a:defRPr>
            </a:lvl4pPr>
            <a:lvl5pPr lvl="4" rtl="0">
              <a:spcBef>
                <a:spcPts val="0"/>
              </a:spcBef>
              <a:spcAft>
                <a:spcPts val="0"/>
              </a:spcAft>
              <a:buClr>
                <a:schemeClr val="dk1"/>
              </a:buClr>
              <a:buSzPts val="1600"/>
              <a:buChar char="○"/>
              <a:defRPr>
                <a:solidFill>
                  <a:schemeClr val="dk1"/>
                </a:solidFill>
              </a:defRPr>
            </a:lvl5pPr>
            <a:lvl6pPr lvl="5" rtl="0">
              <a:spcBef>
                <a:spcPts val="0"/>
              </a:spcBef>
              <a:spcAft>
                <a:spcPts val="0"/>
              </a:spcAft>
              <a:buClr>
                <a:schemeClr val="dk1"/>
              </a:buClr>
              <a:buSzPts val="1600"/>
              <a:buChar char="■"/>
              <a:defRPr>
                <a:solidFill>
                  <a:schemeClr val="dk1"/>
                </a:solidFill>
              </a:defRPr>
            </a:lvl6pPr>
            <a:lvl7pPr lvl="6" rtl="0">
              <a:spcBef>
                <a:spcPts val="0"/>
              </a:spcBef>
              <a:spcAft>
                <a:spcPts val="0"/>
              </a:spcAft>
              <a:buClr>
                <a:schemeClr val="dk1"/>
              </a:buClr>
              <a:buSzPts val="1600"/>
              <a:buChar char="●"/>
              <a:defRPr>
                <a:solidFill>
                  <a:schemeClr val="dk1"/>
                </a:solidFill>
              </a:defRPr>
            </a:lvl7pPr>
            <a:lvl8pPr lvl="7" rtl="0">
              <a:spcBef>
                <a:spcPts val="0"/>
              </a:spcBef>
              <a:spcAft>
                <a:spcPts val="0"/>
              </a:spcAft>
              <a:buClr>
                <a:schemeClr val="dk1"/>
              </a:buClr>
              <a:buSzPts val="1600"/>
              <a:buChar char="○"/>
              <a:defRPr>
                <a:solidFill>
                  <a:schemeClr val="dk1"/>
                </a:solidFill>
              </a:defRPr>
            </a:lvl8pPr>
            <a:lvl9pPr lvl="8" rtl="0">
              <a:spcBef>
                <a:spcPts val="0"/>
              </a:spcBef>
              <a:spcAft>
                <a:spcPts val="0"/>
              </a:spcAft>
              <a:buClr>
                <a:schemeClr val="dk1"/>
              </a:buClr>
              <a:buSzPts val="1600"/>
              <a:buChar char="■"/>
              <a:defRPr>
                <a:solidFill>
                  <a:schemeClr val="dk1"/>
                </a:solidFill>
              </a:defRPr>
            </a:lvl9pPr>
          </a:lstStyle>
          <a:p/>
        </p:txBody>
      </p:sp>
      <p:sp>
        <p:nvSpPr>
          <p:cNvPr id="2123" name="Google Shape;2123;p25"/>
          <p:cNvSpPr/>
          <p:nvPr/>
        </p:nvSpPr>
        <p:spPr>
          <a:xfrm>
            <a:off x="8430925" y="20734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5"/>
          <p:cNvSpPr/>
          <p:nvPr/>
        </p:nvSpPr>
        <p:spPr>
          <a:xfrm rot="5400000">
            <a:off x="8430925" y="81244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5"/>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5"/>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5"/>
          <p:cNvSpPr/>
          <p:nvPr/>
        </p:nvSpPr>
        <p:spPr>
          <a:xfrm>
            <a:off x="-1765585" y="-1356372"/>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5"/>
          <p:cNvSpPr/>
          <p:nvPr/>
        </p:nvSpPr>
        <p:spPr>
          <a:xfrm flipH="1">
            <a:off x="-194140" y="-200037"/>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5"/>
          <p:cNvSpPr/>
          <p:nvPr/>
        </p:nvSpPr>
        <p:spPr>
          <a:xfrm flipH="1">
            <a:off x="-118543" y="-60104"/>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5"/>
          <p:cNvSpPr/>
          <p:nvPr/>
        </p:nvSpPr>
        <p:spPr>
          <a:xfrm flipH="1">
            <a:off x="104872" y="1095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5"/>
          <p:cNvSpPr/>
          <p:nvPr/>
        </p:nvSpPr>
        <p:spPr>
          <a:xfrm flipH="1">
            <a:off x="401579" y="121536"/>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5"/>
          <p:cNvSpPr/>
          <p:nvPr/>
        </p:nvSpPr>
        <p:spPr>
          <a:xfrm flipH="1">
            <a:off x="-241449" y="199358"/>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5"/>
          <p:cNvSpPr/>
          <p:nvPr/>
        </p:nvSpPr>
        <p:spPr>
          <a:xfrm flipH="1">
            <a:off x="-243741" y="197122"/>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5"/>
          <p:cNvSpPr/>
          <p:nvPr/>
        </p:nvSpPr>
        <p:spPr>
          <a:xfrm flipH="1">
            <a:off x="0" y="4474800"/>
            <a:ext cx="3923400" cy="66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5"/>
          <p:cNvSpPr/>
          <p:nvPr/>
        </p:nvSpPr>
        <p:spPr>
          <a:xfrm flipH="1">
            <a:off x="-106954" y="326449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5"/>
          <p:cNvSpPr/>
          <p:nvPr/>
        </p:nvSpPr>
        <p:spPr>
          <a:xfrm flipH="1">
            <a:off x="41934" y="338743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2_1_1_1">
    <p:spTree>
      <p:nvGrpSpPr>
        <p:cNvPr id="2137" name="Shape 2137"/>
        <p:cNvGrpSpPr/>
        <p:nvPr/>
      </p:nvGrpSpPr>
      <p:grpSpPr>
        <a:xfrm>
          <a:off x="0" y="0"/>
          <a:ext cx="0" cy="0"/>
          <a:chOff x="0" y="0"/>
          <a:chExt cx="0" cy="0"/>
        </a:xfrm>
      </p:grpSpPr>
      <p:sp>
        <p:nvSpPr>
          <p:cNvPr id="2138" name="Google Shape;2138;p2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139" name="Google Shape;2139;p26"/>
          <p:cNvSpPr txBox="1"/>
          <p:nvPr>
            <p:ph idx="1" type="subTitle"/>
          </p:nvPr>
        </p:nvSpPr>
        <p:spPr>
          <a:xfrm>
            <a:off x="878975" y="33881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140" name="Google Shape;2140;p26"/>
          <p:cNvSpPr txBox="1"/>
          <p:nvPr>
            <p:ph idx="2" type="subTitle"/>
          </p:nvPr>
        </p:nvSpPr>
        <p:spPr>
          <a:xfrm>
            <a:off x="713225" y="37399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141" name="Google Shape;2141;p26"/>
          <p:cNvSpPr txBox="1"/>
          <p:nvPr>
            <p:ph idx="3" type="subTitle"/>
          </p:nvPr>
        </p:nvSpPr>
        <p:spPr>
          <a:xfrm>
            <a:off x="2945900" y="33881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142" name="Google Shape;2142;p26"/>
          <p:cNvSpPr txBox="1"/>
          <p:nvPr>
            <p:ph idx="4" type="subTitle"/>
          </p:nvPr>
        </p:nvSpPr>
        <p:spPr>
          <a:xfrm>
            <a:off x="2780150" y="37399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143" name="Google Shape;2143;p26"/>
          <p:cNvSpPr txBox="1"/>
          <p:nvPr>
            <p:ph idx="5" type="subTitle"/>
          </p:nvPr>
        </p:nvSpPr>
        <p:spPr>
          <a:xfrm>
            <a:off x="841632" y="1729225"/>
            <a:ext cx="3593400" cy="6138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144" name="Google Shape;2144;p26"/>
          <p:cNvSpPr/>
          <p:nvPr/>
        </p:nvSpPr>
        <p:spPr>
          <a:xfrm>
            <a:off x="4932650" y="0"/>
            <a:ext cx="421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6"/>
          <p:cNvSpPr/>
          <p:nvPr/>
        </p:nvSpPr>
        <p:spPr>
          <a:xfrm>
            <a:off x="75025" y="382646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6"/>
          <p:cNvSpPr/>
          <p:nvPr/>
        </p:nvSpPr>
        <p:spPr>
          <a:xfrm rot="5400000">
            <a:off x="75025" y="443156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6"/>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6"/>
          <p:cNvSpPr/>
          <p:nvPr/>
        </p:nvSpPr>
        <p:spPr>
          <a:xfrm>
            <a:off x="8550863" y="6048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6"/>
          <p:cNvSpPr/>
          <p:nvPr/>
        </p:nvSpPr>
        <p:spPr>
          <a:xfrm>
            <a:off x="8550863" y="1100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6"/>
          <p:cNvSpPr/>
          <p:nvPr/>
        </p:nvSpPr>
        <p:spPr>
          <a:xfrm flipH="1">
            <a:off x="8601930" y="13554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6"/>
          <p:cNvSpPr/>
          <p:nvPr/>
        </p:nvSpPr>
        <p:spPr>
          <a:xfrm flipH="1">
            <a:off x="8703462" y="14626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6"/>
          <p:cNvSpPr/>
          <p:nvPr/>
        </p:nvSpPr>
        <p:spPr>
          <a:xfrm flipH="1">
            <a:off x="7997696" y="23432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6"/>
          <p:cNvSpPr/>
          <p:nvPr/>
        </p:nvSpPr>
        <p:spPr>
          <a:xfrm flipH="1">
            <a:off x="8146584" y="24661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6"/>
          <p:cNvSpPr/>
          <p:nvPr/>
        </p:nvSpPr>
        <p:spPr>
          <a:xfrm>
            <a:off x="6822995" y="3873305"/>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6"/>
          <p:cNvSpPr/>
          <p:nvPr/>
        </p:nvSpPr>
        <p:spPr>
          <a:xfrm flipH="1">
            <a:off x="6214343" y="358502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6"/>
          <p:cNvSpPr/>
          <p:nvPr/>
        </p:nvSpPr>
        <p:spPr>
          <a:xfrm flipH="1">
            <a:off x="6416291" y="3641433"/>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6"/>
          <p:cNvSpPr/>
          <p:nvPr/>
        </p:nvSpPr>
        <p:spPr>
          <a:xfrm flipH="1">
            <a:off x="6702879" y="3748606"/>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6"/>
          <p:cNvSpPr/>
          <p:nvPr/>
        </p:nvSpPr>
        <p:spPr>
          <a:xfrm flipH="1">
            <a:off x="8614854" y="3704496"/>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6"/>
          <p:cNvSpPr/>
          <p:nvPr/>
        </p:nvSpPr>
        <p:spPr>
          <a:xfrm flipH="1">
            <a:off x="8767254" y="24288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6"/>
          <p:cNvSpPr/>
          <p:nvPr/>
        </p:nvSpPr>
        <p:spPr>
          <a:xfrm flipH="1">
            <a:off x="8919654" y="16668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6"/>
          <p:cNvSpPr/>
          <p:nvPr/>
        </p:nvSpPr>
        <p:spPr>
          <a:xfrm flipH="1">
            <a:off x="8919654" y="45624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6"/>
          <p:cNvSpPr/>
          <p:nvPr/>
        </p:nvSpPr>
        <p:spPr>
          <a:xfrm>
            <a:off x="3125286" y="5066798"/>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6"/>
          <p:cNvSpPr/>
          <p:nvPr/>
        </p:nvSpPr>
        <p:spPr>
          <a:xfrm>
            <a:off x="2796564" y="459924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6"/>
          <p:cNvSpPr/>
          <p:nvPr/>
        </p:nvSpPr>
        <p:spPr>
          <a:xfrm>
            <a:off x="2963584" y="459924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6"/>
          <p:cNvSpPr/>
          <p:nvPr/>
        </p:nvSpPr>
        <p:spPr>
          <a:xfrm>
            <a:off x="2798083" y="475486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6"/>
          <p:cNvSpPr/>
          <p:nvPr/>
        </p:nvSpPr>
        <p:spPr>
          <a:xfrm>
            <a:off x="2961305" y="475410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6"/>
          <p:cNvSpPr/>
          <p:nvPr/>
        </p:nvSpPr>
        <p:spPr>
          <a:xfrm>
            <a:off x="3127565" y="475486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6"/>
          <p:cNvSpPr/>
          <p:nvPr/>
        </p:nvSpPr>
        <p:spPr>
          <a:xfrm>
            <a:off x="2790448" y="490585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6"/>
          <p:cNvSpPr/>
          <p:nvPr/>
        </p:nvSpPr>
        <p:spPr>
          <a:xfrm>
            <a:off x="2962824" y="491045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6"/>
          <p:cNvSpPr/>
          <p:nvPr/>
        </p:nvSpPr>
        <p:spPr>
          <a:xfrm>
            <a:off x="3127565" y="491121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6"/>
          <p:cNvSpPr/>
          <p:nvPr/>
        </p:nvSpPr>
        <p:spPr>
          <a:xfrm>
            <a:off x="2793525" y="5065279"/>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6"/>
          <p:cNvSpPr/>
          <p:nvPr/>
        </p:nvSpPr>
        <p:spPr>
          <a:xfrm>
            <a:off x="2962065" y="5066038"/>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6"/>
          <p:cNvSpPr/>
          <p:nvPr/>
        </p:nvSpPr>
        <p:spPr>
          <a:xfrm>
            <a:off x="3128363" y="460003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6"/>
          <p:cNvSpPr/>
          <p:nvPr/>
        </p:nvSpPr>
        <p:spPr>
          <a:xfrm>
            <a:off x="3292344" y="460231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6"/>
          <p:cNvSpPr/>
          <p:nvPr/>
        </p:nvSpPr>
        <p:spPr>
          <a:xfrm>
            <a:off x="2634862" y="46000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6"/>
          <p:cNvSpPr/>
          <p:nvPr/>
        </p:nvSpPr>
        <p:spPr>
          <a:xfrm>
            <a:off x="2634862" y="47548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6"/>
          <p:cNvSpPr/>
          <p:nvPr/>
        </p:nvSpPr>
        <p:spPr>
          <a:xfrm>
            <a:off x="3290787" y="5066798"/>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6"/>
          <p:cNvSpPr/>
          <p:nvPr/>
        </p:nvSpPr>
        <p:spPr>
          <a:xfrm>
            <a:off x="2633342" y="50660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6"/>
          <p:cNvSpPr/>
          <p:nvPr/>
        </p:nvSpPr>
        <p:spPr>
          <a:xfrm>
            <a:off x="3291584" y="475714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6"/>
          <p:cNvSpPr/>
          <p:nvPr/>
        </p:nvSpPr>
        <p:spPr>
          <a:xfrm>
            <a:off x="2468601" y="50645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6"/>
          <p:cNvSpPr/>
          <p:nvPr/>
        </p:nvSpPr>
        <p:spPr>
          <a:xfrm>
            <a:off x="3290787" y="491273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6"/>
          <p:cNvSpPr/>
          <p:nvPr/>
        </p:nvSpPr>
        <p:spPr>
          <a:xfrm>
            <a:off x="2634102" y="49096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6"/>
          <p:cNvSpPr/>
          <p:nvPr/>
        </p:nvSpPr>
        <p:spPr>
          <a:xfrm>
            <a:off x="2470121" y="49012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6"/>
          <p:cNvSpPr/>
          <p:nvPr/>
        </p:nvSpPr>
        <p:spPr>
          <a:xfrm>
            <a:off x="2302341" y="50652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6"/>
          <p:cNvSpPr/>
          <p:nvPr/>
        </p:nvSpPr>
        <p:spPr>
          <a:xfrm>
            <a:off x="2304620" y="49104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6"/>
          <p:cNvSpPr/>
          <p:nvPr/>
        </p:nvSpPr>
        <p:spPr>
          <a:xfrm>
            <a:off x="3454806" y="5069077"/>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6"/>
          <p:cNvSpPr/>
          <p:nvPr/>
        </p:nvSpPr>
        <p:spPr>
          <a:xfrm>
            <a:off x="2468601" y="47563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6"/>
          <p:cNvSpPr/>
          <p:nvPr/>
        </p:nvSpPr>
        <p:spPr>
          <a:xfrm>
            <a:off x="2466322" y="46007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6"/>
          <p:cNvSpPr/>
          <p:nvPr/>
        </p:nvSpPr>
        <p:spPr>
          <a:xfrm>
            <a:off x="3453249" y="491425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6"/>
          <p:cNvSpPr/>
          <p:nvPr/>
        </p:nvSpPr>
        <p:spPr>
          <a:xfrm>
            <a:off x="3455566" y="475866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6"/>
          <p:cNvSpPr/>
          <p:nvPr/>
        </p:nvSpPr>
        <p:spPr>
          <a:xfrm>
            <a:off x="2306140" y="47541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6"/>
          <p:cNvSpPr/>
          <p:nvPr/>
        </p:nvSpPr>
        <p:spPr>
          <a:xfrm>
            <a:off x="2306899" y="45992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6"/>
          <p:cNvSpPr/>
          <p:nvPr/>
        </p:nvSpPr>
        <p:spPr>
          <a:xfrm>
            <a:off x="3456325" y="460307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
    <p:spTree>
      <p:nvGrpSpPr>
        <p:cNvPr id="2194" name="Shape 2194"/>
        <p:cNvGrpSpPr/>
        <p:nvPr/>
      </p:nvGrpSpPr>
      <p:grpSpPr>
        <a:xfrm>
          <a:off x="0" y="0"/>
          <a:ext cx="0" cy="0"/>
          <a:chOff x="0" y="0"/>
          <a:chExt cx="0" cy="0"/>
        </a:xfrm>
      </p:grpSpPr>
      <p:sp>
        <p:nvSpPr>
          <p:cNvPr id="2195" name="Google Shape;2195;p27"/>
          <p:cNvSpPr txBox="1"/>
          <p:nvPr>
            <p:ph idx="1" type="subTitle"/>
          </p:nvPr>
        </p:nvSpPr>
        <p:spPr>
          <a:xfrm>
            <a:off x="9936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196" name="Google Shape;2196;p27"/>
          <p:cNvSpPr txBox="1"/>
          <p:nvPr>
            <p:ph idx="2" type="subTitle"/>
          </p:nvPr>
        </p:nvSpPr>
        <p:spPr>
          <a:xfrm>
            <a:off x="993600" y="3259225"/>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197" name="Google Shape;2197;p27"/>
          <p:cNvSpPr txBox="1"/>
          <p:nvPr>
            <p:ph idx="3" type="subTitle"/>
          </p:nvPr>
        </p:nvSpPr>
        <p:spPr>
          <a:xfrm>
            <a:off x="35661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198" name="Google Shape;2198;p27"/>
          <p:cNvSpPr txBox="1"/>
          <p:nvPr>
            <p:ph idx="4" type="subTitle"/>
          </p:nvPr>
        </p:nvSpPr>
        <p:spPr>
          <a:xfrm>
            <a:off x="3566100" y="3259220"/>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199" name="Google Shape;2199;p27"/>
          <p:cNvSpPr txBox="1"/>
          <p:nvPr>
            <p:ph idx="5" type="subTitle"/>
          </p:nvPr>
        </p:nvSpPr>
        <p:spPr>
          <a:xfrm>
            <a:off x="61386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200" name="Google Shape;2200;p27"/>
          <p:cNvSpPr txBox="1"/>
          <p:nvPr>
            <p:ph idx="6" type="subTitle"/>
          </p:nvPr>
        </p:nvSpPr>
        <p:spPr>
          <a:xfrm>
            <a:off x="6138600" y="3259220"/>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201" name="Google Shape;2201;p27"/>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202" name="Google Shape;2202;p27"/>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7"/>
          <p:cNvSpPr/>
          <p:nvPr/>
        </p:nvSpPr>
        <p:spPr>
          <a:xfrm>
            <a:off x="8202150"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7"/>
          <p:cNvSpPr/>
          <p:nvPr/>
        </p:nvSpPr>
        <p:spPr>
          <a:xfrm flipH="1">
            <a:off x="8104938" y="410087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7"/>
          <p:cNvSpPr/>
          <p:nvPr/>
        </p:nvSpPr>
        <p:spPr>
          <a:xfrm>
            <a:off x="484613"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6" name="Google Shape;2206;p27"/>
          <p:cNvGrpSpPr/>
          <p:nvPr/>
        </p:nvGrpSpPr>
        <p:grpSpPr>
          <a:xfrm>
            <a:off x="8053502" y="4224312"/>
            <a:ext cx="754524" cy="750237"/>
            <a:chOff x="8523754" y="10"/>
            <a:chExt cx="516408" cy="513439"/>
          </a:xfrm>
        </p:grpSpPr>
        <p:sp>
          <p:nvSpPr>
            <p:cNvPr id="2207" name="Google Shape;2207;p27"/>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7"/>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09" name="Google Shape;2209;p27"/>
          <p:cNvSpPr/>
          <p:nvPr/>
        </p:nvSpPr>
        <p:spPr>
          <a:xfrm flipH="1" rot="5400000">
            <a:off x="2464850" y="-1754725"/>
            <a:ext cx="361800" cy="386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7"/>
          <p:cNvSpPr/>
          <p:nvPr/>
        </p:nvSpPr>
        <p:spPr>
          <a:xfrm flipH="1" rot="10800000">
            <a:off x="-971791" y="-267796"/>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7"/>
          <p:cNvSpPr/>
          <p:nvPr/>
        </p:nvSpPr>
        <p:spPr>
          <a:xfrm flipH="1" rot="10800000">
            <a:off x="-890559" y="-202382"/>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7"/>
          <p:cNvSpPr/>
          <p:nvPr/>
        </p:nvSpPr>
        <p:spPr>
          <a:xfrm flipH="1" rot="10800000">
            <a:off x="-789033" y="-90677"/>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7"/>
          <p:cNvSpPr/>
          <p:nvPr/>
        </p:nvSpPr>
        <p:spPr>
          <a:xfrm flipH="1" rot="10800000">
            <a:off x="-655919" y="89851"/>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7"/>
          <p:cNvSpPr/>
          <p:nvPr/>
        </p:nvSpPr>
        <p:spPr>
          <a:xfrm flipH="1" rot="10800000">
            <a:off x="33406" y="69343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7"/>
          <p:cNvSpPr/>
          <p:nvPr/>
        </p:nvSpPr>
        <p:spPr>
          <a:xfrm flipH="1" rot="10800000">
            <a:off x="90934" y="887489"/>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7"/>
          <p:cNvSpPr/>
          <p:nvPr/>
        </p:nvSpPr>
        <p:spPr>
          <a:xfrm flipH="1" rot="10800000">
            <a:off x="66112" y="9134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7"/>
          <p:cNvSpPr/>
          <p:nvPr/>
        </p:nvSpPr>
        <p:spPr>
          <a:xfrm flipH="1" rot="5400000">
            <a:off x="-1584790" y="24860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7"/>
          <p:cNvSpPr/>
          <p:nvPr/>
        </p:nvSpPr>
        <p:spPr>
          <a:xfrm flipH="1" rot="5400000">
            <a:off x="-1296556" y="2431317"/>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7"/>
          <p:cNvSpPr/>
          <p:nvPr/>
        </p:nvSpPr>
        <p:spPr>
          <a:xfrm flipH="1" rot="5400000">
            <a:off x="-809712" y="2540177"/>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7"/>
          <p:cNvSpPr/>
          <p:nvPr/>
        </p:nvSpPr>
        <p:spPr>
          <a:xfrm flipH="1" rot="5400000">
            <a:off x="-346600" y="2805884"/>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7"/>
          <p:cNvSpPr/>
          <p:nvPr/>
        </p:nvSpPr>
        <p:spPr>
          <a:xfrm>
            <a:off x="4176570" y="45583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2" name="Google Shape;2222;p27"/>
          <p:cNvGrpSpPr/>
          <p:nvPr/>
        </p:nvGrpSpPr>
        <p:grpSpPr>
          <a:xfrm>
            <a:off x="8520555" y="1997778"/>
            <a:ext cx="560659" cy="1147945"/>
            <a:chOff x="8491980" y="1997778"/>
            <a:chExt cx="560659" cy="1147945"/>
          </a:xfrm>
        </p:grpSpPr>
        <p:sp>
          <p:nvSpPr>
            <p:cNvPr id="2223" name="Google Shape;2223;p27"/>
            <p:cNvSpPr/>
            <p:nvPr/>
          </p:nvSpPr>
          <p:spPr>
            <a:xfrm>
              <a:off x="8990039"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7"/>
            <p:cNvSpPr/>
            <p:nvPr/>
          </p:nvSpPr>
          <p:spPr>
            <a:xfrm>
              <a:off x="8991558"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7"/>
            <p:cNvSpPr/>
            <p:nvPr/>
          </p:nvSpPr>
          <p:spPr>
            <a:xfrm>
              <a:off x="8989279"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7"/>
            <p:cNvSpPr/>
            <p:nvPr/>
          </p:nvSpPr>
          <p:spPr>
            <a:xfrm>
              <a:off x="88268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7"/>
            <p:cNvSpPr/>
            <p:nvPr/>
          </p:nvSpPr>
          <p:spPr>
            <a:xfrm>
              <a:off x="8983923"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7"/>
            <p:cNvSpPr/>
            <p:nvPr/>
          </p:nvSpPr>
          <p:spPr>
            <a:xfrm>
              <a:off x="8989279"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7"/>
            <p:cNvSpPr/>
            <p:nvPr/>
          </p:nvSpPr>
          <p:spPr>
            <a:xfrm>
              <a:off x="88252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7"/>
            <p:cNvSpPr/>
            <p:nvPr/>
          </p:nvSpPr>
          <p:spPr>
            <a:xfrm>
              <a:off x="8987000"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7"/>
            <p:cNvSpPr/>
            <p:nvPr/>
          </p:nvSpPr>
          <p:spPr>
            <a:xfrm>
              <a:off x="8989279"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7"/>
            <p:cNvSpPr/>
            <p:nvPr/>
          </p:nvSpPr>
          <p:spPr>
            <a:xfrm>
              <a:off x="88245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7"/>
            <p:cNvSpPr/>
            <p:nvPr/>
          </p:nvSpPr>
          <p:spPr>
            <a:xfrm>
              <a:off x="8989279"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7"/>
            <p:cNvSpPr/>
            <p:nvPr/>
          </p:nvSpPr>
          <p:spPr>
            <a:xfrm>
              <a:off x="88260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7"/>
            <p:cNvSpPr/>
            <p:nvPr/>
          </p:nvSpPr>
          <p:spPr>
            <a:xfrm>
              <a:off x="88283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7"/>
            <p:cNvSpPr/>
            <p:nvPr/>
          </p:nvSpPr>
          <p:spPr>
            <a:xfrm>
              <a:off x="86620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7"/>
            <p:cNvSpPr/>
            <p:nvPr/>
          </p:nvSpPr>
          <p:spPr>
            <a:xfrm>
              <a:off x="86613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7"/>
            <p:cNvSpPr/>
            <p:nvPr/>
          </p:nvSpPr>
          <p:spPr>
            <a:xfrm>
              <a:off x="88283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7"/>
            <p:cNvSpPr/>
            <p:nvPr/>
          </p:nvSpPr>
          <p:spPr>
            <a:xfrm>
              <a:off x="88268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7"/>
            <p:cNvSpPr/>
            <p:nvPr/>
          </p:nvSpPr>
          <p:spPr>
            <a:xfrm>
              <a:off x="86620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7"/>
            <p:cNvSpPr/>
            <p:nvPr/>
          </p:nvSpPr>
          <p:spPr>
            <a:xfrm>
              <a:off x="86620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7"/>
            <p:cNvSpPr/>
            <p:nvPr/>
          </p:nvSpPr>
          <p:spPr>
            <a:xfrm>
              <a:off x="86605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7"/>
            <p:cNvSpPr/>
            <p:nvPr/>
          </p:nvSpPr>
          <p:spPr>
            <a:xfrm>
              <a:off x="84919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7"/>
            <p:cNvSpPr/>
            <p:nvPr/>
          </p:nvSpPr>
          <p:spPr>
            <a:xfrm>
              <a:off x="88275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7"/>
            <p:cNvSpPr/>
            <p:nvPr/>
          </p:nvSpPr>
          <p:spPr>
            <a:xfrm>
              <a:off x="86635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7"/>
            <p:cNvSpPr/>
            <p:nvPr/>
          </p:nvSpPr>
          <p:spPr>
            <a:xfrm>
              <a:off x="84958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7"/>
            <p:cNvSpPr/>
            <p:nvPr/>
          </p:nvSpPr>
          <p:spPr>
            <a:xfrm>
              <a:off x="84980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7"/>
            <p:cNvSpPr/>
            <p:nvPr/>
          </p:nvSpPr>
          <p:spPr>
            <a:xfrm>
              <a:off x="84973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7"/>
            <p:cNvSpPr/>
            <p:nvPr/>
          </p:nvSpPr>
          <p:spPr>
            <a:xfrm>
              <a:off x="84958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7"/>
            <p:cNvSpPr/>
            <p:nvPr/>
          </p:nvSpPr>
          <p:spPr>
            <a:xfrm>
              <a:off x="86620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7"/>
            <p:cNvSpPr/>
            <p:nvPr/>
          </p:nvSpPr>
          <p:spPr>
            <a:xfrm>
              <a:off x="84973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7"/>
            <p:cNvSpPr/>
            <p:nvPr/>
          </p:nvSpPr>
          <p:spPr>
            <a:xfrm>
              <a:off x="86597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7"/>
            <p:cNvSpPr/>
            <p:nvPr/>
          </p:nvSpPr>
          <p:spPr>
            <a:xfrm>
              <a:off x="84996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7"/>
            <p:cNvSpPr/>
            <p:nvPr/>
          </p:nvSpPr>
          <p:spPr>
            <a:xfrm>
              <a:off x="85003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
    <p:spTree>
      <p:nvGrpSpPr>
        <p:cNvPr id="2255" name="Shape 2255"/>
        <p:cNvGrpSpPr/>
        <p:nvPr/>
      </p:nvGrpSpPr>
      <p:grpSpPr>
        <a:xfrm>
          <a:off x="0" y="0"/>
          <a:ext cx="0" cy="0"/>
          <a:chOff x="0" y="0"/>
          <a:chExt cx="0" cy="0"/>
        </a:xfrm>
      </p:grpSpPr>
      <p:sp>
        <p:nvSpPr>
          <p:cNvPr id="2256" name="Google Shape;2256;p28"/>
          <p:cNvSpPr txBox="1"/>
          <p:nvPr>
            <p:ph idx="1" type="subTitle"/>
          </p:nvPr>
        </p:nvSpPr>
        <p:spPr>
          <a:xfrm>
            <a:off x="967008" y="2845925"/>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57" name="Google Shape;2257;p28"/>
          <p:cNvSpPr txBox="1"/>
          <p:nvPr>
            <p:ph idx="2" type="subTitle"/>
          </p:nvPr>
        </p:nvSpPr>
        <p:spPr>
          <a:xfrm>
            <a:off x="838908"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58" name="Google Shape;2258;p28"/>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259" name="Google Shape;2259;p28"/>
          <p:cNvSpPr txBox="1"/>
          <p:nvPr>
            <p:ph idx="3" type="subTitle"/>
          </p:nvPr>
        </p:nvSpPr>
        <p:spPr>
          <a:xfrm>
            <a:off x="6749531"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0" name="Google Shape;2260;p28"/>
          <p:cNvSpPr txBox="1"/>
          <p:nvPr>
            <p:ph idx="4" type="subTitle"/>
          </p:nvPr>
        </p:nvSpPr>
        <p:spPr>
          <a:xfrm>
            <a:off x="6621431"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1" name="Google Shape;2261;p28"/>
          <p:cNvSpPr txBox="1"/>
          <p:nvPr>
            <p:ph idx="5" type="subTitle"/>
          </p:nvPr>
        </p:nvSpPr>
        <p:spPr>
          <a:xfrm>
            <a:off x="2894516"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2" name="Google Shape;2262;p28"/>
          <p:cNvSpPr txBox="1"/>
          <p:nvPr>
            <p:ph idx="6" type="subTitle"/>
          </p:nvPr>
        </p:nvSpPr>
        <p:spPr>
          <a:xfrm>
            <a:off x="2768730"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3" name="Google Shape;2263;p28"/>
          <p:cNvSpPr txBox="1"/>
          <p:nvPr>
            <p:ph idx="7" type="subTitle"/>
          </p:nvPr>
        </p:nvSpPr>
        <p:spPr>
          <a:xfrm>
            <a:off x="4822024"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4" name="Google Shape;2264;p28"/>
          <p:cNvSpPr txBox="1"/>
          <p:nvPr>
            <p:ph idx="8" type="subTitle"/>
          </p:nvPr>
        </p:nvSpPr>
        <p:spPr>
          <a:xfrm>
            <a:off x="4694714"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5" name="Google Shape;2265;p28"/>
          <p:cNvSpPr/>
          <p:nvPr/>
        </p:nvSpPr>
        <p:spPr>
          <a:xfrm flipH="1">
            <a:off x="0" y="4599425"/>
            <a:ext cx="9144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8"/>
          <p:cNvSpPr/>
          <p:nvPr/>
        </p:nvSpPr>
        <p:spPr>
          <a:xfrm flipH="1" rot="5400000">
            <a:off x="6236225" y="2200800"/>
            <a:ext cx="5137200" cy="74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8"/>
          <p:cNvSpPr/>
          <p:nvPr/>
        </p:nvSpPr>
        <p:spPr>
          <a:xfrm>
            <a:off x="8598938" y="1100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8"/>
          <p:cNvSpPr/>
          <p:nvPr/>
        </p:nvSpPr>
        <p:spPr>
          <a:xfrm>
            <a:off x="8598938" y="5672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8"/>
          <p:cNvSpPr/>
          <p:nvPr/>
        </p:nvSpPr>
        <p:spPr>
          <a:xfrm>
            <a:off x="84465" y="53949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8"/>
          <p:cNvSpPr/>
          <p:nvPr/>
        </p:nvSpPr>
        <p:spPr>
          <a:xfrm>
            <a:off x="84465" y="16217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8"/>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8"/>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8"/>
          <p:cNvSpPr/>
          <p:nvPr/>
        </p:nvSpPr>
        <p:spPr>
          <a:xfrm flipH="1">
            <a:off x="8512125" y="122974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8"/>
          <p:cNvSpPr/>
          <p:nvPr/>
        </p:nvSpPr>
        <p:spPr>
          <a:xfrm flipH="1">
            <a:off x="8656535" y="129856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8"/>
          <p:cNvSpPr/>
          <p:nvPr/>
        </p:nvSpPr>
        <p:spPr>
          <a:xfrm flipH="1">
            <a:off x="8801002" y="14080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8"/>
          <p:cNvSpPr/>
          <p:nvPr/>
        </p:nvSpPr>
        <p:spPr>
          <a:xfrm flipH="1">
            <a:off x="8548121" y="20426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8"/>
          <p:cNvSpPr/>
          <p:nvPr/>
        </p:nvSpPr>
        <p:spPr>
          <a:xfrm flipH="1">
            <a:off x="8697009" y="21655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8"/>
          <p:cNvSpPr/>
          <p:nvPr/>
        </p:nvSpPr>
        <p:spPr>
          <a:xfrm flipH="1">
            <a:off x="8639628" y="334584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8"/>
          <p:cNvSpPr/>
          <p:nvPr/>
        </p:nvSpPr>
        <p:spPr>
          <a:xfrm flipH="1">
            <a:off x="8944428" y="213617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0" name="Google Shape;2280;p28"/>
          <p:cNvGrpSpPr/>
          <p:nvPr/>
        </p:nvGrpSpPr>
        <p:grpSpPr>
          <a:xfrm>
            <a:off x="114483" y="4712891"/>
            <a:ext cx="1202833" cy="365416"/>
            <a:chOff x="114483" y="4665266"/>
            <a:chExt cx="1202833" cy="365416"/>
          </a:xfrm>
        </p:grpSpPr>
        <p:sp>
          <p:nvSpPr>
            <p:cNvPr id="2281" name="Google Shape;2281;p28"/>
            <p:cNvSpPr/>
            <p:nvPr/>
          </p:nvSpPr>
          <p:spPr>
            <a:xfrm>
              <a:off x="606426" y="46652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8"/>
            <p:cNvSpPr/>
            <p:nvPr/>
          </p:nvSpPr>
          <p:spPr>
            <a:xfrm>
              <a:off x="773446" y="46652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28"/>
            <p:cNvSpPr/>
            <p:nvPr/>
          </p:nvSpPr>
          <p:spPr>
            <a:xfrm>
              <a:off x="607946" y="48208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8"/>
            <p:cNvSpPr/>
            <p:nvPr/>
          </p:nvSpPr>
          <p:spPr>
            <a:xfrm>
              <a:off x="771167" y="48201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8"/>
            <p:cNvSpPr/>
            <p:nvPr/>
          </p:nvSpPr>
          <p:spPr>
            <a:xfrm>
              <a:off x="937428" y="48208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8"/>
            <p:cNvSpPr/>
            <p:nvPr/>
          </p:nvSpPr>
          <p:spPr>
            <a:xfrm>
              <a:off x="600311" y="49718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28"/>
            <p:cNvSpPr/>
            <p:nvPr/>
          </p:nvSpPr>
          <p:spPr>
            <a:xfrm>
              <a:off x="772687" y="49764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28"/>
            <p:cNvSpPr/>
            <p:nvPr/>
          </p:nvSpPr>
          <p:spPr>
            <a:xfrm>
              <a:off x="937428" y="49772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28"/>
            <p:cNvSpPr/>
            <p:nvPr/>
          </p:nvSpPr>
          <p:spPr>
            <a:xfrm>
              <a:off x="938225" y="46660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8"/>
            <p:cNvSpPr/>
            <p:nvPr/>
          </p:nvSpPr>
          <p:spPr>
            <a:xfrm>
              <a:off x="1102207" y="46683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8"/>
            <p:cNvSpPr/>
            <p:nvPr/>
          </p:nvSpPr>
          <p:spPr>
            <a:xfrm>
              <a:off x="444724" y="46660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28"/>
            <p:cNvSpPr/>
            <p:nvPr/>
          </p:nvSpPr>
          <p:spPr>
            <a:xfrm>
              <a:off x="444724" y="48208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8"/>
            <p:cNvSpPr/>
            <p:nvPr/>
          </p:nvSpPr>
          <p:spPr>
            <a:xfrm>
              <a:off x="1101447" y="48231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28"/>
            <p:cNvSpPr/>
            <p:nvPr/>
          </p:nvSpPr>
          <p:spPr>
            <a:xfrm>
              <a:off x="1100649" y="49787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28"/>
            <p:cNvSpPr/>
            <p:nvPr/>
          </p:nvSpPr>
          <p:spPr>
            <a:xfrm>
              <a:off x="443965" y="49757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28"/>
            <p:cNvSpPr/>
            <p:nvPr/>
          </p:nvSpPr>
          <p:spPr>
            <a:xfrm>
              <a:off x="279983" y="49673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8"/>
            <p:cNvSpPr/>
            <p:nvPr/>
          </p:nvSpPr>
          <p:spPr>
            <a:xfrm>
              <a:off x="114483" y="49764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8"/>
            <p:cNvSpPr/>
            <p:nvPr/>
          </p:nvSpPr>
          <p:spPr>
            <a:xfrm>
              <a:off x="278464" y="48224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28"/>
            <p:cNvSpPr/>
            <p:nvPr/>
          </p:nvSpPr>
          <p:spPr>
            <a:xfrm>
              <a:off x="276185" y="46668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28"/>
            <p:cNvSpPr/>
            <p:nvPr/>
          </p:nvSpPr>
          <p:spPr>
            <a:xfrm>
              <a:off x="1263111" y="49802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28"/>
            <p:cNvSpPr/>
            <p:nvPr/>
          </p:nvSpPr>
          <p:spPr>
            <a:xfrm>
              <a:off x="1265428" y="48246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28"/>
            <p:cNvSpPr/>
            <p:nvPr/>
          </p:nvSpPr>
          <p:spPr>
            <a:xfrm>
              <a:off x="116002" y="48201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28"/>
            <p:cNvSpPr/>
            <p:nvPr/>
          </p:nvSpPr>
          <p:spPr>
            <a:xfrm>
              <a:off x="116762" y="46652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28"/>
            <p:cNvSpPr/>
            <p:nvPr/>
          </p:nvSpPr>
          <p:spPr>
            <a:xfrm>
              <a:off x="1266188" y="46691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5" name="Google Shape;2305;p28"/>
          <p:cNvSpPr/>
          <p:nvPr/>
        </p:nvSpPr>
        <p:spPr>
          <a:xfrm flipH="1" rot="-5400000">
            <a:off x="2064746" y="41757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8"/>
          <p:cNvSpPr/>
          <p:nvPr/>
        </p:nvSpPr>
        <p:spPr>
          <a:xfrm flipH="1" rot="-5400000">
            <a:off x="2293713" y="43618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8"/>
          <p:cNvSpPr/>
          <p:nvPr/>
        </p:nvSpPr>
        <p:spPr>
          <a:xfrm flipH="1">
            <a:off x="3430512" y="47172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8"/>
          <p:cNvSpPr/>
          <p:nvPr/>
        </p:nvSpPr>
        <p:spPr>
          <a:xfrm flipH="1">
            <a:off x="3652804" y="48842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8"/>
          <p:cNvSpPr/>
          <p:nvPr/>
        </p:nvSpPr>
        <p:spPr>
          <a:xfrm flipH="1">
            <a:off x="3534228" y="47079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8"/>
          <p:cNvSpPr/>
          <p:nvPr/>
        </p:nvSpPr>
        <p:spPr>
          <a:xfrm flipH="1">
            <a:off x="2391228" y="47460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8"/>
          <p:cNvSpPr/>
          <p:nvPr/>
        </p:nvSpPr>
        <p:spPr>
          <a:xfrm flipH="1" rot="-3180058">
            <a:off x="5343286" y="4027976"/>
            <a:ext cx="1596428" cy="180294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8"/>
          <p:cNvSpPr/>
          <p:nvPr/>
        </p:nvSpPr>
        <p:spPr>
          <a:xfrm flipH="1" rot="-3180058">
            <a:off x="5463808" y="4095264"/>
            <a:ext cx="1395610" cy="1650658"/>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8"/>
          <p:cNvSpPr/>
          <p:nvPr/>
        </p:nvSpPr>
        <p:spPr>
          <a:xfrm flipH="1" rot="-3180058">
            <a:off x="5564439" y="4207411"/>
            <a:ext cx="1193673" cy="142725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8"/>
          <p:cNvSpPr/>
          <p:nvPr/>
        </p:nvSpPr>
        <p:spPr>
          <a:xfrm flipH="1" rot="-3180058">
            <a:off x="5703015" y="4346858"/>
            <a:ext cx="901503" cy="1104557"/>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8"/>
          <p:cNvSpPr/>
          <p:nvPr/>
        </p:nvSpPr>
        <p:spPr>
          <a:xfrm flipH="1" rot="-3180058">
            <a:off x="5708441" y="4798372"/>
            <a:ext cx="130935" cy="39045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8"/>
          <p:cNvSpPr/>
          <p:nvPr/>
        </p:nvSpPr>
        <p:spPr>
          <a:xfrm flipH="1" rot="-3180058">
            <a:off x="5753849" y="4945467"/>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8"/>
          <p:cNvSpPr/>
          <p:nvPr/>
        </p:nvSpPr>
        <p:spPr>
          <a:xfrm flipH="1" rot="-3180058">
            <a:off x="5727684" y="4970958"/>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8"/>
          <p:cNvSpPr/>
          <p:nvPr/>
        </p:nvSpPr>
        <p:spPr>
          <a:xfrm flipH="1">
            <a:off x="5972628" y="46698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8"/>
          <p:cNvSpPr/>
          <p:nvPr/>
        </p:nvSpPr>
        <p:spPr>
          <a:xfrm flipH="1">
            <a:off x="6582228" y="50508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1">
  <p:cSld name="CUSTOM_14">
    <p:spTree>
      <p:nvGrpSpPr>
        <p:cNvPr id="2320" name="Shape 2320"/>
        <p:cNvGrpSpPr/>
        <p:nvPr/>
      </p:nvGrpSpPr>
      <p:grpSpPr>
        <a:xfrm>
          <a:off x="0" y="0"/>
          <a:ext cx="0" cy="0"/>
          <a:chOff x="0" y="0"/>
          <a:chExt cx="0" cy="0"/>
        </a:xfrm>
      </p:grpSpPr>
      <p:sp>
        <p:nvSpPr>
          <p:cNvPr id="2321" name="Google Shape;2321;p29"/>
          <p:cNvSpPr txBox="1"/>
          <p:nvPr>
            <p:ph idx="1" type="subTitle"/>
          </p:nvPr>
        </p:nvSpPr>
        <p:spPr>
          <a:xfrm>
            <a:off x="751605"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2" name="Google Shape;2322;p29"/>
          <p:cNvSpPr txBox="1"/>
          <p:nvPr>
            <p:ph idx="2" type="subTitle"/>
          </p:nvPr>
        </p:nvSpPr>
        <p:spPr>
          <a:xfrm>
            <a:off x="751605"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3" name="Google Shape;2323;p29"/>
          <p:cNvSpPr txBox="1"/>
          <p:nvPr>
            <p:ph idx="3" type="subTitle"/>
          </p:nvPr>
        </p:nvSpPr>
        <p:spPr>
          <a:xfrm>
            <a:off x="2296028"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4" name="Google Shape;2324;p29"/>
          <p:cNvSpPr txBox="1"/>
          <p:nvPr>
            <p:ph idx="4" type="subTitle"/>
          </p:nvPr>
        </p:nvSpPr>
        <p:spPr>
          <a:xfrm>
            <a:off x="2296028"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5" name="Google Shape;2325;p29"/>
          <p:cNvSpPr txBox="1"/>
          <p:nvPr>
            <p:ph idx="5" type="subTitle"/>
          </p:nvPr>
        </p:nvSpPr>
        <p:spPr>
          <a:xfrm>
            <a:off x="3840450"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6" name="Google Shape;2326;p29"/>
          <p:cNvSpPr txBox="1"/>
          <p:nvPr>
            <p:ph idx="6" type="subTitle"/>
          </p:nvPr>
        </p:nvSpPr>
        <p:spPr>
          <a:xfrm>
            <a:off x="3840450"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7" name="Google Shape;2327;p29"/>
          <p:cNvSpPr txBox="1"/>
          <p:nvPr>
            <p:ph idx="7" type="subTitle"/>
          </p:nvPr>
        </p:nvSpPr>
        <p:spPr>
          <a:xfrm>
            <a:off x="5384872"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8" name="Google Shape;2328;p29"/>
          <p:cNvSpPr txBox="1"/>
          <p:nvPr>
            <p:ph idx="8" type="subTitle"/>
          </p:nvPr>
        </p:nvSpPr>
        <p:spPr>
          <a:xfrm>
            <a:off x="5384872"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9" name="Google Shape;2329;p29"/>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330" name="Google Shape;2330;p29"/>
          <p:cNvSpPr txBox="1"/>
          <p:nvPr>
            <p:ph idx="9" type="subTitle"/>
          </p:nvPr>
        </p:nvSpPr>
        <p:spPr>
          <a:xfrm>
            <a:off x="6929295"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31" name="Google Shape;2331;p29"/>
          <p:cNvSpPr txBox="1"/>
          <p:nvPr>
            <p:ph idx="13" type="subTitle"/>
          </p:nvPr>
        </p:nvSpPr>
        <p:spPr>
          <a:xfrm>
            <a:off x="6929295"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32" name="Google Shape;2332;p29"/>
          <p:cNvSpPr/>
          <p:nvPr/>
        </p:nvSpPr>
        <p:spPr>
          <a:xfrm>
            <a:off x="657622" y="390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29"/>
          <p:cNvSpPr/>
          <p:nvPr/>
        </p:nvSpPr>
        <p:spPr>
          <a:xfrm flipH="1">
            <a:off x="-1213408" y="-29489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29"/>
          <p:cNvSpPr/>
          <p:nvPr/>
        </p:nvSpPr>
        <p:spPr>
          <a:xfrm flipH="1">
            <a:off x="0" y="4599425"/>
            <a:ext cx="9144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29"/>
          <p:cNvSpPr/>
          <p:nvPr/>
        </p:nvSpPr>
        <p:spPr>
          <a:xfrm flipH="1">
            <a:off x="-14125" y="9065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9"/>
          <p:cNvSpPr/>
          <p:nvPr/>
        </p:nvSpPr>
        <p:spPr>
          <a:xfrm flipH="1">
            <a:off x="-1085936" y="-150488"/>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9"/>
          <p:cNvSpPr/>
          <p:nvPr/>
        </p:nvSpPr>
        <p:spPr>
          <a:xfrm flipH="1">
            <a:off x="130285" y="9754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9"/>
          <p:cNvSpPr/>
          <p:nvPr/>
        </p:nvSpPr>
        <p:spPr>
          <a:xfrm flipH="1">
            <a:off x="-960701" y="-8960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9"/>
          <p:cNvSpPr/>
          <p:nvPr/>
        </p:nvSpPr>
        <p:spPr>
          <a:xfrm flipH="1">
            <a:off x="274752" y="10848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0" name="Google Shape;2340;p29"/>
          <p:cNvGrpSpPr/>
          <p:nvPr/>
        </p:nvGrpSpPr>
        <p:grpSpPr>
          <a:xfrm>
            <a:off x="8053502" y="4224312"/>
            <a:ext cx="754524" cy="750237"/>
            <a:chOff x="8523754" y="10"/>
            <a:chExt cx="516408" cy="513439"/>
          </a:xfrm>
        </p:grpSpPr>
        <p:sp>
          <p:nvSpPr>
            <p:cNvPr id="2341" name="Google Shape;2341;p2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3" name="Google Shape;2343;p29"/>
          <p:cNvGrpSpPr/>
          <p:nvPr/>
        </p:nvGrpSpPr>
        <p:grpSpPr>
          <a:xfrm>
            <a:off x="3973258" y="4706441"/>
            <a:ext cx="1202833" cy="365416"/>
            <a:chOff x="3973258" y="4630241"/>
            <a:chExt cx="1202833" cy="365416"/>
          </a:xfrm>
        </p:grpSpPr>
        <p:sp>
          <p:nvSpPr>
            <p:cNvPr id="2344" name="Google Shape;2344;p29"/>
            <p:cNvSpPr/>
            <p:nvPr/>
          </p:nvSpPr>
          <p:spPr>
            <a:xfrm>
              <a:off x="4465201" y="463024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9"/>
            <p:cNvSpPr/>
            <p:nvPr/>
          </p:nvSpPr>
          <p:spPr>
            <a:xfrm>
              <a:off x="4632221" y="463024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29"/>
            <p:cNvSpPr/>
            <p:nvPr/>
          </p:nvSpPr>
          <p:spPr>
            <a:xfrm>
              <a:off x="4466721" y="478586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29"/>
            <p:cNvSpPr/>
            <p:nvPr/>
          </p:nvSpPr>
          <p:spPr>
            <a:xfrm>
              <a:off x="4629942" y="478510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9"/>
            <p:cNvSpPr/>
            <p:nvPr/>
          </p:nvSpPr>
          <p:spPr>
            <a:xfrm>
              <a:off x="4796203" y="478586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29"/>
            <p:cNvSpPr/>
            <p:nvPr/>
          </p:nvSpPr>
          <p:spPr>
            <a:xfrm>
              <a:off x="4459086" y="493685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9"/>
            <p:cNvSpPr/>
            <p:nvPr/>
          </p:nvSpPr>
          <p:spPr>
            <a:xfrm>
              <a:off x="4631462" y="494145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9"/>
            <p:cNvSpPr/>
            <p:nvPr/>
          </p:nvSpPr>
          <p:spPr>
            <a:xfrm>
              <a:off x="4796203" y="494221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9"/>
            <p:cNvSpPr/>
            <p:nvPr/>
          </p:nvSpPr>
          <p:spPr>
            <a:xfrm>
              <a:off x="4797000" y="463103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9"/>
            <p:cNvSpPr/>
            <p:nvPr/>
          </p:nvSpPr>
          <p:spPr>
            <a:xfrm>
              <a:off x="4960982" y="463331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9"/>
            <p:cNvSpPr/>
            <p:nvPr/>
          </p:nvSpPr>
          <p:spPr>
            <a:xfrm>
              <a:off x="4303499" y="46310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9"/>
            <p:cNvSpPr/>
            <p:nvPr/>
          </p:nvSpPr>
          <p:spPr>
            <a:xfrm>
              <a:off x="4303499" y="47858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9"/>
            <p:cNvSpPr/>
            <p:nvPr/>
          </p:nvSpPr>
          <p:spPr>
            <a:xfrm>
              <a:off x="4960222" y="478814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9"/>
            <p:cNvSpPr/>
            <p:nvPr/>
          </p:nvSpPr>
          <p:spPr>
            <a:xfrm>
              <a:off x="4959424" y="494373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9"/>
            <p:cNvSpPr/>
            <p:nvPr/>
          </p:nvSpPr>
          <p:spPr>
            <a:xfrm>
              <a:off x="4302740" y="49406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9"/>
            <p:cNvSpPr/>
            <p:nvPr/>
          </p:nvSpPr>
          <p:spPr>
            <a:xfrm>
              <a:off x="4138758" y="49322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9"/>
            <p:cNvSpPr/>
            <p:nvPr/>
          </p:nvSpPr>
          <p:spPr>
            <a:xfrm>
              <a:off x="3973258" y="49414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9"/>
            <p:cNvSpPr/>
            <p:nvPr/>
          </p:nvSpPr>
          <p:spPr>
            <a:xfrm>
              <a:off x="4137239" y="47873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9"/>
            <p:cNvSpPr/>
            <p:nvPr/>
          </p:nvSpPr>
          <p:spPr>
            <a:xfrm>
              <a:off x="4134960" y="46317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9"/>
            <p:cNvSpPr/>
            <p:nvPr/>
          </p:nvSpPr>
          <p:spPr>
            <a:xfrm>
              <a:off x="5121886" y="494525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9"/>
            <p:cNvSpPr/>
            <p:nvPr/>
          </p:nvSpPr>
          <p:spPr>
            <a:xfrm>
              <a:off x="5124203" y="478966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9"/>
            <p:cNvSpPr/>
            <p:nvPr/>
          </p:nvSpPr>
          <p:spPr>
            <a:xfrm>
              <a:off x="3974777" y="47851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9"/>
            <p:cNvSpPr/>
            <p:nvPr/>
          </p:nvSpPr>
          <p:spPr>
            <a:xfrm>
              <a:off x="3975537" y="46302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9"/>
            <p:cNvSpPr/>
            <p:nvPr/>
          </p:nvSpPr>
          <p:spPr>
            <a:xfrm>
              <a:off x="5124963" y="463407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8" name="Google Shape;2368;p29"/>
          <p:cNvSpPr/>
          <p:nvPr/>
        </p:nvSpPr>
        <p:spPr>
          <a:xfrm flipH="1" rot="-5400000">
            <a:off x="8085891" y="-2251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9"/>
          <p:cNvSpPr/>
          <p:nvPr/>
        </p:nvSpPr>
        <p:spPr>
          <a:xfrm rot="-5400000">
            <a:off x="8219528" y="31072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9"/>
          <p:cNvSpPr/>
          <p:nvPr/>
        </p:nvSpPr>
        <p:spPr>
          <a:xfrm flipH="1">
            <a:off x="269855" y="43050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9"/>
          <p:cNvSpPr/>
          <p:nvPr/>
        </p:nvSpPr>
        <p:spPr>
          <a:xfrm flipH="1">
            <a:off x="371387" y="44122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
    <p:spTree>
      <p:nvGrpSpPr>
        <p:cNvPr id="2372" name="Shape 2372"/>
        <p:cNvGrpSpPr/>
        <p:nvPr/>
      </p:nvGrpSpPr>
      <p:grpSpPr>
        <a:xfrm>
          <a:off x="0" y="0"/>
          <a:ext cx="0" cy="0"/>
          <a:chOff x="0" y="0"/>
          <a:chExt cx="0" cy="0"/>
        </a:xfrm>
      </p:grpSpPr>
      <p:sp>
        <p:nvSpPr>
          <p:cNvPr id="2373" name="Google Shape;2373;p30"/>
          <p:cNvSpPr txBox="1"/>
          <p:nvPr>
            <p:ph idx="1" type="subTitle"/>
          </p:nvPr>
        </p:nvSpPr>
        <p:spPr>
          <a:xfrm>
            <a:off x="1268225" y="1870115"/>
            <a:ext cx="14631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4" name="Google Shape;2374;p30"/>
          <p:cNvSpPr txBox="1"/>
          <p:nvPr>
            <p:ph idx="2" type="subTitle"/>
          </p:nvPr>
        </p:nvSpPr>
        <p:spPr>
          <a:xfrm>
            <a:off x="1104125" y="2269574"/>
            <a:ext cx="17913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5" name="Google Shape;2375;p30"/>
          <p:cNvSpPr txBox="1"/>
          <p:nvPr>
            <p:ph idx="3" type="subTitle"/>
          </p:nvPr>
        </p:nvSpPr>
        <p:spPr>
          <a:xfrm>
            <a:off x="3840450" y="1870115"/>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6" name="Google Shape;2376;p30"/>
          <p:cNvSpPr txBox="1"/>
          <p:nvPr>
            <p:ph idx="4" type="subTitle"/>
          </p:nvPr>
        </p:nvSpPr>
        <p:spPr>
          <a:xfrm>
            <a:off x="3674700" y="2269574"/>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7" name="Google Shape;2377;p30"/>
          <p:cNvSpPr txBox="1"/>
          <p:nvPr>
            <p:ph idx="5" type="subTitle"/>
          </p:nvPr>
        </p:nvSpPr>
        <p:spPr>
          <a:xfrm>
            <a:off x="6412481" y="1870115"/>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8" name="Google Shape;2378;p30"/>
          <p:cNvSpPr txBox="1"/>
          <p:nvPr>
            <p:ph idx="6" type="subTitle"/>
          </p:nvPr>
        </p:nvSpPr>
        <p:spPr>
          <a:xfrm>
            <a:off x="6246731" y="2269574"/>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9" name="Google Shape;2379;p30"/>
          <p:cNvSpPr txBox="1"/>
          <p:nvPr>
            <p:ph idx="7" type="subTitle"/>
          </p:nvPr>
        </p:nvSpPr>
        <p:spPr>
          <a:xfrm>
            <a:off x="1268225"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0" name="Google Shape;2380;p30"/>
          <p:cNvSpPr txBox="1"/>
          <p:nvPr>
            <p:ph idx="8" type="subTitle"/>
          </p:nvPr>
        </p:nvSpPr>
        <p:spPr>
          <a:xfrm>
            <a:off x="1102475"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1" name="Google Shape;2381;p30"/>
          <p:cNvSpPr txBox="1"/>
          <p:nvPr>
            <p:ph idx="9" type="subTitle"/>
          </p:nvPr>
        </p:nvSpPr>
        <p:spPr>
          <a:xfrm>
            <a:off x="3840450"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2" name="Google Shape;2382;p30"/>
          <p:cNvSpPr txBox="1"/>
          <p:nvPr>
            <p:ph idx="13" type="subTitle"/>
          </p:nvPr>
        </p:nvSpPr>
        <p:spPr>
          <a:xfrm>
            <a:off x="3674700"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3" name="Google Shape;2383;p30"/>
          <p:cNvSpPr txBox="1"/>
          <p:nvPr>
            <p:ph idx="14" type="subTitle"/>
          </p:nvPr>
        </p:nvSpPr>
        <p:spPr>
          <a:xfrm>
            <a:off x="6412481"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4" name="Google Shape;2384;p30"/>
          <p:cNvSpPr txBox="1"/>
          <p:nvPr>
            <p:ph idx="15" type="subTitle"/>
          </p:nvPr>
        </p:nvSpPr>
        <p:spPr>
          <a:xfrm>
            <a:off x="6246731"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5" name="Google Shape;2385;p30"/>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386" name="Google Shape;2386;p30"/>
          <p:cNvSpPr/>
          <p:nvPr/>
        </p:nvSpPr>
        <p:spPr>
          <a:xfrm flipH="1">
            <a:off x="843077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0"/>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30"/>
          <p:cNvSpPr/>
          <p:nvPr/>
        </p:nvSpPr>
        <p:spPr>
          <a:xfrm flipH="1" rot="10800000">
            <a:off x="-12"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30"/>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0"/>
          <p:cNvSpPr/>
          <p:nvPr/>
        </p:nvSpPr>
        <p:spPr>
          <a:xfrm>
            <a:off x="134475" y="3869941"/>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30"/>
          <p:cNvSpPr/>
          <p:nvPr/>
        </p:nvSpPr>
        <p:spPr>
          <a:xfrm rot="5400000">
            <a:off x="134475" y="447504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0"/>
          <p:cNvSpPr/>
          <p:nvPr/>
        </p:nvSpPr>
        <p:spPr>
          <a:xfrm>
            <a:off x="8567050" y="5905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30"/>
          <p:cNvSpPr/>
          <p:nvPr/>
        </p:nvSpPr>
        <p:spPr>
          <a:xfrm>
            <a:off x="8567050" y="571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30"/>
          <p:cNvSpPr/>
          <p:nvPr/>
        </p:nvSpPr>
        <p:spPr>
          <a:xfrm flipH="1">
            <a:off x="-339183" y="8258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30"/>
          <p:cNvSpPr/>
          <p:nvPr/>
        </p:nvSpPr>
        <p:spPr>
          <a:xfrm flipH="1">
            <a:off x="-237651" y="9330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30"/>
          <p:cNvSpPr/>
          <p:nvPr/>
        </p:nvSpPr>
        <p:spPr>
          <a:xfrm flipH="1">
            <a:off x="8570321" y="35026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30"/>
          <p:cNvSpPr/>
          <p:nvPr/>
        </p:nvSpPr>
        <p:spPr>
          <a:xfrm flipH="1">
            <a:off x="8719209" y="36255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30"/>
          <p:cNvSpPr/>
          <p:nvPr/>
        </p:nvSpPr>
        <p:spPr>
          <a:xfrm flipH="1">
            <a:off x="3091737" y="-1106693"/>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30"/>
          <p:cNvSpPr/>
          <p:nvPr/>
        </p:nvSpPr>
        <p:spPr>
          <a:xfrm flipH="1">
            <a:off x="4060897" y="-983699"/>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0" name="Google Shape;2400;p30"/>
          <p:cNvGrpSpPr/>
          <p:nvPr/>
        </p:nvGrpSpPr>
        <p:grpSpPr>
          <a:xfrm>
            <a:off x="157605" y="1997778"/>
            <a:ext cx="398956" cy="1147945"/>
            <a:chOff x="8625330" y="1912541"/>
            <a:chExt cx="398956" cy="1147945"/>
          </a:xfrm>
        </p:grpSpPr>
        <p:sp>
          <p:nvSpPr>
            <p:cNvPr id="2401" name="Google Shape;2401;p30"/>
            <p:cNvSpPr/>
            <p:nvPr/>
          </p:nvSpPr>
          <p:spPr>
            <a:xfrm>
              <a:off x="8960167" y="2999443"/>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0"/>
            <p:cNvSpPr/>
            <p:nvPr/>
          </p:nvSpPr>
          <p:spPr>
            <a:xfrm>
              <a:off x="8958648" y="2840780"/>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0"/>
            <p:cNvSpPr/>
            <p:nvPr/>
          </p:nvSpPr>
          <p:spPr>
            <a:xfrm>
              <a:off x="8957888" y="2683674"/>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0"/>
            <p:cNvSpPr/>
            <p:nvPr/>
          </p:nvSpPr>
          <p:spPr>
            <a:xfrm>
              <a:off x="8959408" y="2531126"/>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0"/>
            <p:cNvSpPr/>
            <p:nvPr/>
          </p:nvSpPr>
          <p:spPr>
            <a:xfrm>
              <a:off x="8961687" y="19133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0"/>
            <p:cNvSpPr/>
            <p:nvPr/>
          </p:nvSpPr>
          <p:spPr>
            <a:xfrm>
              <a:off x="8795426" y="2687473"/>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30"/>
            <p:cNvSpPr/>
            <p:nvPr/>
          </p:nvSpPr>
          <p:spPr>
            <a:xfrm>
              <a:off x="8794667" y="2529607"/>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30"/>
            <p:cNvSpPr/>
            <p:nvPr/>
          </p:nvSpPr>
          <p:spPr>
            <a:xfrm>
              <a:off x="8961687" y="20681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0"/>
            <p:cNvSpPr/>
            <p:nvPr/>
          </p:nvSpPr>
          <p:spPr>
            <a:xfrm>
              <a:off x="8960167" y="23793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30"/>
            <p:cNvSpPr/>
            <p:nvPr/>
          </p:nvSpPr>
          <p:spPr>
            <a:xfrm>
              <a:off x="8795426" y="2843857"/>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30"/>
            <p:cNvSpPr/>
            <p:nvPr/>
          </p:nvSpPr>
          <p:spPr>
            <a:xfrm>
              <a:off x="8795426" y="23778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0"/>
            <p:cNvSpPr/>
            <p:nvPr/>
          </p:nvSpPr>
          <p:spPr>
            <a:xfrm>
              <a:off x="8793907" y="2998684"/>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30"/>
            <p:cNvSpPr/>
            <p:nvPr/>
          </p:nvSpPr>
          <p:spPr>
            <a:xfrm>
              <a:off x="8625330" y="2995607"/>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30"/>
            <p:cNvSpPr/>
            <p:nvPr/>
          </p:nvSpPr>
          <p:spPr>
            <a:xfrm>
              <a:off x="8960927" y="22229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0"/>
            <p:cNvSpPr/>
            <p:nvPr/>
          </p:nvSpPr>
          <p:spPr>
            <a:xfrm>
              <a:off x="8796946" y="22145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0"/>
            <p:cNvSpPr/>
            <p:nvPr/>
          </p:nvSpPr>
          <p:spPr>
            <a:xfrm>
              <a:off x="8629166" y="23785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30"/>
            <p:cNvSpPr/>
            <p:nvPr/>
          </p:nvSpPr>
          <p:spPr>
            <a:xfrm>
              <a:off x="8631445" y="22237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30"/>
            <p:cNvSpPr/>
            <p:nvPr/>
          </p:nvSpPr>
          <p:spPr>
            <a:xfrm>
              <a:off x="8630685" y="2843059"/>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30"/>
            <p:cNvSpPr/>
            <p:nvPr/>
          </p:nvSpPr>
          <p:spPr>
            <a:xfrm>
              <a:off x="8629166" y="2533405"/>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30"/>
            <p:cNvSpPr/>
            <p:nvPr/>
          </p:nvSpPr>
          <p:spPr>
            <a:xfrm>
              <a:off x="8795426" y="20696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30"/>
            <p:cNvSpPr/>
            <p:nvPr/>
          </p:nvSpPr>
          <p:spPr>
            <a:xfrm>
              <a:off x="8630685" y="2688992"/>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30"/>
            <p:cNvSpPr/>
            <p:nvPr/>
          </p:nvSpPr>
          <p:spPr>
            <a:xfrm>
              <a:off x="8793147" y="19140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0"/>
            <p:cNvSpPr/>
            <p:nvPr/>
          </p:nvSpPr>
          <p:spPr>
            <a:xfrm>
              <a:off x="8632965" y="20674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30"/>
            <p:cNvSpPr/>
            <p:nvPr/>
          </p:nvSpPr>
          <p:spPr>
            <a:xfrm>
              <a:off x="8633724" y="19125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5" name="Google Shape;2425;p30"/>
          <p:cNvGrpSpPr/>
          <p:nvPr/>
        </p:nvGrpSpPr>
        <p:grpSpPr>
          <a:xfrm>
            <a:off x="8625330" y="1997778"/>
            <a:ext cx="398956" cy="1147945"/>
            <a:chOff x="8625330" y="1912541"/>
            <a:chExt cx="398956" cy="1147945"/>
          </a:xfrm>
        </p:grpSpPr>
        <p:sp>
          <p:nvSpPr>
            <p:cNvPr id="2426" name="Google Shape;2426;p30"/>
            <p:cNvSpPr/>
            <p:nvPr/>
          </p:nvSpPr>
          <p:spPr>
            <a:xfrm>
              <a:off x="8960167" y="2999443"/>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30"/>
            <p:cNvSpPr/>
            <p:nvPr/>
          </p:nvSpPr>
          <p:spPr>
            <a:xfrm>
              <a:off x="8958648" y="2840780"/>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30"/>
            <p:cNvSpPr/>
            <p:nvPr/>
          </p:nvSpPr>
          <p:spPr>
            <a:xfrm>
              <a:off x="8957888" y="2683674"/>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30"/>
            <p:cNvSpPr/>
            <p:nvPr/>
          </p:nvSpPr>
          <p:spPr>
            <a:xfrm>
              <a:off x="8959408" y="2531126"/>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30"/>
            <p:cNvSpPr/>
            <p:nvPr/>
          </p:nvSpPr>
          <p:spPr>
            <a:xfrm>
              <a:off x="8961687" y="19133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30"/>
            <p:cNvSpPr/>
            <p:nvPr/>
          </p:nvSpPr>
          <p:spPr>
            <a:xfrm>
              <a:off x="8795426" y="2687473"/>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30"/>
            <p:cNvSpPr/>
            <p:nvPr/>
          </p:nvSpPr>
          <p:spPr>
            <a:xfrm>
              <a:off x="8794667" y="2529607"/>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30"/>
            <p:cNvSpPr/>
            <p:nvPr/>
          </p:nvSpPr>
          <p:spPr>
            <a:xfrm>
              <a:off x="8961687" y="20681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30"/>
            <p:cNvSpPr/>
            <p:nvPr/>
          </p:nvSpPr>
          <p:spPr>
            <a:xfrm>
              <a:off x="8960167" y="23793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30"/>
            <p:cNvSpPr/>
            <p:nvPr/>
          </p:nvSpPr>
          <p:spPr>
            <a:xfrm>
              <a:off x="8795426" y="2843857"/>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30"/>
            <p:cNvSpPr/>
            <p:nvPr/>
          </p:nvSpPr>
          <p:spPr>
            <a:xfrm>
              <a:off x="8795426" y="23778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30"/>
            <p:cNvSpPr/>
            <p:nvPr/>
          </p:nvSpPr>
          <p:spPr>
            <a:xfrm>
              <a:off x="8793907" y="2998684"/>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30"/>
            <p:cNvSpPr/>
            <p:nvPr/>
          </p:nvSpPr>
          <p:spPr>
            <a:xfrm>
              <a:off x="8625330" y="2995607"/>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30"/>
            <p:cNvSpPr/>
            <p:nvPr/>
          </p:nvSpPr>
          <p:spPr>
            <a:xfrm>
              <a:off x="8960927" y="22229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0"/>
            <p:cNvSpPr/>
            <p:nvPr/>
          </p:nvSpPr>
          <p:spPr>
            <a:xfrm>
              <a:off x="8796946" y="22145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30"/>
            <p:cNvSpPr/>
            <p:nvPr/>
          </p:nvSpPr>
          <p:spPr>
            <a:xfrm>
              <a:off x="8629166" y="23785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30"/>
            <p:cNvSpPr/>
            <p:nvPr/>
          </p:nvSpPr>
          <p:spPr>
            <a:xfrm>
              <a:off x="8631445" y="22237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30"/>
            <p:cNvSpPr/>
            <p:nvPr/>
          </p:nvSpPr>
          <p:spPr>
            <a:xfrm>
              <a:off x="8630685" y="2843059"/>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30"/>
            <p:cNvSpPr/>
            <p:nvPr/>
          </p:nvSpPr>
          <p:spPr>
            <a:xfrm>
              <a:off x="8629166" y="2533405"/>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30"/>
            <p:cNvSpPr/>
            <p:nvPr/>
          </p:nvSpPr>
          <p:spPr>
            <a:xfrm>
              <a:off x="8795426" y="20696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30"/>
            <p:cNvSpPr/>
            <p:nvPr/>
          </p:nvSpPr>
          <p:spPr>
            <a:xfrm>
              <a:off x="8630685" y="2688992"/>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30"/>
            <p:cNvSpPr/>
            <p:nvPr/>
          </p:nvSpPr>
          <p:spPr>
            <a:xfrm>
              <a:off x="8793147" y="19140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30"/>
            <p:cNvSpPr/>
            <p:nvPr/>
          </p:nvSpPr>
          <p:spPr>
            <a:xfrm>
              <a:off x="8632965" y="20674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30"/>
            <p:cNvSpPr/>
            <p:nvPr/>
          </p:nvSpPr>
          <p:spPr>
            <a:xfrm>
              <a:off x="8633724" y="19125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3_1">
    <p:spTree>
      <p:nvGrpSpPr>
        <p:cNvPr id="2450" name="Shape 2450"/>
        <p:cNvGrpSpPr/>
        <p:nvPr/>
      </p:nvGrpSpPr>
      <p:grpSpPr>
        <a:xfrm>
          <a:off x="0" y="0"/>
          <a:ext cx="0" cy="0"/>
          <a:chOff x="0" y="0"/>
          <a:chExt cx="0" cy="0"/>
        </a:xfrm>
      </p:grpSpPr>
      <p:sp>
        <p:nvSpPr>
          <p:cNvPr id="2451" name="Google Shape;2451;p31"/>
          <p:cNvSpPr txBox="1"/>
          <p:nvPr>
            <p:ph hasCustomPrompt="1" type="title"/>
          </p:nvPr>
        </p:nvSpPr>
        <p:spPr>
          <a:xfrm>
            <a:off x="1454700" y="1288988"/>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2" name="Google Shape;2452;p31"/>
          <p:cNvSpPr txBox="1"/>
          <p:nvPr>
            <p:ph idx="1" type="subTitle"/>
          </p:nvPr>
        </p:nvSpPr>
        <p:spPr>
          <a:xfrm>
            <a:off x="3429000" y="3936950"/>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3" name="Google Shape;2453;p31"/>
          <p:cNvSpPr txBox="1"/>
          <p:nvPr>
            <p:ph hasCustomPrompt="1" idx="2" type="title"/>
          </p:nvPr>
        </p:nvSpPr>
        <p:spPr>
          <a:xfrm>
            <a:off x="3429000" y="3307319"/>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4" name="Google Shape;2454;p31"/>
          <p:cNvSpPr txBox="1"/>
          <p:nvPr>
            <p:ph idx="3" type="subTitle"/>
          </p:nvPr>
        </p:nvSpPr>
        <p:spPr>
          <a:xfrm>
            <a:off x="5403300" y="1924406"/>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5" name="Google Shape;2455;p31"/>
          <p:cNvSpPr txBox="1"/>
          <p:nvPr>
            <p:ph hasCustomPrompt="1" idx="4" type="title"/>
          </p:nvPr>
        </p:nvSpPr>
        <p:spPr>
          <a:xfrm>
            <a:off x="5403300" y="1288988"/>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6" name="Google Shape;2456;p31"/>
          <p:cNvSpPr txBox="1"/>
          <p:nvPr>
            <p:ph idx="5" type="subTitle"/>
          </p:nvPr>
        </p:nvSpPr>
        <p:spPr>
          <a:xfrm>
            <a:off x="1454700" y="1924406"/>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7" name="Google Shape;2457;p31"/>
          <p:cNvSpPr txBox="1"/>
          <p:nvPr>
            <p:ph idx="6"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458" name="Google Shape;2458;p31"/>
          <p:cNvSpPr/>
          <p:nvPr/>
        </p:nvSpPr>
        <p:spPr>
          <a:xfrm flipH="1">
            <a:off x="8430775" y="0"/>
            <a:ext cx="713100" cy="51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31"/>
          <p:cNvSpPr/>
          <p:nvPr/>
        </p:nvSpPr>
        <p:spPr>
          <a:xfrm flipH="1">
            <a:off x="125" y="0"/>
            <a:ext cx="713100" cy="51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31"/>
          <p:cNvSpPr/>
          <p:nvPr/>
        </p:nvSpPr>
        <p:spPr>
          <a:xfrm>
            <a:off x="8571313" y="40853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31"/>
          <p:cNvSpPr/>
          <p:nvPr/>
        </p:nvSpPr>
        <p:spPr>
          <a:xfrm>
            <a:off x="8571313" y="45425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31"/>
          <p:cNvSpPr/>
          <p:nvPr/>
        </p:nvSpPr>
        <p:spPr>
          <a:xfrm>
            <a:off x="126638"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31"/>
          <p:cNvSpPr/>
          <p:nvPr/>
        </p:nvSpPr>
        <p:spPr>
          <a:xfrm>
            <a:off x="126638" y="7819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31"/>
          <p:cNvSpPr/>
          <p:nvPr/>
        </p:nvSpPr>
        <p:spPr>
          <a:xfrm>
            <a:off x="124097" y="193592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31"/>
          <p:cNvSpPr/>
          <p:nvPr/>
        </p:nvSpPr>
        <p:spPr>
          <a:xfrm flipH="1">
            <a:off x="-1746933" y="160203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31"/>
          <p:cNvSpPr/>
          <p:nvPr/>
        </p:nvSpPr>
        <p:spPr>
          <a:xfrm flipH="1">
            <a:off x="-1619461" y="174643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31"/>
          <p:cNvSpPr/>
          <p:nvPr/>
        </p:nvSpPr>
        <p:spPr>
          <a:xfrm flipH="1">
            <a:off x="-1494226" y="180731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31"/>
          <p:cNvSpPr/>
          <p:nvPr/>
        </p:nvSpPr>
        <p:spPr>
          <a:xfrm flipH="1">
            <a:off x="-444329" y="35173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31"/>
          <p:cNvSpPr/>
          <p:nvPr/>
        </p:nvSpPr>
        <p:spPr>
          <a:xfrm flipH="1">
            <a:off x="-295441" y="36402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31"/>
          <p:cNvSpPr/>
          <p:nvPr/>
        </p:nvSpPr>
        <p:spPr>
          <a:xfrm>
            <a:off x="9010489" y="10262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31"/>
          <p:cNvSpPr/>
          <p:nvPr/>
        </p:nvSpPr>
        <p:spPr>
          <a:xfrm>
            <a:off x="9012008" y="258253"/>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31"/>
          <p:cNvSpPr/>
          <p:nvPr/>
        </p:nvSpPr>
        <p:spPr>
          <a:xfrm>
            <a:off x="9009729" y="118877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31"/>
          <p:cNvSpPr/>
          <p:nvPr/>
        </p:nvSpPr>
        <p:spPr>
          <a:xfrm>
            <a:off x="8847267" y="1189531"/>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31"/>
          <p:cNvSpPr/>
          <p:nvPr/>
        </p:nvSpPr>
        <p:spPr>
          <a:xfrm>
            <a:off x="9004373" y="40924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31"/>
          <p:cNvSpPr/>
          <p:nvPr/>
        </p:nvSpPr>
        <p:spPr>
          <a:xfrm>
            <a:off x="9009729" y="1030868"/>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31"/>
          <p:cNvSpPr/>
          <p:nvPr/>
        </p:nvSpPr>
        <p:spPr>
          <a:xfrm>
            <a:off x="8845748" y="1030868"/>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31"/>
          <p:cNvSpPr/>
          <p:nvPr/>
        </p:nvSpPr>
        <p:spPr>
          <a:xfrm>
            <a:off x="9007450" y="56866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31"/>
          <p:cNvSpPr/>
          <p:nvPr/>
        </p:nvSpPr>
        <p:spPr>
          <a:xfrm>
            <a:off x="9009729" y="878320"/>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31"/>
          <p:cNvSpPr/>
          <p:nvPr/>
        </p:nvSpPr>
        <p:spPr>
          <a:xfrm>
            <a:off x="8844988" y="873762"/>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31"/>
          <p:cNvSpPr/>
          <p:nvPr/>
        </p:nvSpPr>
        <p:spPr>
          <a:xfrm>
            <a:off x="9009729" y="724253"/>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31"/>
          <p:cNvSpPr/>
          <p:nvPr/>
        </p:nvSpPr>
        <p:spPr>
          <a:xfrm>
            <a:off x="8846508" y="721214"/>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31"/>
          <p:cNvSpPr/>
          <p:nvPr/>
        </p:nvSpPr>
        <p:spPr>
          <a:xfrm>
            <a:off x="8848787" y="103426"/>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31"/>
          <p:cNvSpPr/>
          <p:nvPr/>
        </p:nvSpPr>
        <p:spPr>
          <a:xfrm>
            <a:off x="8682526" y="87756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31"/>
          <p:cNvSpPr/>
          <p:nvPr/>
        </p:nvSpPr>
        <p:spPr>
          <a:xfrm>
            <a:off x="8681767" y="71969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31"/>
          <p:cNvSpPr/>
          <p:nvPr/>
        </p:nvSpPr>
        <p:spPr>
          <a:xfrm>
            <a:off x="8848787" y="258253"/>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31"/>
          <p:cNvSpPr/>
          <p:nvPr/>
        </p:nvSpPr>
        <p:spPr>
          <a:xfrm>
            <a:off x="8847267" y="569426"/>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31"/>
          <p:cNvSpPr/>
          <p:nvPr/>
        </p:nvSpPr>
        <p:spPr>
          <a:xfrm>
            <a:off x="8682526" y="103394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31"/>
          <p:cNvSpPr/>
          <p:nvPr/>
        </p:nvSpPr>
        <p:spPr>
          <a:xfrm>
            <a:off x="8682526" y="56790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31"/>
          <p:cNvSpPr/>
          <p:nvPr/>
        </p:nvSpPr>
        <p:spPr>
          <a:xfrm>
            <a:off x="8681007" y="118877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31"/>
          <p:cNvSpPr/>
          <p:nvPr/>
        </p:nvSpPr>
        <p:spPr>
          <a:xfrm>
            <a:off x="8512430" y="118569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1"/>
          <p:cNvSpPr/>
          <p:nvPr/>
        </p:nvSpPr>
        <p:spPr>
          <a:xfrm>
            <a:off x="8848027" y="413080"/>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1"/>
          <p:cNvSpPr/>
          <p:nvPr/>
        </p:nvSpPr>
        <p:spPr>
          <a:xfrm>
            <a:off x="8684046" y="404685"/>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1"/>
          <p:cNvSpPr/>
          <p:nvPr/>
        </p:nvSpPr>
        <p:spPr>
          <a:xfrm>
            <a:off x="8516266" y="56866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1"/>
          <p:cNvSpPr/>
          <p:nvPr/>
        </p:nvSpPr>
        <p:spPr>
          <a:xfrm>
            <a:off x="8518545" y="41383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1"/>
          <p:cNvSpPr/>
          <p:nvPr/>
        </p:nvSpPr>
        <p:spPr>
          <a:xfrm>
            <a:off x="8517785" y="1033147"/>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31"/>
          <p:cNvSpPr/>
          <p:nvPr/>
        </p:nvSpPr>
        <p:spPr>
          <a:xfrm>
            <a:off x="8516266" y="723493"/>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1"/>
          <p:cNvSpPr/>
          <p:nvPr/>
        </p:nvSpPr>
        <p:spPr>
          <a:xfrm>
            <a:off x="8682526" y="25977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1"/>
          <p:cNvSpPr/>
          <p:nvPr/>
        </p:nvSpPr>
        <p:spPr>
          <a:xfrm>
            <a:off x="8517785" y="879080"/>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1"/>
          <p:cNvSpPr/>
          <p:nvPr/>
        </p:nvSpPr>
        <p:spPr>
          <a:xfrm>
            <a:off x="8680247" y="104186"/>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1"/>
          <p:cNvSpPr/>
          <p:nvPr/>
        </p:nvSpPr>
        <p:spPr>
          <a:xfrm>
            <a:off x="8520065" y="25749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1"/>
          <p:cNvSpPr/>
          <p:nvPr/>
        </p:nvSpPr>
        <p:spPr>
          <a:xfrm>
            <a:off x="8520824" y="10262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31"/>
          <p:cNvSpPr/>
          <p:nvPr/>
        </p:nvSpPr>
        <p:spPr>
          <a:xfrm flipH="1">
            <a:off x="8848834" y="1746204"/>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1"/>
          <p:cNvSpPr/>
          <p:nvPr/>
        </p:nvSpPr>
        <p:spPr>
          <a:xfrm flipH="1">
            <a:off x="8506980" y="292292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1"/>
          <p:cNvSpPr/>
          <p:nvPr/>
        </p:nvSpPr>
        <p:spPr>
          <a:xfrm flipH="1">
            <a:off x="8968422" y="1833083"/>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1"/>
          <p:cNvSpPr/>
          <p:nvPr/>
        </p:nvSpPr>
        <p:spPr>
          <a:xfrm flipH="1">
            <a:off x="8608512" y="303009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1"/>
          <p:cNvSpPr/>
          <p:nvPr/>
        </p:nvSpPr>
        <p:spPr>
          <a:xfrm flipH="1">
            <a:off x="9068834" y="194478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1"/>
          <p:cNvSpPr/>
          <p:nvPr/>
        </p:nvSpPr>
        <p:spPr>
          <a:xfrm flipH="1">
            <a:off x="9227894" y="208695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31"/>
          <p:cNvSpPr/>
          <p:nvPr/>
        </p:nvSpPr>
        <p:spPr>
          <a:xfrm flipH="1">
            <a:off x="9309141" y="219748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1"/>
          <p:cNvSpPr/>
          <p:nvPr/>
        </p:nvSpPr>
        <p:spPr>
          <a:xfrm flipH="1">
            <a:off x="9377964" y="2338533"/>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1"/>
          <p:cNvSpPr/>
          <p:nvPr/>
        </p:nvSpPr>
        <p:spPr>
          <a:xfrm flipH="1">
            <a:off x="9352022" y="2363355"/>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1"/>
          <p:cNvSpPr/>
          <p:nvPr/>
        </p:nvSpPr>
        <p:spPr>
          <a:xfrm flipH="1">
            <a:off x="382360" y="15989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1"/>
          <p:cNvSpPr/>
          <p:nvPr/>
        </p:nvSpPr>
        <p:spPr>
          <a:xfrm flipH="1">
            <a:off x="445365" y="28181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1"/>
          <p:cNvSpPr/>
          <p:nvPr/>
        </p:nvSpPr>
        <p:spPr>
          <a:xfrm flipH="1">
            <a:off x="445365" y="38849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1"/>
          <p:cNvSpPr/>
          <p:nvPr/>
        </p:nvSpPr>
        <p:spPr>
          <a:xfrm flipH="1">
            <a:off x="292965" y="47231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1"/>
          <p:cNvSpPr/>
          <p:nvPr/>
        </p:nvSpPr>
        <p:spPr>
          <a:xfrm flipH="1">
            <a:off x="8751165" y="355371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1"/>
          <p:cNvSpPr/>
          <p:nvPr/>
        </p:nvSpPr>
        <p:spPr>
          <a:xfrm flipH="1">
            <a:off x="8926986" y="218211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2517" name="Shape 2517"/>
        <p:cNvGrpSpPr/>
        <p:nvPr/>
      </p:nvGrpSpPr>
      <p:grpSpPr>
        <a:xfrm>
          <a:off x="0" y="0"/>
          <a:ext cx="0" cy="0"/>
          <a:chOff x="0" y="0"/>
          <a:chExt cx="0" cy="0"/>
        </a:xfrm>
      </p:grpSpPr>
      <p:sp>
        <p:nvSpPr>
          <p:cNvPr id="2518" name="Google Shape;2518;p3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atin typeface="Comfortaa Medium"/>
                <a:ea typeface="Comfortaa Medium"/>
                <a:cs typeface="Comfortaa Medium"/>
                <a:sym typeface="Comfortaa Medium"/>
              </a:defRPr>
            </a:lvl2pPr>
            <a:lvl3pPr lvl="2">
              <a:spcBef>
                <a:spcPts val="0"/>
              </a:spcBef>
              <a:spcAft>
                <a:spcPts val="0"/>
              </a:spcAft>
              <a:buSzPts val="2800"/>
              <a:buNone/>
              <a:defRPr>
                <a:latin typeface="Comfortaa Medium"/>
                <a:ea typeface="Comfortaa Medium"/>
                <a:cs typeface="Comfortaa Medium"/>
                <a:sym typeface="Comfortaa Medium"/>
              </a:defRPr>
            </a:lvl3pPr>
            <a:lvl4pPr lvl="3">
              <a:spcBef>
                <a:spcPts val="0"/>
              </a:spcBef>
              <a:spcAft>
                <a:spcPts val="0"/>
              </a:spcAft>
              <a:buSzPts val="2800"/>
              <a:buNone/>
              <a:defRPr>
                <a:latin typeface="Comfortaa Medium"/>
                <a:ea typeface="Comfortaa Medium"/>
                <a:cs typeface="Comfortaa Medium"/>
                <a:sym typeface="Comfortaa Medium"/>
              </a:defRPr>
            </a:lvl4pPr>
            <a:lvl5pPr lvl="4">
              <a:spcBef>
                <a:spcPts val="0"/>
              </a:spcBef>
              <a:spcAft>
                <a:spcPts val="0"/>
              </a:spcAft>
              <a:buSzPts val="2800"/>
              <a:buNone/>
              <a:defRPr>
                <a:latin typeface="Comfortaa Medium"/>
                <a:ea typeface="Comfortaa Medium"/>
                <a:cs typeface="Comfortaa Medium"/>
                <a:sym typeface="Comfortaa Medium"/>
              </a:defRPr>
            </a:lvl5pPr>
            <a:lvl6pPr lvl="5">
              <a:spcBef>
                <a:spcPts val="0"/>
              </a:spcBef>
              <a:spcAft>
                <a:spcPts val="0"/>
              </a:spcAft>
              <a:buSzPts val="2800"/>
              <a:buNone/>
              <a:defRPr>
                <a:latin typeface="Comfortaa Medium"/>
                <a:ea typeface="Comfortaa Medium"/>
                <a:cs typeface="Comfortaa Medium"/>
                <a:sym typeface="Comfortaa Medium"/>
              </a:defRPr>
            </a:lvl6pPr>
            <a:lvl7pPr lvl="6">
              <a:spcBef>
                <a:spcPts val="0"/>
              </a:spcBef>
              <a:spcAft>
                <a:spcPts val="0"/>
              </a:spcAft>
              <a:buSzPts val="2800"/>
              <a:buNone/>
              <a:defRPr>
                <a:latin typeface="Comfortaa Medium"/>
                <a:ea typeface="Comfortaa Medium"/>
                <a:cs typeface="Comfortaa Medium"/>
                <a:sym typeface="Comfortaa Medium"/>
              </a:defRPr>
            </a:lvl7pPr>
            <a:lvl8pPr lvl="7">
              <a:spcBef>
                <a:spcPts val="0"/>
              </a:spcBef>
              <a:spcAft>
                <a:spcPts val="0"/>
              </a:spcAft>
              <a:buSzPts val="2800"/>
              <a:buNone/>
              <a:defRPr>
                <a:latin typeface="Comfortaa Medium"/>
                <a:ea typeface="Comfortaa Medium"/>
                <a:cs typeface="Comfortaa Medium"/>
                <a:sym typeface="Comfortaa Medium"/>
              </a:defRPr>
            </a:lvl8pPr>
            <a:lvl9pPr lvl="8">
              <a:spcBef>
                <a:spcPts val="0"/>
              </a:spcBef>
              <a:spcAft>
                <a:spcPts val="0"/>
              </a:spcAft>
              <a:buSzPts val="2800"/>
              <a:buNone/>
              <a:defRPr>
                <a:latin typeface="Comfortaa Medium"/>
                <a:ea typeface="Comfortaa Medium"/>
                <a:cs typeface="Comfortaa Medium"/>
                <a:sym typeface="Comfortaa Medium"/>
              </a:defRPr>
            </a:lvl9pPr>
          </a:lstStyle>
          <a:p/>
        </p:txBody>
      </p:sp>
      <p:sp>
        <p:nvSpPr>
          <p:cNvPr id="2519" name="Google Shape;2519;p32"/>
          <p:cNvSpPr/>
          <p:nvPr/>
        </p:nvSpPr>
        <p:spPr>
          <a:xfrm flipH="1" rot="5400000">
            <a:off x="506025" y="-506325"/>
            <a:ext cx="540300" cy="1552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32"/>
          <p:cNvSpPr/>
          <p:nvPr/>
        </p:nvSpPr>
        <p:spPr>
          <a:xfrm flipH="1">
            <a:off x="8430900"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32"/>
          <p:cNvSpPr/>
          <p:nvPr/>
        </p:nvSpPr>
        <p:spPr>
          <a:xfrm flipH="1">
            <a:off x="8553209" y="37612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2"/>
          <p:cNvSpPr/>
          <p:nvPr/>
        </p:nvSpPr>
        <p:spPr>
          <a:xfrm flipH="1">
            <a:off x="8672797" y="38481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2"/>
          <p:cNvSpPr/>
          <p:nvPr/>
        </p:nvSpPr>
        <p:spPr>
          <a:xfrm flipH="1">
            <a:off x="8773209" y="39598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2"/>
          <p:cNvSpPr/>
          <p:nvPr/>
        </p:nvSpPr>
        <p:spPr>
          <a:xfrm flipH="1">
            <a:off x="8932269" y="41020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2"/>
          <p:cNvSpPr/>
          <p:nvPr/>
        </p:nvSpPr>
        <p:spPr>
          <a:xfrm flipH="1">
            <a:off x="9013516" y="42125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2"/>
          <p:cNvSpPr/>
          <p:nvPr/>
        </p:nvSpPr>
        <p:spPr>
          <a:xfrm>
            <a:off x="8202150"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32"/>
          <p:cNvSpPr/>
          <p:nvPr/>
        </p:nvSpPr>
        <p:spPr>
          <a:xfrm>
            <a:off x="484613"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32"/>
          <p:cNvSpPr/>
          <p:nvPr/>
        </p:nvSpPr>
        <p:spPr>
          <a:xfrm>
            <a:off x="118850" y="38228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32"/>
          <p:cNvSpPr/>
          <p:nvPr/>
        </p:nvSpPr>
        <p:spPr>
          <a:xfrm rot="5400000">
            <a:off x="118850" y="44279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0" name="Google Shape;2530;p32"/>
          <p:cNvGrpSpPr/>
          <p:nvPr/>
        </p:nvGrpSpPr>
        <p:grpSpPr>
          <a:xfrm>
            <a:off x="3970979" y="4599416"/>
            <a:ext cx="1205112" cy="520243"/>
            <a:chOff x="3970979" y="4599416"/>
            <a:chExt cx="1205112" cy="520243"/>
          </a:xfrm>
        </p:grpSpPr>
        <p:sp>
          <p:nvSpPr>
            <p:cNvPr id="2531" name="Google Shape;2531;p32"/>
            <p:cNvSpPr/>
            <p:nvPr/>
          </p:nvSpPr>
          <p:spPr>
            <a:xfrm>
              <a:off x="4793924"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32"/>
            <p:cNvSpPr/>
            <p:nvPr/>
          </p:nvSpPr>
          <p:spPr>
            <a:xfrm>
              <a:off x="44652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32"/>
            <p:cNvSpPr/>
            <p:nvPr/>
          </p:nvSpPr>
          <p:spPr>
            <a:xfrm>
              <a:off x="46322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32"/>
            <p:cNvSpPr/>
            <p:nvPr/>
          </p:nvSpPr>
          <p:spPr>
            <a:xfrm>
              <a:off x="44667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32"/>
            <p:cNvSpPr/>
            <p:nvPr/>
          </p:nvSpPr>
          <p:spPr>
            <a:xfrm>
              <a:off x="46299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32"/>
            <p:cNvSpPr/>
            <p:nvPr/>
          </p:nvSpPr>
          <p:spPr>
            <a:xfrm>
              <a:off x="47962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32"/>
            <p:cNvSpPr/>
            <p:nvPr/>
          </p:nvSpPr>
          <p:spPr>
            <a:xfrm>
              <a:off x="44590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32"/>
            <p:cNvSpPr/>
            <p:nvPr/>
          </p:nvSpPr>
          <p:spPr>
            <a:xfrm>
              <a:off x="46314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32"/>
            <p:cNvSpPr/>
            <p:nvPr/>
          </p:nvSpPr>
          <p:spPr>
            <a:xfrm>
              <a:off x="47962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32"/>
            <p:cNvSpPr/>
            <p:nvPr/>
          </p:nvSpPr>
          <p:spPr>
            <a:xfrm>
              <a:off x="4462163"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32"/>
            <p:cNvSpPr/>
            <p:nvPr/>
          </p:nvSpPr>
          <p:spPr>
            <a:xfrm>
              <a:off x="4630702"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32"/>
            <p:cNvSpPr/>
            <p:nvPr/>
          </p:nvSpPr>
          <p:spPr>
            <a:xfrm>
              <a:off x="47970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32"/>
            <p:cNvSpPr/>
            <p:nvPr/>
          </p:nvSpPr>
          <p:spPr>
            <a:xfrm>
              <a:off x="49609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32"/>
            <p:cNvSpPr/>
            <p:nvPr/>
          </p:nvSpPr>
          <p:spPr>
            <a:xfrm>
              <a:off x="43034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32"/>
            <p:cNvSpPr/>
            <p:nvPr/>
          </p:nvSpPr>
          <p:spPr>
            <a:xfrm>
              <a:off x="43034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32"/>
            <p:cNvSpPr/>
            <p:nvPr/>
          </p:nvSpPr>
          <p:spPr>
            <a:xfrm>
              <a:off x="4959424"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32"/>
            <p:cNvSpPr/>
            <p:nvPr/>
          </p:nvSpPr>
          <p:spPr>
            <a:xfrm>
              <a:off x="4301980"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32"/>
            <p:cNvSpPr/>
            <p:nvPr/>
          </p:nvSpPr>
          <p:spPr>
            <a:xfrm>
              <a:off x="49602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32"/>
            <p:cNvSpPr/>
            <p:nvPr/>
          </p:nvSpPr>
          <p:spPr>
            <a:xfrm>
              <a:off x="4137239"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32"/>
            <p:cNvSpPr/>
            <p:nvPr/>
          </p:nvSpPr>
          <p:spPr>
            <a:xfrm>
              <a:off x="49594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32"/>
            <p:cNvSpPr/>
            <p:nvPr/>
          </p:nvSpPr>
          <p:spPr>
            <a:xfrm>
              <a:off x="43027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32"/>
            <p:cNvSpPr/>
            <p:nvPr/>
          </p:nvSpPr>
          <p:spPr>
            <a:xfrm>
              <a:off x="41387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32"/>
            <p:cNvSpPr/>
            <p:nvPr/>
          </p:nvSpPr>
          <p:spPr>
            <a:xfrm>
              <a:off x="3970979"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32"/>
            <p:cNvSpPr/>
            <p:nvPr/>
          </p:nvSpPr>
          <p:spPr>
            <a:xfrm>
              <a:off x="39732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32"/>
            <p:cNvSpPr/>
            <p:nvPr/>
          </p:nvSpPr>
          <p:spPr>
            <a:xfrm>
              <a:off x="5123443"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32"/>
            <p:cNvSpPr/>
            <p:nvPr/>
          </p:nvSpPr>
          <p:spPr>
            <a:xfrm>
              <a:off x="41372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32"/>
            <p:cNvSpPr/>
            <p:nvPr/>
          </p:nvSpPr>
          <p:spPr>
            <a:xfrm>
              <a:off x="41349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32"/>
            <p:cNvSpPr/>
            <p:nvPr/>
          </p:nvSpPr>
          <p:spPr>
            <a:xfrm>
              <a:off x="51218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32"/>
            <p:cNvSpPr/>
            <p:nvPr/>
          </p:nvSpPr>
          <p:spPr>
            <a:xfrm>
              <a:off x="51242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32"/>
            <p:cNvSpPr/>
            <p:nvPr/>
          </p:nvSpPr>
          <p:spPr>
            <a:xfrm>
              <a:off x="39747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32"/>
            <p:cNvSpPr/>
            <p:nvPr/>
          </p:nvSpPr>
          <p:spPr>
            <a:xfrm>
              <a:off x="39755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32"/>
            <p:cNvSpPr/>
            <p:nvPr/>
          </p:nvSpPr>
          <p:spPr>
            <a:xfrm>
              <a:off x="51249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3" name="Google Shape;2563;p32"/>
          <p:cNvSpPr/>
          <p:nvPr/>
        </p:nvSpPr>
        <p:spPr>
          <a:xfrm>
            <a:off x="8769565" y="1741965"/>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32"/>
          <p:cNvSpPr/>
          <p:nvPr/>
        </p:nvSpPr>
        <p:spPr>
          <a:xfrm flipH="1">
            <a:off x="8551271" y="5129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32"/>
          <p:cNvSpPr/>
          <p:nvPr/>
        </p:nvSpPr>
        <p:spPr>
          <a:xfrm flipH="1">
            <a:off x="8700159" y="63590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2"/>
          <p:cNvSpPr/>
          <p:nvPr/>
        </p:nvSpPr>
        <p:spPr>
          <a:xfrm rot="2827209">
            <a:off x="8663106" y="2695441"/>
            <a:ext cx="1826642" cy="1093257"/>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32"/>
          <p:cNvSpPr/>
          <p:nvPr/>
        </p:nvSpPr>
        <p:spPr>
          <a:xfrm rot="2827209">
            <a:off x="8944670" y="2687946"/>
            <a:ext cx="794324" cy="541625"/>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32"/>
          <p:cNvSpPr/>
          <p:nvPr/>
        </p:nvSpPr>
        <p:spPr>
          <a:xfrm flipH="1">
            <a:off x="8516710" y="12157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2"/>
          <p:cNvSpPr/>
          <p:nvPr/>
        </p:nvSpPr>
        <p:spPr>
          <a:xfrm flipH="1">
            <a:off x="8897710" y="6061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2"/>
          <p:cNvSpPr/>
          <p:nvPr/>
        </p:nvSpPr>
        <p:spPr>
          <a:xfrm flipH="1">
            <a:off x="8973910" y="26635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2"/>
          <p:cNvSpPr/>
          <p:nvPr/>
        </p:nvSpPr>
        <p:spPr>
          <a:xfrm flipH="1">
            <a:off x="8669110" y="29968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2"/>
          <p:cNvSpPr/>
          <p:nvPr/>
        </p:nvSpPr>
        <p:spPr>
          <a:xfrm flipH="1">
            <a:off x="8821510" y="3987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2"/>
          <p:cNvSpPr/>
          <p:nvPr/>
        </p:nvSpPr>
        <p:spPr>
          <a:xfrm flipH="1">
            <a:off x="8992960" y="4368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32"/>
          <p:cNvSpPr/>
          <p:nvPr/>
        </p:nvSpPr>
        <p:spPr>
          <a:xfrm flipH="1">
            <a:off x="8583385" y="46732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32"/>
          <p:cNvSpPr/>
          <p:nvPr/>
        </p:nvSpPr>
        <p:spPr>
          <a:xfrm flipH="1">
            <a:off x="900587" y="495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32"/>
          <p:cNvSpPr/>
          <p:nvPr/>
        </p:nvSpPr>
        <p:spPr>
          <a:xfrm flipH="1">
            <a:off x="1122879" y="2165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32"/>
          <p:cNvSpPr/>
          <p:nvPr/>
        </p:nvSpPr>
        <p:spPr>
          <a:xfrm flipH="1">
            <a:off x="1296760" y="3013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2578" name="Shape 2578"/>
        <p:cNvGrpSpPr/>
        <p:nvPr/>
      </p:nvGrpSpPr>
      <p:grpSpPr>
        <a:xfrm>
          <a:off x="0" y="0"/>
          <a:ext cx="0" cy="0"/>
          <a:chOff x="0" y="0"/>
          <a:chExt cx="0" cy="0"/>
        </a:xfrm>
      </p:grpSpPr>
      <p:sp>
        <p:nvSpPr>
          <p:cNvPr id="2579" name="Google Shape;2579;p33"/>
          <p:cNvSpPr txBox="1"/>
          <p:nvPr>
            <p:ph idx="1" type="subTitle"/>
          </p:nvPr>
        </p:nvSpPr>
        <p:spPr>
          <a:xfrm>
            <a:off x="2642550" y="1587469"/>
            <a:ext cx="38589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defRPr>
            </a:lvl1pPr>
            <a:lvl2pPr lvl="1" rtl="0" algn="ctr">
              <a:lnSpc>
                <a:spcPct val="100000"/>
              </a:lnSpc>
              <a:spcBef>
                <a:spcPts val="0"/>
              </a:spcBef>
              <a:spcAft>
                <a:spcPts val="0"/>
              </a:spcAft>
              <a:buNone/>
              <a:defRPr>
                <a:solidFill>
                  <a:schemeClr val="lt1"/>
                </a:solidFill>
              </a:defRPr>
            </a:lvl2pPr>
            <a:lvl3pPr lvl="2" rtl="0" algn="ctr">
              <a:lnSpc>
                <a:spcPct val="100000"/>
              </a:lnSpc>
              <a:spcBef>
                <a:spcPts val="0"/>
              </a:spcBef>
              <a:spcAft>
                <a:spcPts val="0"/>
              </a:spcAft>
              <a:buNone/>
              <a:defRPr>
                <a:solidFill>
                  <a:schemeClr val="lt1"/>
                </a:solidFill>
              </a:defRPr>
            </a:lvl3pPr>
            <a:lvl4pPr lvl="3" rtl="0" algn="ctr">
              <a:lnSpc>
                <a:spcPct val="100000"/>
              </a:lnSpc>
              <a:spcBef>
                <a:spcPts val="0"/>
              </a:spcBef>
              <a:spcAft>
                <a:spcPts val="0"/>
              </a:spcAft>
              <a:buNone/>
              <a:defRPr>
                <a:solidFill>
                  <a:schemeClr val="lt1"/>
                </a:solidFill>
              </a:defRPr>
            </a:lvl4pPr>
            <a:lvl5pPr lvl="4" rtl="0" algn="ctr">
              <a:lnSpc>
                <a:spcPct val="100000"/>
              </a:lnSpc>
              <a:spcBef>
                <a:spcPts val="0"/>
              </a:spcBef>
              <a:spcAft>
                <a:spcPts val="0"/>
              </a:spcAft>
              <a:buNone/>
              <a:defRPr>
                <a:solidFill>
                  <a:schemeClr val="lt1"/>
                </a:solidFill>
              </a:defRPr>
            </a:lvl5pPr>
            <a:lvl6pPr lvl="5" rtl="0" algn="ctr">
              <a:lnSpc>
                <a:spcPct val="100000"/>
              </a:lnSpc>
              <a:spcBef>
                <a:spcPts val="0"/>
              </a:spcBef>
              <a:spcAft>
                <a:spcPts val="0"/>
              </a:spcAft>
              <a:buNone/>
              <a:defRPr>
                <a:solidFill>
                  <a:schemeClr val="lt1"/>
                </a:solidFill>
              </a:defRPr>
            </a:lvl6pPr>
            <a:lvl7pPr lvl="6" rtl="0" algn="ctr">
              <a:lnSpc>
                <a:spcPct val="100000"/>
              </a:lnSpc>
              <a:spcBef>
                <a:spcPts val="0"/>
              </a:spcBef>
              <a:spcAft>
                <a:spcPts val="0"/>
              </a:spcAft>
              <a:buNone/>
              <a:defRPr>
                <a:solidFill>
                  <a:schemeClr val="lt1"/>
                </a:solidFill>
              </a:defRPr>
            </a:lvl7pPr>
            <a:lvl8pPr lvl="7" rtl="0" algn="ctr">
              <a:lnSpc>
                <a:spcPct val="100000"/>
              </a:lnSpc>
              <a:spcBef>
                <a:spcPts val="0"/>
              </a:spcBef>
              <a:spcAft>
                <a:spcPts val="0"/>
              </a:spcAft>
              <a:buNone/>
              <a:defRPr>
                <a:solidFill>
                  <a:schemeClr val="lt1"/>
                </a:solidFill>
              </a:defRPr>
            </a:lvl8pPr>
            <a:lvl9pPr lvl="8" rtl="0" algn="ctr">
              <a:lnSpc>
                <a:spcPct val="100000"/>
              </a:lnSpc>
              <a:spcBef>
                <a:spcPts val="0"/>
              </a:spcBef>
              <a:spcAft>
                <a:spcPts val="0"/>
              </a:spcAft>
              <a:buNone/>
              <a:defRPr>
                <a:solidFill>
                  <a:schemeClr val="lt1"/>
                </a:solidFill>
              </a:defRPr>
            </a:lvl9pPr>
          </a:lstStyle>
          <a:p/>
        </p:txBody>
      </p:sp>
      <p:sp>
        <p:nvSpPr>
          <p:cNvPr id="2580" name="Google Shape;2580;p33"/>
          <p:cNvSpPr txBox="1"/>
          <p:nvPr>
            <p:ph type="title"/>
          </p:nvPr>
        </p:nvSpPr>
        <p:spPr>
          <a:xfrm>
            <a:off x="2642550" y="558550"/>
            <a:ext cx="38589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500"/>
              <a:buFont typeface="Dosis"/>
              <a:buNone/>
              <a:defRPr sz="6500"/>
            </a:lvl1pPr>
            <a:lvl2pPr lvl="1" rtl="0" algn="ctr">
              <a:spcBef>
                <a:spcPts val="0"/>
              </a:spcBef>
              <a:spcAft>
                <a:spcPts val="0"/>
              </a:spcAft>
              <a:buClr>
                <a:schemeClr val="dk1"/>
              </a:buClr>
              <a:buSzPts val="6500"/>
              <a:buNone/>
              <a:defRPr sz="6500">
                <a:solidFill>
                  <a:schemeClr val="dk1"/>
                </a:solidFill>
              </a:defRPr>
            </a:lvl2pPr>
            <a:lvl3pPr lvl="2" rtl="0" algn="ctr">
              <a:spcBef>
                <a:spcPts val="0"/>
              </a:spcBef>
              <a:spcAft>
                <a:spcPts val="0"/>
              </a:spcAft>
              <a:buClr>
                <a:schemeClr val="dk1"/>
              </a:buClr>
              <a:buSzPts val="6500"/>
              <a:buNone/>
              <a:defRPr sz="6500">
                <a:solidFill>
                  <a:schemeClr val="dk1"/>
                </a:solidFill>
              </a:defRPr>
            </a:lvl3pPr>
            <a:lvl4pPr lvl="3" rtl="0" algn="ctr">
              <a:spcBef>
                <a:spcPts val="0"/>
              </a:spcBef>
              <a:spcAft>
                <a:spcPts val="0"/>
              </a:spcAft>
              <a:buClr>
                <a:schemeClr val="dk1"/>
              </a:buClr>
              <a:buSzPts val="6500"/>
              <a:buNone/>
              <a:defRPr sz="6500">
                <a:solidFill>
                  <a:schemeClr val="dk1"/>
                </a:solidFill>
              </a:defRPr>
            </a:lvl4pPr>
            <a:lvl5pPr lvl="4" rtl="0" algn="ctr">
              <a:spcBef>
                <a:spcPts val="0"/>
              </a:spcBef>
              <a:spcAft>
                <a:spcPts val="0"/>
              </a:spcAft>
              <a:buClr>
                <a:schemeClr val="dk1"/>
              </a:buClr>
              <a:buSzPts val="6500"/>
              <a:buNone/>
              <a:defRPr sz="6500">
                <a:solidFill>
                  <a:schemeClr val="dk1"/>
                </a:solidFill>
              </a:defRPr>
            </a:lvl5pPr>
            <a:lvl6pPr lvl="5" rtl="0" algn="ctr">
              <a:spcBef>
                <a:spcPts val="0"/>
              </a:spcBef>
              <a:spcAft>
                <a:spcPts val="0"/>
              </a:spcAft>
              <a:buClr>
                <a:schemeClr val="dk1"/>
              </a:buClr>
              <a:buSzPts val="6500"/>
              <a:buNone/>
              <a:defRPr sz="6500">
                <a:solidFill>
                  <a:schemeClr val="dk1"/>
                </a:solidFill>
              </a:defRPr>
            </a:lvl6pPr>
            <a:lvl7pPr lvl="6" rtl="0" algn="ctr">
              <a:spcBef>
                <a:spcPts val="0"/>
              </a:spcBef>
              <a:spcAft>
                <a:spcPts val="0"/>
              </a:spcAft>
              <a:buClr>
                <a:schemeClr val="dk1"/>
              </a:buClr>
              <a:buSzPts val="6500"/>
              <a:buNone/>
              <a:defRPr sz="6500">
                <a:solidFill>
                  <a:schemeClr val="dk1"/>
                </a:solidFill>
              </a:defRPr>
            </a:lvl7pPr>
            <a:lvl8pPr lvl="7" rtl="0" algn="ctr">
              <a:spcBef>
                <a:spcPts val="0"/>
              </a:spcBef>
              <a:spcAft>
                <a:spcPts val="0"/>
              </a:spcAft>
              <a:buClr>
                <a:schemeClr val="dk1"/>
              </a:buClr>
              <a:buSzPts val="6500"/>
              <a:buNone/>
              <a:defRPr sz="6500">
                <a:solidFill>
                  <a:schemeClr val="dk1"/>
                </a:solidFill>
              </a:defRPr>
            </a:lvl8pPr>
            <a:lvl9pPr lvl="8" rtl="0" algn="ctr">
              <a:spcBef>
                <a:spcPts val="0"/>
              </a:spcBef>
              <a:spcAft>
                <a:spcPts val="0"/>
              </a:spcAft>
              <a:buClr>
                <a:schemeClr val="dk1"/>
              </a:buClr>
              <a:buSzPts val="6500"/>
              <a:buNone/>
              <a:defRPr sz="6500">
                <a:solidFill>
                  <a:schemeClr val="dk1"/>
                </a:solidFill>
              </a:defRPr>
            </a:lvl9pPr>
          </a:lstStyle>
          <a:p/>
        </p:txBody>
      </p:sp>
      <p:sp>
        <p:nvSpPr>
          <p:cNvPr id="2581" name="Google Shape;2581;p33"/>
          <p:cNvSpPr/>
          <p:nvPr/>
        </p:nvSpPr>
        <p:spPr>
          <a:xfrm flipH="1">
            <a:off x="7287940" y="0"/>
            <a:ext cx="1882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33"/>
          <p:cNvSpPr/>
          <p:nvPr/>
        </p:nvSpPr>
        <p:spPr>
          <a:xfrm flipH="1">
            <a:off x="250" y="0"/>
            <a:ext cx="1882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3" name="Google Shape;2583;p33"/>
          <p:cNvGrpSpPr/>
          <p:nvPr/>
        </p:nvGrpSpPr>
        <p:grpSpPr>
          <a:xfrm>
            <a:off x="7825917" y="1997778"/>
            <a:ext cx="1209708" cy="1147945"/>
            <a:chOff x="5235125" y="2636100"/>
            <a:chExt cx="796175" cy="755525"/>
          </a:xfrm>
        </p:grpSpPr>
        <p:sp>
          <p:nvSpPr>
            <p:cNvPr id="2584" name="Google Shape;2584;p33"/>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33"/>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33"/>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33"/>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33"/>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33"/>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33"/>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33"/>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33"/>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33"/>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33"/>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33"/>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33"/>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33"/>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33"/>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33"/>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33"/>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33"/>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33"/>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33"/>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33"/>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33"/>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33"/>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33"/>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33"/>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33"/>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33"/>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33"/>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33"/>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33"/>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33"/>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33"/>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33"/>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33"/>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33"/>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33"/>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33"/>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33"/>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33"/>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33"/>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33"/>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33"/>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33"/>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33"/>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33"/>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33"/>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33"/>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33"/>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33"/>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33"/>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33"/>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33"/>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33"/>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33"/>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33"/>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33"/>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33"/>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33"/>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33"/>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33"/>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33"/>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33"/>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33"/>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33"/>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8" name="Google Shape;2648;p33"/>
          <p:cNvSpPr/>
          <p:nvPr/>
        </p:nvSpPr>
        <p:spPr>
          <a:xfrm flipH="1">
            <a:off x="7882259" y="-225021"/>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33"/>
          <p:cNvSpPr/>
          <p:nvPr/>
        </p:nvSpPr>
        <p:spPr>
          <a:xfrm flipH="1">
            <a:off x="7540405" y="9516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33"/>
          <p:cNvSpPr/>
          <p:nvPr/>
        </p:nvSpPr>
        <p:spPr>
          <a:xfrm flipH="1">
            <a:off x="8001847" y="-138142"/>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33"/>
          <p:cNvSpPr/>
          <p:nvPr/>
        </p:nvSpPr>
        <p:spPr>
          <a:xfrm flipH="1">
            <a:off x="7641937" y="10588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33"/>
          <p:cNvSpPr/>
          <p:nvPr/>
        </p:nvSpPr>
        <p:spPr>
          <a:xfrm flipH="1">
            <a:off x="8102259" y="-26441"/>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33"/>
          <p:cNvSpPr/>
          <p:nvPr/>
        </p:nvSpPr>
        <p:spPr>
          <a:xfrm flipH="1">
            <a:off x="8261319" y="1157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33"/>
          <p:cNvSpPr/>
          <p:nvPr/>
        </p:nvSpPr>
        <p:spPr>
          <a:xfrm flipH="1">
            <a:off x="8342566" y="2262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33"/>
          <p:cNvSpPr/>
          <p:nvPr/>
        </p:nvSpPr>
        <p:spPr>
          <a:xfrm flipH="1">
            <a:off x="8411389" y="3673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33"/>
          <p:cNvSpPr/>
          <p:nvPr/>
        </p:nvSpPr>
        <p:spPr>
          <a:xfrm flipH="1">
            <a:off x="8385447" y="3921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33"/>
          <p:cNvSpPr/>
          <p:nvPr/>
        </p:nvSpPr>
        <p:spPr>
          <a:xfrm rot="5400000">
            <a:off x="1001086" y="4442775"/>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33"/>
          <p:cNvSpPr/>
          <p:nvPr/>
        </p:nvSpPr>
        <p:spPr>
          <a:xfrm flipH="1" rot="5400000">
            <a:off x="-249058" y="294235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33"/>
          <p:cNvSpPr/>
          <p:nvPr/>
        </p:nvSpPr>
        <p:spPr>
          <a:xfrm flipH="1" rot="5400000">
            <a:off x="-38647" y="3164059"/>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33"/>
          <p:cNvSpPr/>
          <p:nvPr/>
        </p:nvSpPr>
        <p:spPr>
          <a:xfrm flipH="1" rot="5400000">
            <a:off x="250172" y="339982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33"/>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33"/>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33"/>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33"/>
          <p:cNvSpPr/>
          <p:nvPr/>
        </p:nvSpPr>
        <p:spPr>
          <a:xfrm flipH="1">
            <a:off x="186860" y="-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33"/>
          <p:cNvSpPr/>
          <p:nvPr/>
        </p:nvSpPr>
        <p:spPr>
          <a:xfrm flipH="1">
            <a:off x="262457" y="13992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33"/>
          <p:cNvSpPr/>
          <p:nvPr/>
        </p:nvSpPr>
        <p:spPr>
          <a:xfrm flipH="1">
            <a:off x="485872" y="210978"/>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33"/>
          <p:cNvSpPr/>
          <p:nvPr/>
        </p:nvSpPr>
        <p:spPr>
          <a:xfrm flipH="1">
            <a:off x="782579" y="32156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33"/>
          <p:cNvSpPr/>
          <p:nvPr/>
        </p:nvSpPr>
        <p:spPr>
          <a:xfrm>
            <a:off x="4343388" y="450821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
    <p:spTree>
      <p:nvGrpSpPr>
        <p:cNvPr id="2669" name="Shape 2669"/>
        <p:cNvGrpSpPr/>
        <p:nvPr/>
      </p:nvGrpSpPr>
      <p:grpSpPr>
        <a:xfrm>
          <a:off x="0" y="0"/>
          <a:ext cx="0" cy="0"/>
          <a:chOff x="0" y="0"/>
          <a:chExt cx="0" cy="0"/>
        </a:xfrm>
      </p:grpSpPr>
      <p:sp>
        <p:nvSpPr>
          <p:cNvPr id="2670" name="Google Shape;2670;p34"/>
          <p:cNvSpPr/>
          <p:nvPr/>
        </p:nvSpPr>
        <p:spPr>
          <a:xfrm flipH="1">
            <a:off x="-584168" y="39018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34"/>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34"/>
          <p:cNvSpPr/>
          <p:nvPr/>
        </p:nvSpPr>
        <p:spPr>
          <a:xfrm flipH="1">
            <a:off x="186860" y="-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34"/>
          <p:cNvSpPr/>
          <p:nvPr/>
        </p:nvSpPr>
        <p:spPr>
          <a:xfrm>
            <a:off x="-1982557" y="361359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34"/>
          <p:cNvSpPr/>
          <p:nvPr/>
        </p:nvSpPr>
        <p:spPr>
          <a:xfrm flipH="1">
            <a:off x="1814668" y="60260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34"/>
          <p:cNvSpPr/>
          <p:nvPr/>
        </p:nvSpPr>
        <p:spPr>
          <a:xfrm>
            <a:off x="-1497457" y="367000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34"/>
          <p:cNvSpPr/>
          <p:nvPr/>
        </p:nvSpPr>
        <p:spPr>
          <a:xfrm flipH="1">
            <a:off x="262457" y="13992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34"/>
          <p:cNvSpPr/>
          <p:nvPr/>
        </p:nvSpPr>
        <p:spPr>
          <a:xfrm flipH="1">
            <a:off x="1880081" y="673719"/>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34"/>
          <p:cNvSpPr/>
          <p:nvPr/>
        </p:nvSpPr>
        <p:spPr>
          <a:xfrm>
            <a:off x="-1166882" y="377718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34"/>
          <p:cNvSpPr/>
          <p:nvPr/>
        </p:nvSpPr>
        <p:spPr>
          <a:xfrm flipH="1">
            <a:off x="-2137218" y="248212"/>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34"/>
          <p:cNvSpPr/>
          <p:nvPr/>
        </p:nvSpPr>
        <p:spPr>
          <a:xfrm flipH="1" rot="-6644194">
            <a:off x="7345178" y="2375062"/>
            <a:ext cx="2960485" cy="1551300"/>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34"/>
          <p:cNvSpPr/>
          <p:nvPr/>
        </p:nvSpPr>
        <p:spPr>
          <a:xfrm flipH="1">
            <a:off x="8040412" y="359407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34"/>
          <p:cNvSpPr/>
          <p:nvPr/>
        </p:nvSpPr>
        <p:spPr>
          <a:xfrm flipH="1">
            <a:off x="485872" y="210978"/>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34"/>
          <p:cNvSpPr/>
          <p:nvPr/>
        </p:nvSpPr>
        <p:spPr>
          <a:xfrm flipH="1">
            <a:off x="-2103334" y="200859"/>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34"/>
          <p:cNvSpPr/>
          <p:nvPr/>
        </p:nvSpPr>
        <p:spPr>
          <a:xfrm flipH="1">
            <a:off x="-2189064" y="372324"/>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34"/>
          <p:cNvSpPr/>
          <p:nvPr/>
        </p:nvSpPr>
        <p:spPr>
          <a:xfrm flipH="1">
            <a:off x="-2206037" y="241447"/>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34"/>
          <p:cNvSpPr/>
          <p:nvPr/>
        </p:nvSpPr>
        <p:spPr>
          <a:xfrm flipH="1">
            <a:off x="-1982633" y="284327"/>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34"/>
          <p:cNvSpPr/>
          <p:nvPr/>
        </p:nvSpPr>
        <p:spPr>
          <a:xfrm flipH="1">
            <a:off x="-2055978" y="227918"/>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34"/>
          <p:cNvSpPr/>
          <p:nvPr/>
        </p:nvSpPr>
        <p:spPr>
          <a:xfrm flipH="1">
            <a:off x="-2033389" y="234683"/>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34"/>
          <p:cNvSpPr/>
          <p:nvPr/>
        </p:nvSpPr>
        <p:spPr>
          <a:xfrm flipH="1">
            <a:off x="-1996154" y="391500"/>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34"/>
          <p:cNvSpPr/>
          <p:nvPr/>
        </p:nvSpPr>
        <p:spPr>
          <a:xfrm flipH="1">
            <a:off x="-2007441" y="16245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34"/>
          <p:cNvSpPr/>
          <p:nvPr/>
        </p:nvSpPr>
        <p:spPr>
          <a:xfrm flipH="1">
            <a:off x="-2122502" y="178273"/>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34"/>
          <p:cNvSpPr/>
          <p:nvPr/>
        </p:nvSpPr>
        <p:spPr>
          <a:xfrm flipH="1">
            <a:off x="-2092029" y="380207"/>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34"/>
          <p:cNvSpPr/>
          <p:nvPr/>
        </p:nvSpPr>
        <p:spPr>
          <a:xfrm flipH="1">
            <a:off x="-2068376" y="155687"/>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34"/>
          <p:cNvSpPr/>
          <p:nvPr/>
        </p:nvSpPr>
        <p:spPr>
          <a:xfrm flipH="1">
            <a:off x="-2048022" y="183920"/>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34"/>
          <p:cNvSpPr/>
          <p:nvPr/>
        </p:nvSpPr>
        <p:spPr>
          <a:xfrm>
            <a:off x="-332032" y="418786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34"/>
          <p:cNvSpPr/>
          <p:nvPr/>
        </p:nvSpPr>
        <p:spPr>
          <a:xfrm flipH="1" rot="-6644194">
            <a:off x="7670526" y="2265459"/>
            <a:ext cx="1826641" cy="1093256"/>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34"/>
          <p:cNvSpPr/>
          <p:nvPr/>
        </p:nvSpPr>
        <p:spPr>
          <a:xfrm flipH="1" rot="-6644194">
            <a:off x="8037132" y="2205232"/>
            <a:ext cx="794323" cy="541624"/>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34"/>
          <p:cNvSpPr/>
          <p:nvPr/>
        </p:nvSpPr>
        <p:spPr>
          <a:xfrm flipH="1">
            <a:off x="8262704" y="376106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34"/>
          <p:cNvSpPr/>
          <p:nvPr/>
        </p:nvSpPr>
        <p:spPr>
          <a:xfrm flipH="1">
            <a:off x="782579" y="32156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34"/>
          <p:cNvSpPr/>
          <p:nvPr/>
        </p:nvSpPr>
        <p:spPr>
          <a:xfrm flipH="1">
            <a:off x="8296528" y="320373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34"/>
          <p:cNvSpPr/>
          <p:nvPr/>
        </p:nvSpPr>
        <p:spPr>
          <a:xfrm flipH="1">
            <a:off x="2287360" y="7108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34"/>
          <p:cNvSpPr/>
          <p:nvPr/>
        </p:nvSpPr>
        <p:spPr>
          <a:xfrm flipH="1">
            <a:off x="204961" y="19066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34"/>
          <p:cNvSpPr/>
          <p:nvPr/>
        </p:nvSpPr>
        <p:spPr>
          <a:xfrm flipH="1">
            <a:off x="139551" y="3993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34"/>
          <p:cNvSpPr/>
          <p:nvPr/>
        </p:nvSpPr>
        <p:spPr>
          <a:xfrm flipH="1">
            <a:off x="137259" y="397147"/>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34"/>
          <p:cNvSpPr/>
          <p:nvPr/>
        </p:nvSpPr>
        <p:spPr>
          <a:xfrm flipH="1" rot="-6644194">
            <a:off x="8394382" y="2331576"/>
            <a:ext cx="4584" cy="51993"/>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34"/>
          <p:cNvSpPr/>
          <p:nvPr/>
        </p:nvSpPr>
        <p:spPr>
          <a:xfrm flipH="1" rot="-6644194">
            <a:off x="8370715" y="2355306"/>
            <a:ext cx="51937"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34"/>
          <p:cNvSpPr/>
          <p:nvPr/>
        </p:nvSpPr>
        <p:spPr>
          <a:xfrm flipH="1">
            <a:off x="1936493" y="725600"/>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34"/>
          <p:cNvSpPr/>
          <p:nvPr/>
        </p:nvSpPr>
        <p:spPr>
          <a:xfrm flipH="1">
            <a:off x="1911670" y="750423"/>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34"/>
          <p:cNvSpPr/>
          <p:nvPr/>
        </p:nvSpPr>
        <p:spPr>
          <a:xfrm flipH="1">
            <a:off x="199052" y="34116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0" name="Google Shape;2710;p34"/>
          <p:cNvGrpSpPr/>
          <p:nvPr/>
        </p:nvGrpSpPr>
        <p:grpSpPr>
          <a:xfrm>
            <a:off x="4194738" y="4317100"/>
            <a:ext cx="754524" cy="750237"/>
            <a:chOff x="8523754" y="10"/>
            <a:chExt cx="516408" cy="513439"/>
          </a:xfrm>
        </p:grpSpPr>
        <p:sp>
          <p:nvSpPr>
            <p:cNvPr id="2711" name="Google Shape;2711;p34"/>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34"/>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3" name="Google Shape;2713;p34"/>
          <p:cNvSpPr/>
          <p:nvPr/>
        </p:nvSpPr>
        <p:spPr>
          <a:xfrm>
            <a:off x="8375975" y="108904"/>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34"/>
          <p:cNvSpPr/>
          <p:nvPr/>
        </p:nvSpPr>
        <p:spPr>
          <a:xfrm rot="5400000">
            <a:off x="8375975" y="714006"/>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34"/>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34"/>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1">
    <p:spTree>
      <p:nvGrpSpPr>
        <p:cNvPr id="2717" name="Shape 2717"/>
        <p:cNvGrpSpPr/>
        <p:nvPr/>
      </p:nvGrpSpPr>
      <p:grpSpPr>
        <a:xfrm>
          <a:off x="0" y="0"/>
          <a:ext cx="0" cy="0"/>
          <a:chOff x="0" y="0"/>
          <a:chExt cx="0" cy="0"/>
        </a:xfrm>
      </p:grpSpPr>
      <p:sp>
        <p:nvSpPr>
          <p:cNvPr id="2718" name="Google Shape;2718;p35"/>
          <p:cNvSpPr/>
          <p:nvPr/>
        </p:nvSpPr>
        <p:spPr>
          <a:xfrm flipH="1">
            <a:off x="125" y="0"/>
            <a:ext cx="184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35"/>
          <p:cNvSpPr/>
          <p:nvPr/>
        </p:nvSpPr>
        <p:spPr>
          <a:xfrm flipH="1">
            <a:off x="7316647" y="0"/>
            <a:ext cx="184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0" name="Google Shape;2720;p35"/>
          <p:cNvGrpSpPr/>
          <p:nvPr/>
        </p:nvGrpSpPr>
        <p:grpSpPr>
          <a:xfrm>
            <a:off x="7747680" y="163941"/>
            <a:ext cx="1209708" cy="1147945"/>
            <a:chOff x="5235125" y="2636100"/>
            <a:chExt cx="796175" cy="755525"/>
          </a:xfrm>
        </p:grpSpPr>
        <p:sp>
          <p:nvSpPr>
            <p:cNvPr id="2721" name="Google Shape;2721;p35"/>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35"/>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35"/>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35"/>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35"/>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35"/>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35"/>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35"/>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35"/>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35"/>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35"/>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35"/>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35"/>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35"/>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35"/>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35"/>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35"/>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35"/>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35"/>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35"/>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35"/>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35"/>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35"/>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35"/>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35"/>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35"/>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35"/>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35"/>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35"/>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35"/>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35"/>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35"/>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35"/>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35"/>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35"/>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35"/>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35"/>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35"/>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35"/>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35"/>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35"/>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35"/>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35"/>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35"/>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35"/>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35"/>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35"/>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35"/>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35"/>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35"/>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35"/>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35"/>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35"/>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35"/>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35"/>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35"/>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35"/>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35"/>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35"/>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35"/>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35"/>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35"/>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35"/>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35"/>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5" name="Google Shape;2785;p35"/>
          <p:cNvGrpSpPr/>
          <p:nvPr/>
        </p:nvGrpSpPr>
        <p:grpSpPr>
          <a:xfrm>
            <a:off x="315517" y="3792616"/>
            <a:ext cx="1209708" cy="1147945"/>
            <a:chOff x="5235125" y="2636100"/>
            <a:chExt cx="796175" cy="755525"/>
          </a:xfrm>
        </p:grpSpPr>
        <p:sp>
          <p:nvSpPr>
            <p:cNvPr id="2786" name="Google Shape;2786;p35"/>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35"/>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35"/>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35"/>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35"/>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35"/>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35"/>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35"/>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35"/>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35"/>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35"/>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35"/>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35"/>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35"/>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35"/>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35"/>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35"/>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35"/>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35"/>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35"/>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35"/>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35"/>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35"/>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35"/>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35"/>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35"/>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35"/>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35"/>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35"/>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35"/>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35"/>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35"/>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35"/>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35"/>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35"/>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35"/>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35"/>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35"/>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35"/>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35"/>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35"/>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35"/>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35"/>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35"/>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35"/>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35"/>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35"/>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35"/>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35"/>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35"/>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35"/>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35"/>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35"/>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5"/>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5"/>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5"/>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5"/>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5"/>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5"/>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5"/>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35"/>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35"/>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35"/>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35"/>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0" name="Google Shape;2850;p35"/>
          <p:cNvSpPr/>
          <p:nvPr/>
        </p:nvSpPr>
        <p:spPr>
          <a:xfrm>
            <a:off x="691750" y="257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35"/>
          <p:cNvSpPr/>
          <p:nvPr/>
        </p:nvSpPr>
        <p:spPr>
          <a:xfrm>
            <a:off x="691763" y="789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35"/>
          <p:cNvSpPr/>
          <p:nvPr/>
        </p:nvSpPr>
        <p:spPr>
          <a:xfrm>
            <a:off x="8123913" y="38860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35"/>
          <p:cNvSpPr/>
          <p:nvPr/>
        </p:nvSpPr>
        <p:spPr>
          <a:xfrm>
            <a:off x="8123925" y="44177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35"/>
          <p:cNvSpPr/>
          <p:nvPr/>
        </p:nvSpPr>
        <p:spPr>
          <a:xfrm>
            <a:off x="1012297" y="19203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35"/>
          <p:cNvSpPr/>
          <p:nvPr/>
        </p:nvSpPr>
        <p:spPr>
          <a:xfrm flipH="1">
            <a:off x="-858733" y="158648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35"/>
          <p:cNvSpPr/>
          <p:nvPr/>
        </p:nvSpPr>
        <p:spPr>
          <a:xfrm flipH="1">
            <a:off x="340550" y="278796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35"/>
          <p:cNvSpPr/>
          <p:nvPr/>
        </p:nvSpPr>
        <p:spPr>
          <a:xfrm flipH="1">
            <a:off x="-731261" y="173088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35"/>
          <p:cNvSpPr/>
          <p:nvPr/>
        </p:nvSpPr>
        <p:spPr>
          <a:xfrm flipH="1">
            <a:off x="484960" y="285678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35"/>
          <p:cNvSpPr/>
          <p:nvPr/>
        </p:nvSpPr>
        <p:spPr>
          <a:xfrm flipH="1">
            <a:off x="-606026" y="179176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35"/>
          <p:cNvSpPr/>
          <p:nvPr/>
        </p:nvSpPr>
        <p:spPr>
          <a:xfrm flipH="1">
            <a:off x="629427" y="296625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35"/>
          <p:cNvSpPr/>
          <p:nvPr/>
        </p:nvSpPr>
        <p:spPr>
          <a:xfrm flipH="1">
            <a:off x="7700621" y="191590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35"/>
          <p:cNvSpPr/>
          <p:nvPr/>
        </p:nvSpPr>
        <p:spPr>
          <a:xfrm flipH="1">
            <a:off x="7849509" y="2038845"/>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35"/>
          <p:cNvSpPr/>
          <p:nvPr/>
        </p:nvSpPr>
        <p:spPr>
          <a:xfrm flipH="1">
            <a:off x="7837329" y="2024197"/>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35"/>
          <p:cNvSpPr/>
          <p:nvPr/>
        </p:nvSpPr>
        <p:spPr>
          <a:xfrm flipH="1" rot="-2700000">
            <a:off x="3945745" y="4005741"/>
            <a:ext cx="1596436" cy="1802958"/>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35"/>
          <p:cNvSpPr/>
          <p:nvPr/>
        </p:nvSpPr>
        <p:spPr>
          <a:xfrm flipH="1" rot="-2700000">
            <a:off x="3980673" y="-135927"/>
            <a:ext cx="935331" cy="741276"/>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35"/>
          <p:cNvSpPr/>
          <p:nvPr/>
        </p:nvSpPr>
        <p:spPr>
          <a:xfrm flipH="1" rot="-2700000">
            <a:off x="4067304" y="4075914"/>
            <a:ext cx="1395616" cy="165066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35"/>
          <p:cNvSpPr/>
          <p:nvPr/>
        </p:nvSpPr>
        <p:spPr>
          <a:xfrm flipH="1" rot="-2700000">
            <a:off x="4109734" y="-7464"/>
            <a:ext cx="653334" cy="572100"/>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5"/>
          <p:cNvSpPr/>
          <p:nvPr/>
        </p:nvSpPr>
        <p:spPr>
          <a:xfrm flipH="1" rot="-2700000">
            <a:off x="4167878" y="4188008"/>
            <a:ext cx="1193679" cy="1427260"/>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5"/>
          <p:cNvSpPr/>
          <p:nvPr/>
        </p:nvSpPr>
        <p:spPr>
          <a:xfrm flipH="1" rot="-2700000">
            <a:off x="4309575" y="4326620"/>
            <a:ext cx="901507" cy="1104562"/>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5"/>
          <p:cNvSpPr/>
          <p:nvPr/>
        </p:nvSpPr>
        <p:spPr>
          <a:xfrm flipH="1" rot="-2700000">
            <a:off x="4305556" y="4724336"/>
            <a:ext cx="130935" cy="390457"/>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5"/>
          <p:cNvSpPr/>
          <p:nvPr/>
        </p:nvSpPr>
        <p:spPr>
          <a:xfrm flipH="1" rot="-2700000">
            <a:off x="5244598" y="430213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5"/>
          <p:cNvSpPr/>
          <p:nvPr/>
        </p:nvSpPr>
        <p:spPr>
          <a:xfrm flipH="1" rot="-2700000">
            <a:off x="5242294" y="4299868"/>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5"/>
          <p:cNvSpPr/>
          <p:nvPr/>
        </p:nvSpPr>
        <p:spPr>
          <a:xfrm flipH="1" rot="-2700000">
            <a:off x="3277569" y="474989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5"/>
          <p:cNvSpPr/>
          <p:nvPr/>
        </p:nvSpPr>
        <p:spPr>
          <a:xfrm flipH="1" rot="-2700000">
            <a:off x="3275324" y="4747635"/>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35"/>
          <p:cNvSpPr/>
          <p:nvPr/>
        </p:nvSpPr>
        <p:spPr>
          <a:xfrm flipH="1" rot="-2700000">
            <a:off x="4353985" y="4869156"/>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35"/>
          <p:cNvSpPr/>
          <p:nvPr/>
        </p:nvSpPr>
        <p:spPr>
          <a:xfrm flipH="1" rot="-2700000">
            <a:off x="4327811" y="4894538"/>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Diapositiva de título_1">
    <p:bg>
      <p:bgPr>
        <a:solidFill>
          <a:srgbClr val="F3F3F3"/>
        </a:solidFill>
      </p:bgPr>
    </p:bg>
    <p:spTree>
      <p:nvGrpSpPr>
        <p:cNvPr id="2877" name="Shape 2877"/>
        <p:cNvGrpSpPr/>
        <p:nvPr/>
      </p:nvGrpSpPr>
      <p:grpSpPr>
        <a:xfrm>
          <a:off x="0" y="0"/>
          <a:ext cx="0" cy="0"/>
          <a:chOff x="0" y="0"/>
          <a:chExt cx="0" cy="0"/>
        </a:xfrm>
      </p:grpSpPr>
      <p:sp>
        <p:nvSpPr>
          <p:cNvPr id="2878" name="Google Shape;2878;p36"/>
          <p:cNvSpPr/>
          <p:nvPr/>
        </p:nvSpPr>
        <p:spPr>
          <a:xfrm>
            <a:off x="4946725" y="0"/>
            <a:ext cx="4196935" cy="5143530"/>
          </a:xfrm>
          <a:custGeom>
            <a:rect b="b" l="l" r="r" t="t"/>
            <a:pathLst>
              <a:path extrusionOk="0" h="65892" w="140542">
                <a:moveTo>
                  <a:pt x="0" y="0"/>
                </a:moveTo>
                <a:lnTo>
                  <a:pt x="0" y="65891"/>
                </a:lnTo>
                <a:lnTo>
                  <a:pt x="140541" y="65891"/>
                </a:lnTo>
                <a:lnTo>
                  <a:pt x="140541"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36"/>
          <p:cNvSpPr/>
          <p:nvPr/>
        </p:nvSpPr>
        <p:spPr>
          <a:xfrm>
            <a:off x="1202150" y="584950"/>
            <a:ext cx="6739800" cy="3973500"/>
          </a:xfrm>
          <a:prstGeom prst="rect">
            <a:avLst/>
          </a:prstGeom>
          <a:solidFill>
            <a:srgbClr val="FFD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36"/>
          <p:cNvSpPr/>
          <p:nvPr/>
        </p:nvSpPr>
        <p:spPr>
          <a:xfrm>
            <a:off x="0" y="1057950"/>
            <a:ext cx="2421900" cy="40857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36"/>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1pPr>
            <a:lvl2pPr lvl="1"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2pPr>
            <a:lvl3pPr lvl="2"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3pPr>
            <a:lvl4pPr lvl="3"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4pPr>
            <a:lvl5pPr lvl="4"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5pPr>
            <a:lvl6pPr lvl="5"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6pPr>
            <a:lvl7pPr lvl="6"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7pPr>
            <a:lvl8pPr lvl="7"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8pPr>
            <a:lvl9pPr lvl="8"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9pPr>
          </a:lstStyle>
          <a:p/>
        </p:txBody>
      </p:sp>
      <p:sp>
        <p:nvSpPr>
          <p:cNvPr id="2882" name="Google Shape;2882;p36"/>
          <p:cNvSpPr txBox="1"/>
          <p:nvPr>
            <p:ph idx="1" type="body"/>
          </p:nvPr>
        </p:nvSpPr>
        <p:spPr>
          <a:xfrm>
            <a:off x="2413800" y="1136650"/>
            <a:ext cx="4316400" cy="2870100"/>
          </a:xfrm>
          <a:prstGeom prst="rect">
            <a:avLst/>
          </a:prstGeom>
        </p:spPr>
        <p:txBody>
          <a:bodyPr anchorCtr="0" anchor="ctr" bIns="91425" lIns="91425" spcFirstLastPara="1" rIns="91425" wrap="square" tIns="91425">
            <a:noAutofit/>
          </a:bodyPr>
          <a:lstStyle>
            <a:lvl1pPr indent="-298450" lvl="0" marL="457200" rtl="0">
              <a:spcBef>
                <a:spcPts val="0"/>
              </a:spcBef>
              <a:spcAft>
                <a:spcPts val="0"/>
              </a:spcAft>
              <a:buClr>
                <a:srgbClr val="F3F3F3"/>
              </a:buClr>
              <a:buSzPts val="1100"/>
              <a:buChar char="●"/>
              <a:defRPr sz="1100">
                <a:solidFill>
                  <a:srgbClr val="F3F3F3"/>
                </a:solidFill>
              </a:defRPr>
            </a:lvl1pPr>
            <a:lvl2pPr indent="-298450" lvl="1" marL="914400" rtl="0">
              <a:spcBef>
                <a:spcPts val="0"/>
              </a:spcBef>
              <a:spcAft>
                <a:spcPts val="0"/>
              </a:spcAft>
              <a:buClr>
                <a:srgbClr val="F3F3F3"/>
              </a:buClr>
              <a:buSzPts val="1100"/>
              <a:buChar char="○"/>
              <a:defRPr sz="1100">
                <a:solidFill>
                  <a:srgbClr val="F3F3F3"/>
                </a:solidFill>
              </a:defRPr>
            </a:lvl2pPr>
            <a:lvl3pPr indent="-298450" lvl="2" marL="1371600" rtl="0">
              <a:spcBef>
                <a:spcPts val="0"/>
              </a:spcBef>
              <a:spcAft>
                <a:spcPts val="0"/>
              </a:spcAft>
              <a:buClr>
                <a:srgbClr val="F3F3F3"/>
              </a:buClr>
              <a:buSzPts val="1100"/>
              <a:buChar char="■"/>
              <a:defRPr sz="1100">
                <a:solidFill>
                  <a:srgbClr val="F3F3F3"/>
                </a:solidFill>
              </a:defRPr>
            </a:lvl3pPr>
            <a:lvl4pPr indent="-298450" lvl="3" marL="1828800" rtl="0">
              <a:spcBef>
                <a:spcPts val="0"/>
              </a:spcBef>
              <a:spcAft>
                <a:spcPts val="0"/>
              </a:spcAft>
              <a:buClr>
                <a:srgbClr val="F3F3F3"/>
              </a:buClr>
              <a:buSzPts val="1100"/>
              <a:buChar char="●"/>
              <a:defRPr sz="1100">
                <a:solidFill>
                  <a:srgbClr val="F3F3F3"/>
                </a:solidFill>
              </a:defRPr>
            </a:lvl4pPr>
            <a:lvl5pPr indent="-298450" lvl="4" marL="2286000" rtl="0">
              <a:spcBef>
                <a:spcPts val="0"/>
              </a:spcBef>
              <a:spcAft>
                <a:spcPts val="0"/>
              </a:spcAft>
              <a:buClr>
                <a:srgbClr val="F3F3F3"/>
              </a:buClr>
              <a:buSzPts val="1100"/>
              <a:buChar char="○"/>
              <a:defRPr sz="1100">
                <a:solidFill>
                  <a:srgbClr val="F3F3F3"/>
                </a:solidFill>
              </a:defRPr>
            </a:lvl5pPr>
            <a:lvl6pPr indent="-298450" lvl="5" marL="2743200" rtl="0">
              <a:spcBef>
                <a:spcPts val="0"/>
              </a:spcBef>
              <a:spcAft>
                <a:spcPts val="0"/>
              </a:spcAft>
              <a:buClr>
                <a:srgbClr val="F3F3F3"/>
              </a:buClr>
              <a:buSzPts val="1100"/>
              <a:buChar char="■"/>
              <a:defRPr sz="1100">
                <a:solidFill>
                  <a:srgbClr val="F3F3F3"/>
                </a:solidFill>
              </a:defRPr>
            </a:lvl6pPr>
            <a:lvl7pPr indent="-298450" lvl="6" marL="3200400" rtl="0">
              <a:spcBef>
                <a:spcPts val="0"/>
              </a:spcBef>
              <a:spcAft>
                <a:spcPts val="0"/>
              </a:spcAft>
              <a:buClr>
                <a:srgbClr val="F3F3F3"/>
              </a:buClr>
              <a:buSzPts val="1100"/>
              <a:buChar char="●"/>
              <a:defRPr sz="1100">
                <a:solidFill>
                  <a:srgbClr val="F3F3F3"/>
                </a:solidFill>
              </a:defRPr>
            </a:lvl7pPr>
            <a:lvl8pPr indent="-298450" lvl="7" marL="3657600" rtl="0">
              <a:spcBef>
                <a:spcPts val="0"/>
              </a:spcBef>
              <a:spcAft>
                <a:spcPts val="0"/>
              </a:spcAft>
              <a:buClr>
                <a:srgbClr val="F3F3F3"/>
              </a:buClr>
              <a:buSzPts val="1100"/>
              <a:buChar char="○"/>
              <a:defRPr sz="1100">
                <a:solidFill>
                  <a:srgbClr val="F3F3F3"/>
                </a:solidFill>
              </a:defRPr>
            </a:lvl8pPr>
            <a:lvl9pPr indent="-298450" lvl="8" marL="4114800" rtl="0">
              <a:spcBef>
                <a:spcPts val="0"/>
              </a:spcBef>
              <a:spcAft>
                <a:spcPts val="0"/>
              </a:spcAft>
              <a:buClr>
                <a:srgbClr val="F3F3F3"/>
              </a:buClr>
              <a:buSzPts val="1100"/>
              <a:buChar char="■"/>
              <a:defRPr sz="1100">
                <a:solidFill>
                  <a:srgbClr val="F3F3F3"/>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CUSTOM_1_1">
    <p:bg>
      <p:bgPr>
        <a:solidFill>
          <a:srgbClr val="F3F3F3"/>
        </a:solidFill>
      </p:bgPr>
    </p:bg>
    <p:spTree>
      <p:nvGrpSpPr>
        <p:cNvPr id="2883" name="Shape 2883"/>
        <p:cNvGrpSpPr/>
        <p:nvPr/>
      </p:nvGrpSpPr>
      <p:grpSpPr>
        <a:xfrm>
          <a:off x="0" y="0"/>
          <a:ext cx="0" cy="0"/>
          <a:chOff x="0" y="0"/>
          <a:chExt cx="0" cy="0"/>
        </a:xfrm>
      </p:grpSpPr>
      <p:sp>
        <p:nvSpPr>
          <p:cNvPr id="2884" name="Google Shape;2884;p37"/>
          <p:cNvSpPr txBox="1"/>
          <p:nvPr>
            <p:ph type="ctrTitle"/>
          </p:nvPr>
        </p:nvSpPr>
        <p:spPr>
          <a:xfrm>
            <a:off x="917900" y="1782500"/>
            <a:ext cx="7479600" cy="1578600"/>
          </a:xfrm>
          <a:prstGeom prst="rect">
            <a:avLst/>
          </a:prstGeom>
          <a:noFill/>
          <a:ln>
            <a:noFill/>
          </a:ln>
        </p:spPr>
        <p:txBody>
          <a:bodyPr anchorCtr="0" anchor="ctr" bIns="34275" lIns="68575" spcFirstLastPara="1" rIns="68575" wrap="square" tIns="34275">
            <a:noAutofit/>
          </a:bodyPr>
          <a:lstStyle>
            <a:lvl1pPr lvl="0" rtl="0" algn="ctr">
              <a:lnSpc>
                <a:spcPct val="90000"/>
              </a:lnSpc>
              <a:spcBef>
                <a:spcPts val="0"/>
              </a:spcBef>
              <a:spcAft>
                <a:spcPts val="0"/>
              </a:spcAft>
              <a:buSzPts val="3000"/>
              <a:buNone/>
              <a:defRPr sz="3000"/>
            </a:lvl1pPr>
            <a:lvl2pPr lvl="1" rtl="0" algn="ctr">
              <a:spcBef>
                <a:spcPts val="0"/>
              </a:spcBef>
              <a:spcAft>
                <a:spcPts val="0"/>
              </a:spcAft>
              <a:buSzPts val="3000"/>
              <a:buFont typeface="Fjalla One"/>
              <a:buNone/>
              <a:defRPr sz="3000">
                <a:latin typeface="Fjalla One"/>
                <a:ea typeface="Fjalla One"/>
                <a:cs typeface="Fjalla One"/>
                <a:sym typeface="Fjalla One"/>
              </a:defRPr>
            </a:lvl2pPr>
            <a:lvl3pPr lvl="2" rtl="0" algn="ctr">
              <a:spcBef>
                <a:spcPts val="0"/>
              </a:spcBef>
              <a:spcAft>
                <a:spcPts val="0"/>
              </a:spcAft>
              <a:buSzPts val="3000"/>
              <a:buFont typeface="Fjalla One"/>
              <a:buNone/>
              <a:defRPr sz="3000">
                <a:latin typeface="Fjalla One"/>
                <a:ea typeface="Fjalla One"/>
                <a:cs typeface="Fjalla One"/>
                <a:sym typeface="Fjalla One"/>
              </a:defRPr>
            </a:lvl3pPr>
            <a:lvl4pPr lvl="3" rtl="0" algn="ctr">
              <a:spcBef>
                <a:spcPts val="0"/>
              </a:spcBef>
              <a:spcAft>
                <a:spcPts val="0"/>
              </a:spcAft>
              <a:buSzPts val="3000"/>
              <a:buFont typeface="Fjalla One"/>
              <a:buNone/>
              <a:defRPr sz="3000">
                <a:latin typeface="Fjalla One"/>
                <a:ea typeface="Fjalla One"/>
                <a:cs typeface="Fjalla One"/>
                <a:sym typeface="Fjalla One"/>
              </a:defRPr>
            </a:lvl4pPr>
            <a:lvl5pPr lvl="4" rtl="0" algn="ctr">
              <a:spcBef>
                <a:spcPts val="0"/>
              </a:spcBef>
              <a:spcAft>
                <a:spcPts val="0"/>
              </a:spcAft>
              <a:buSzPts val="3000"/>
              <a:buFont typeface="Fjalla One"/>
              <a:buNone/>
              <a:defRPr sz="3000">
                <a:latin typeface="Fjalla One"/>
                <a:ea typeface="Fjalla One"/>
                <a:cs typeface="Fjalla One"/>
                <a:sym typeface="Fjalla One"/>
              </a:defRPr>
            </a:lvl5pPr>
            <a:lvl6pPr lvl="5" rtl="0" algn="ctr">
              <a:spcBef>
                <a:spcPts val="0"/>
              </a:spcBef>
              <a:spcAft>
                <a:spcPts val="0"/>
              </a:spcAft>
              <a:buSzPts val="3000"/>
              <a:buFont typeface="Fjalla One"/>
              <a:buNone/>
              <a:defRPr sz="3000">
                <a:latin typeface="Fjalla One"/>
                <a:ea typeface="Fjalla One"/>
                <a:cs typeface="Fjalla One"/>
                <a:sym typeface="Fjalla One"/>
              </a:defRPr>
            </a:lvl6pPr>
            <a:lvl7pPr lvl="6" rtl="0" algn="ctr">
              <a:spcBef>
                <a:spcPts val="0"/>
              </a:spcBef>
              <a:spcAft>
                <a:spcPts val="0"/>
              </a:spcAft>
              <a:buSzPts val="3000"/>
              <a:buFont typeface="Fjalla One"/>
              <a:buNone/>
              <a:defRPr sz="3000">
                <a:latin typeface="Fjalla One"/>
                <a:ea typeface="Fjalla One"/>
                <a:cs typeface="Fjalla One"/>
                <a:sym typeface="Fjalla One"/>
              </a:defRPr>
            </a:lvl7pPr>
            <a:lvl8pPr lvl="7" rtl="0" algn="ctr">
              <a:spcBef>
                <a:spcPts val="0"/>
              </a:spcBef>
              <a:spcAft>
                <a:spcPts val="0"/>
              </a:spcAft>
              <a:buSzPts val="3000"/>
              <a:buFont typeface="Fjalla One"/>
              <a:buNone/>
              <a:defRPr sz="3000">
                <a:latin typeface="Fjalla One"/>
                <a:ea typeface="Fjalla One"/>
                <a:cs typeface="Fjalla One"/>
                <a:sym typeface="Fjalla One"/>
              </a:defRPr>
            </a:lvl8pPr>
            <a:lvl9pPr lvl="8" rtl="0" algn="ctr">
              <a:spcBef>
                <a:spcPts val="0"/>
              </a:spcBef>
              <a:spcAft>
                <a:spcPts val="0"/>
              </a:spcAft>
              <a:buSzPts val="3000"/>
              <a:buFont typeface="Fjalla One"/>
              <a:buNone/>
              <a:defRPr sz="3000">
                <a:latin typeface="Fjalla One"/>
                <a:ea typeface="Fjalla One"/>
                <a:cs typeface="Fjalla One"/>
                <a:sym typeface="Fjalla One"/>
              </a:defRPr>
            </a:lvl9pPr>
          </a:lstStyle>
          <a:p/>
        </p:txBody>
      </p:sp>
      <p:sp>
        <p:nvSpPr>
          <p:cNvPr id="2885" name="Google Shape;2885;p37"/>
          <p:cNvSpPr/>
          <p:nvPr/>
        </p:nvSpPr>
        <p:spPr>
          <a:xfrm flipH="1">
            <a:off x="842130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37"/>
          <p:cNvSpPr/>
          <p:nvPr/>
        </p:nvSpPr>
        <p:spPr>
          <a:xfrm>
            <a:off x="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CUSTOM_2">
    <p:spTree>
      <p:nvGrpSpPr>
        <p:cNvPr id="2887" name="Shape 2887"/>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
  <p:cSld name="8_Título y objetos_2">
    <p:bg>
      <p:bgPr>
        <a:solidFill>
          <a:srgbClr val="F3F3F3"/>
        </a:solidFill>
      </p:bgPr>
    </p:bg>
    <p:spTree>
      <p:nvGrpSpPr>
        <p:cNvPr id="2888" name="Shape 2888"/>
        <p:cNvGrpSpPr/>
        <p:nvPr/>
      </p:nvGrpSpPr>
      <p:grpSpPr>
        <a:xfrm>
          <a:off x="0" y="0"/>
          <a:ext cx="0" cy="0"/>
          <a:chOff x="0" y="0"/>
          <a:chExt cx="0" cy="0"/>
        </a:xfrm>
      </p:grpSpPr>
      <p:sp>
        <p:nvSpPr>
          <p:cNvPr id="2889" name="Google Shape;2889;p39"/>
          <p:cNvSpPr/>
          <p:nvPr/>
        </p:nvSpPr>
        <p:spPr>
          <a:xfrm>
            <a:off x="0" y="125"/>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39"/>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891" name="Google Shape;2891;p39"/>
          <p:cNvSpPr/>
          <p:nvPr/>
        </p:nvSpPr>
        <p:spPr>
          <a:xfrm>
            <a:off x="863610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1_Título y objetos_4">
    <p:bg>
      <p:bgPr>
        <a:solidFill>
          <a:srgbClr val="F3F3F3"/>
        </a:solidFill>
      </p:bgPr>
    </p:bg>
    <p:spTree>
      <p:nvGrpSpPr>
        <p:cNvPr id="2892" name="Shape 2892"/>
        <p:cNvGrpSpPr/>
        <p:nvPr/>
      </p:nvGrpSpPr>
      <p:grpSpPr>
        <a:xfrm>
          <a:off x="0" y="0"/>
          <a:ext cx="0" cy="0"/>
          <a:chOff x="0" y="0"/>
          <a:chExt cx="0" cy="0"/>
        </a:xfrm>
      </p:grpSpPr>
      <p:sp>
        <p:nvSpPr>
          <p:cNvPr id="2893" name="Google Shape;2893;p40"/>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894" name="Google Shape;2894;p40"/>
          <p:cNvSpPr/>
          <p:nvPr/>
        </p:nvSpPr>
        <p:spPr>
          <a:xfrm>
            <a:off x="0" y="0"/>
            <a:ext cx="722700" cy="38739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40"/>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0"/>
          <p:cNvSpPr txBox="1"/>
          <p:nvPr>
            <p:ph idx="1" type="subTitle"/>
          </p:nvPr>
        </p:nvSpPr>
        <p:spPr>
          <a:xfrm flipH="1">
            <a:off x="2770106" y="1902449"/>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7" name="Google Shape;2897;p40"/>
          <p:cNvSpPr txBox="1"/>
          <p:nvPr>
            <p:ph idx="2" type="subTitle"/>
          </p:nvPr>
        </p:nvSpPr>
        <p:spPr>
          <a:xfrm flipH="1">
            <a:off x="4691069" y="1902462"/>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8" name="Google Shape;2898;p40"/>
          <p:cNvSpPr txBox="1"/>
          <p:nvPr>
            <p:ph idx="3" type="subTitle"/>
          </p:nvPr>
        </p:nvSpPr>
        <p:spPr>
          <a:xfrm flipH="1">
            <a:off x="6612050" y="1902449"/>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899" name="Google Shape;2899;p40"/>
          <p:cNvSpPr txBox="1"/>
          <p:nvPr>
            <p:ph idx="4" type="subTitle"/>
          </p:nvPr>
        </p:nvSpPr>
        <p:spPr>
          <a:xfrm flipH="1">
            <a:off x="2770106"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00" name="Google Shape;2900;p40"/>
          <p:cNvSpPr txBox="1"/>
          <p:nvPr>
            <p:ph idx="5" type="subTitle"/>
          </p:nvPr>
        </p:nvSpPr>
        <p:spPr>
          <a:xfrm flipH="1">
            <a:off x="4691069"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01" name="Google Shape;2901;p40"/>
          <p:cNvSpPr txBox="1"/>
          <p:nvPr>
            <p:ph idx="6" type="subTitle"/>
          </p:nvPr>
        </p:nvSpPr>
        <p:spPr>
          <a:xfrm flipH="1">
            <a:off x="6612050" y="3274561"/>
            <a:ext cx="1426500" cy="8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1_Título y objetos_4_2_1_1">
    <p:bg>
      <p:bgPr>
        <a:solidFill>
          <a:srgbClr val="F3F3F3"/>
        </a:solidFill>
      </p:bgPr>
    </p:bg>
    <p:spTree>
      <p:nvGrpSpPr>
        <p:cNvPr id="2902" name="Shape 2902"/>
        <p:cNvGrpSpPr/>
        <p:nvPr/>
      </p:nvGrpSpPr>
      <p:grpSpPr>
        <a:xfrm>
          <a:off x="0" y="0"/>
          <a:ext cx="0" cy="0"/>
          <a:chOff x="0" y="0"/>
          <a:chExt cx="0" cy="0"/>
        </a:xfrm>
      </p:grpSpPr>
      <p:sp>
        <p:nvSpPr>
          <p:cNvPr id="2903" name="Google Shape;2903;p41"/>
          <p:cNvSpPr txBox="1"/>
          <p:nvPr>
            <p:ph type="ctrTitle"/>
          </p:nvPr>
        </p:nvSpPr>
        <p:spPr>
          <a:xfrm flipH="1">
            <a:off x="5711003" y="955400"/>
            <a:ext cx="2737800" cy="1241400"/>
          </a:xfrm>
          <a:prstGeom prst="rect">
            <a:avLst/>
          </a:prstGeom>
          <a:noFill/>
          <a:ln>
            <a:noFill/>
          </a:ln>
        </p:spPr>
        <p:txBody>
          <a:bodyPr anchorCtr="0" anchor="b" bIns="34275" lIns="68575" spcFirstLastPara="1" rIns="68575" wrap="square" tIns="34275">
            <a:noAutofit/>
          </a:bodyPr>
          <a:lstStyle>
            <a:lvl1pPr lvl="0" rtl="0" algn="r">
              <a:spcBef>
                <a:spcPts val="0"/>
              </a:spcBef>
              <a:spcAft>
                <a:spcPts val="0"/>
              </a:spcAft>
              <a:buSzPts val="4800"/>
              <a:buFont typeface="Advent Pro SemiBold"/>
              <a:buNone/>
              <a:defRPr sz="43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2904" name="Google Shape;2904;p41"/>
          <p:cNvSpPr txBox="1"/>
          <p:nvPr>
            <p:ph idx="1" type="subTitle"/>
          </p:nvPr>
        </p:nvSpPr>
        <p:spPr>
          <a:xfrm flipH="1">
            <a:off x="5900011" y="2967450"/>
            <a:ext cx="2548800" cy="564900"/>
          </a:xfrm>
          <a:prstGeom prst="rect">
            <a:avLst/>
          </a:prstGeom>
          <a:noFill/>
          <a:ln>
            <a:noFill/>
          </a:ln>
        </p:spPr>
        <p:txBody>
          <a:bodyPr anchorCtr="0" anchor="t" bIns="34275" lIns="68575" spcFirstLastPara="1" rIns="68575" wrap="square" tIns="34275">
            <a:noAutofit/>
          </a:bodyPr>
          <a:lstStyle>
            <a:lvl1pPr lvl="0" rtl="0" algn="r">
              <a:lnSpc>
                <a:spcPct val="90000"/>
              </a:lnSpc>
              <a:spcBef>
                <a:spcPts val="0"/>
              </a:spcBef>
              <a:spcAft>
                <a:spcPts val="0"/>
              </a:spcAft>
              <a:buSzPts val="1200"/>
              <a:buNone/>
              <a:defRPr sz="1200">
                <a:latin typeface="Abel"/>
                <a:ea typeface="Abel"/>
                <a:cs typeface="Abel"/>
                <a:sym typeface="Abel"/>
              </a:defRPr>
            </a:lvl1pPr>
            <a:lvl2pPr lvl="1" rtl="0" algn="r">
              <a:lnSpc>
                <a:spcPct val="90000"/>
              </a:lnSpc>
              <a:spcBef>
                <a:spcPts val="400"/>
              </a:spcBef>
              <a:spcAft>
                <a:spcPts val="0"/>
              </a:spcAft>
              <a:buSzPts val="1500"/>
              <a:buNone/>
              <a:defRPr sz="1500"/>
            </a:lvl2pPr>
            <a:lvl3pPr lvl="2" rtl="0" algn="r">
              <a:lnSpc>
                <a:spcPct val="90000"/>
              </a:lnSpc>
              <a:spcBef>
                <a:spcPts val="400"/>
              </a:spcBef>
              <a:spcAft>
                <a:spcPts val="0"/>
              </a:spcAft>
              <a:buSzPts val="1400"/>
              <a:buNone/>
              <a:defRPr sz="1400"/>
            </a:lvl3pPr>
            <a:lvl4pPr lvl="3" rtl="0" algn="r">
              <a:lnSpc>
                <a:spcPct val="90000"/>
              </a:lnSpc>
              <a:spcBef>
                <a:spcPts val="400"/>
              </a:spcBef>
              <a:spcAft>
                <a:spcPts val="0"/>
              </a:spcAft>
              <a:buSzPts val="1200"/>
              <a:buNone/>
              <a:defRPr sz="1200"/>
            </a:lvl4pPr>
            <a:lvl5pPr lvl="4" rtl="0" algn="r">
              <a:lnSpc>
                <a:spcPct val="90000"/>
              </a:lnSpc>
              <a:spcBef>
                <a:spcPts val="400"/>
              </a:spcBef>
              <a:spcAft>
                <a:spcPts val="0"/>
              </a:spcAft>
              <a:buSzPts val="1200"/>
              <a:buNone/>
              <a:defRPr sz="1200"/>
            </a:lvl5pPr>
            <a:lvl6pPr lvl="5" rtl="0" algn="r">
              <a:lnSpc>
                <a:spcPct val="90000"/>
              </a:lnSpc>
              <a:spcBef>
                <a:spcPts val="400"/>
              </a:spcBef>
              <a:spcAft>
                <a:spcPts val="0"/>
              </a:spcAft>
              <a:buSzPts val="1200"/>
              <a:buNone/>
              <a:defRPr sz="1200"/>
            </a:lvl6pPr>
            <a:lvl7pPr lvl="6" rtl="0" algn="r">
              <a:lnSpc>
                <a:spcPct val="90000"/>
              </a:lnSpc>
              <a:spcBef>
                <a:spcPts val="400"/>
              </a:spcBef>
              <a:spcAft>
                <a:spcPts val="0"/>
              </a:spcAft>
              <a:buSzPts val="1200"/>
              <a:buNone/>
              <a:defRPr sz="1200"/>
            </a:lvl7pPr>
            <a:lvl8pPr lvl="7" rtl="0" algn="r">
              <a:lnSpc>
                <a:spcPct val="90000"/>
              </a:lnSpc>
              <a:spcBef>
                <a:spcPts val="400"/>
              </a:spcBef>
              <a:spcAft>
                <a:spcPts val="0"/>
              </a:spcAft>
              <a:buSzPts val="1200"/>
              <a:buNone/>
              <a:defRPr sz="1200"/>
            </a:lvl8pPr>
            <a:lvl9pPr lvl="8" rtl="0" algn="r">
              <a:lnSpc>
                <a:spcPct val="90000"/>
              </a:lnSpc>
              <a:spcBef>
                <a:spcPts val="400"/>
              </a:spcBef>
              <a:spcAft>
                <a:spcPts val="0"/>
              </a:spcAft>
              <a:buSzPts val="1200"/>
              <a:buNone/>
              <a:defRPr sz="1200"/>
            </a:lvl9pPr>
          </a:lstStyle>
          <a:p/>
        </p:txBody>
      </p:sp>
      <p:sp>
        <p:nvSpPr>
          <p:cNvPr id="2905" name="Google Shape;2905;p41"/>
          <p:cNvSpPr/>
          <p:nvPr/>
        </p:nvSpPr>
        <p:spPr>
          <a:xfrm flipH="1">
            <a:off x="0"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41"/>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26_1_1_1">
    <p:bg>
      <p:bgPr>
        <a:solidFill>
          <a:srgbClr val="EFEFEF"/>
        </a:solidFill>
      </p:bgPr>
    </p:bg>
    <p:spTree>
      <p:nvGrpSpPr>
        <p:cNvPr id="2907" name="Shape 2907"/>
        <p:cNvGrpSpPr/>
        <p:nvPr/>
      </p:nvGrpSpPr>
      <p:grpSpPr>
        <a:xfrm>
          <a:off x="0" y="0"/>
          <a:ext cx="0" cy="0"/>
          <a:chOff x="0" y="0"/>
          <a:chExt cx="0" cy="0"/>
        </a:xfrm>
      </p:grpSpPr>
      <p:sp>
        <p:nvSpPr>
          <p:cNvPr id="2908" name="Google Shape;2908;p42"/>
          <p:cNvSpPr txBox="1"/>
          <p:nvPr>
            <p:ph idx="1" type="subTitle"/>
          </p:nvPr>
        </p:nvSpPr>
        <p:spPr>
          <a:xfrm>
            <a:off x="6189713" y="2321100"/>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09" name="Google Shape;2909;p42"/>
          <p:cNvSpPr txBox="1"/>
          <p:nvPr>
            <p:ph idx="2" type="subTitle"/>
          </p:nvPr>
        </p:nvSpPr>
        <p:spPr>
          <a:xfrm>
            <a:off x="587862" y="2321100"/>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0" name="Google Shape;2910;p42"/>
          <p:cNvSpPr txBox="1"/>
          <p:nvPr>
            <p:ph idx="3" type="subTitle"/>
          </p:nvPr>
        </p:nvSpPr>
        <p:spPr>
          <a:xfrm>
            <a:off x="3359112" y="2321100"/>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1" name="Google Shape;2911;p42"/>
          <p:cNvSpPr/>
          <p:nvPr/>
        </p:nvSpPr>
        <p:spPr>
          <a:xfrm flipH="1">
            <a:off x="3657600" y="424125"/>
            <a:ext cx="5486400" cy="504600"/>
          </a:xfrm>
          <a:prstGeom prst="rect">
            <a:avLst/>
          </a:prstGeom>
          <a:solidFill>
            <a:srgbClr val="1025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2"/>
          <p:cNvSpPr txBox="1"/>
          <p:nvPr>
            <p:ph type="ctrTitle"/>
          </p:nvPr>
        </p:nvSpPr>
        <p:spPr>
          <a:xfrm flipH="1">
            <a:off x="930900" y="366803"/>
            <a:ext cx="7264500" cy="5040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2400"/>
              <a:buNone/>
              <a:defRPr/>
            </a:lvl1pPr>
            <a:lvl2pPr lvl="1" rtl="0">
              <a:spcBef>
                <a:spcPts val="0"/>
              </a:spcBef>
              <a:spcAft>
                <a:spcPts val="0"/>
              </a:spcAft>
              <a:buSzPts val="2400"/>
              <a:buFont typeface="Josefin Sans"/>
              <a:buNone/>
              <a:defRPr b="1" sz="2400">
                <a:latin typeface="Josefin Sans"/>
                <a:ea typeface="Josefin Sans"/>
                <a:cs typeface="Josefin Sans"/>
                <a:sym typeface="Josefin Sans"/>
              </a:defRPr>
            </a:lvl2pPr>
            <a:lvl3pPr lvl="2" rtl="0">
              <a:spcBef>
                <a:spcPts val="0"/>
              </a:spcBef>
              <a:spcAft>
                <a:spcPts val="0"/>
              </a:spcAft>
              <a:buSzPts val="2400"/>
              <a:buFont typeface="Josefin Sans"/>
              <a:buNone/>
              <a:defRPr b="1" sz="2400">
                <a:latin typeface="Josefin Sans"/>
                <a:ea typeface="Josefin Sans"/>
                <a:cs typeface="Josefin Sans"/>
                <a:sym typeface="Josefin Sans"/>
              </a:defRPr>
            </a:lvl3pPr>
            <a:lvl4pPr lvl="3" rtl="0">
              <a:spcBef>
                <a:spcPts val="0"/>
              </a:spcBef>
              <a:spcAft>
                <a:spcPts val="0"/>
              </a:spcAft>
              <a:buSzPts val="2400"/>
              <a:buFont typeface="Josefin Sans"/>
              <a:buNone/>
              <a:defRPr b="1" sz="2400">
                <a:latin typeface="Josefin Sans"/>
                <a:ea typeface="Josefin Sans"/>
                <a:cs typeface="Josefin Sans"/>
                <a:sym typeface="Josefin Sans"/>
              </a:defRPr>
            </a:lvl4pPr>
            <a:lvl5pPr lvl="4" rtl="0">
              <a:spcBef>
                <a:spcPts val="0"/>
              </a:spcBef>
              <a:spcAft>
                <a:spcPts val="0"/>
              </a:spcAft>
              <a:buSzPts val="2400"/>
              <a:buFont typeface="Josefin Sans"/>
              <a:buNone/>
              <a:defRPr b="1" sz="2400">
                <a:latin typeface="Josefin Sans"/>
                <a:ea typeface="Josefin Sans"/>
                <a:cs typeface="Josefin Sans"/>
                <a:sym typeface="Josefin Sans"/>
              </a:defRPr>
            </a:lvl5pPr>
            <a:lvl6pPr lvl="5" rtl="0">
              <a:spcBef>
                <a:spcPts val="0"/>
              </a:spcBef>
              <a:spcAft>
                <a:spcPts val="0"/>
              </a:spcAft>
              <a:buSzPts val="2400"/>
              <a:buFont typeface="Josefin Sans"/>
              <a:buNone/>
              <a:defRPr b="1" sz="2400">
                <a:latin typeface="Josefin Sans"/>
                <a:ea typeface="Josefin Sans"/>
                <a:cs typeface="Josefin Sans"/>
                <a:sym typeface="Josefin Sans"/>
              </a:defRPr>
            </a:lvl6pPr>
            <a:lvl7pPr lvl="6" rtl="0">
              <a:spcBef>
                <a:spcPts val="0"/>
              </a:spcBef>
              <a:spcAft>
                <a:spcPts val="0"/>
              </a:spcAft>
              <a:buSzPts val="2400"/>
              <a:buFont typeface="Josefin Sans"/>
              <a:buNone/>
              <a:defRPr b="1" sz="2400">
                <a:latin typeface="Josefin Sans"/>
                <a:ea typeface="Josefin Sans"/>
                <a:cs typeface="Josefin Sans"/>
                <a:sym typeface="Josefin Sans"/>
              </a:defRPr>
            </a:lvl7pPr>
            <a:lvl8pPr lvl="7" rtl="0">
              <a:spcBef>
                <a:spcPts val="0"/>
              </a:spcBef>
              <a:spcAft>
                <a:spcPts val="0"/>
              </a:spcAft>
              <a:buSzPts val="2400"/>
              <a:buFont typeface="Josefin Sans"/>
              <a:buNone/>
              <a:defRPr b="1" sz="2400">
                <a:latin typeface="Josefin Sans"/>
                <a:ea typeface="Josefin Sans"/>
                <a:cs typeface="Josefin Sans"/>
                <a:sym typeface="Josefin Sans"/>
              </a:defRPr>
            </a:lvl8pPr>
            <a:lvl9pPr lvl="8" rtl="0">
              <a:spcBef>
                <a:spcPts val="0"/>
              </a:spcBef>
              <a:spcAft>
                <a:spcPts val="0"/>
              </a:spcAft>
              <a:buSzPts val="2400"/>
              <a:buFont typeface="Josefin Sans"/>
              <a:buNone/>
              <a:defRPr b="1" sz="2400">
                <a:latin typeface="Josefin Sans"/>
                <a:ea typeface="Josefin Sans"/>
                <a:cs typeface="Josefin Sans"/>
                <a:sym typeface="Josefin Sans"/>
              </a:defRPr>
            </a:lvl9pPr>
          </a:lstStyle>
          <a:p/>
        </p:txBody>
      </p:sp>
      <p:sp>
        <p:nvSpPr>
          <p:cNvPr id="2913" name="Google Shape;2913;p42"/>
          <p:cNvSpPr txBox="1"/>
          <p:nvPr>
            <p:ph idx="4" type="subTitle"/>
          </p:nvPr>
        </p:nvSpPr>
        <p:spPr>
          <a:xfrm>
            <a:off x="6189718" y="2005346"/>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14" name="Google Shape;2914;p42"/>
          <p:cNvSpPr txBox="1"/>
          <p:nvPr>
            <p:ph idx="5" type="subTitle"/>
          </p:nvPr>
        </p:nvSpPr>
        <p:spPr>
          <a:xfrm>
            <a:off x="587850" y="2005346"/>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15" name="Google Shape;2915;p42"/>
          <p:cNvSpPr txBox="1"/>
          <p:nvPr>
            <p:ph idx="6" type="subTitle"/>
          </p:nvPr>
        </p:nvSpPr>
        <p:spPr>
          <a:xfrm>
            <a:off x="3359108" y="2005346"/>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16" name="Google Shape;2916;p42"/>
          <p:cNvSpPr txBox="1"/>
          <p:nvPr>
            <p:ph idx="7" type="subTitle"/>
          </p:nvPr>
        </p:nvSpPr>
        <p:spPr>
          <a:xfrm>
            <a:off x="6189713" y="4056305"/>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7" name="Google Shape;2917;p42"/>
          <p:cNvSpPr txBox="1"/>
          <p:nvPr>
            <p:ph idx="8" type="subTitle"/>
          </p:nvPr>
        </p:nvSpPr>
        <p:spPr>
          <a:xfrm>
            <a:off x="587862" y="4056305"/>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8" name="Google Shape;2918;p42"/>
          <p:cNvSpPr txBox="1"/>
          <p:nvPr>
            <p:ph idx="9" type="subTitle"/>
          </p:nvPr>
        </p:nvSpPr>
        <p:spPr>
          <a:xfrm>
            <a:off x="3359112" y="4056305"/>
            <a:ext cx="2425800" cy="57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200"/>
              <a:buNone/>
              <a:defRPr>
                <a:solidFill>
                  <a:schemeClr val="lt2"/>
                </a:solidFill>
              </a:defRPr>
            </a:lvl1pPr>
            <a:lvl2pPr lvl="1" rtl="0" algn="ctr">
              <a:lnSpc>
                <a:spcPct val="100000"/>
              </a:lnSpc>
              <a:spcBef>
                <a:spcPts val="0"/>
              </a:spcBef>
              <a:spcAft>
                <a:spcPts val="0"/>
              </a:spcAft>
              <a:buClr>
                <a:schemeClr val="lt2"/>
              </a:buClr>
              <a:buSzPts val="1200"/>
              <a:buNone/>
              <a:defRPr sz="1200">
                <a:solidFill>
                  <a:schemeClr val="lt2"/>
                </a:solidFill>
              </a:defRPr>
            </a:lvl2pPr>
            <a:lvl3pPr lvl="2" rtl="0" algn="ctr">
              <a:lnSpc>
                <a:spcPct val="100000"/>
              </a:lnSpc>
              <a:spcBef>
                <a:spcPts val="0"/>
              </a:spcBef>
              <a:spcAft>
                <a:spcPts val="0"/>
              </a:spcAft>
              <a:buClr>
                <a:schemeClr val="lt2"/>
              </a:buClr>
              <a:buSzPts val="1200"/>
              <a:buNone/>
              <a:defRPr sz="1200">
                <a:solidFill>
                  <a:schemeClr val="lt2"/>
                </a:solidFill>
              </a:defRPr>
            </a:lvl3pPr>
            <a:lvl4pPr lvl="3" rtl="0" algn="ctr">
              <a:lnSpc>
                <a:spcPct val="100000"/>
              </a:lnSpc>
              <a:spcBef>
                <a:spcPts val="0"/>
              </a:spcBef>
              <a:spcAft>
                <a:spcPts val="0"/>
              </a:spcAft>
              <a:buClr>
                <a:schemeClr val="lt2"/>
              </a:buClr>
              <a:buSzPts val="1200"/>
              <a:buNone/>
              <a:defRPr sz="1200">
                <a:solidFill>
                  <a:schemeClr val="lt2"/>
                </a:solidFill>
              </a:defRPr>
            </a:lvl4pPr>
            <a:lvl5pPr lvl="4" rtl="0" algn="ctr">
              <a:lnSpc>
                <a:spcPct val="100000"/>
              </a:lnSpc>
              <a:spcBef>
                <a:spcPts val="0"/>
              </a:spcBef>
              <a:spcAft>
                <a:spcPts val="0"/>
              </a:spcAft>
              <a:buClr>
                <a:schemeClr val="lt2"/>
              </a:buClr>
              <a:buSzPts val="1200"/>
              <a:buNone/>
              <a:defRPr sz="1200">
                <a:solidFill>
                  <a:schemeClr val="lt2"/>
                </a:solidFill>
              </a:defRPr>
            </a:lvl5pPr>
            <a:lvl6pPr lvl="5" rtl="0" algn="ctr">
              <a:lnSpc>
                <a:spcPct val="100000"/>
              </a:lnSpc>
              <a:spcBef>
                <a:spcPts val="0"/>
              </a:spcBef>
              <a:spcAft>
                <a:spcPts val="0"/>
              </a:spcAft>
              <a:buClr>
                <a:schemeClr val="lt2"/>
              </a:buClr>
              <a:buSzPts val="1200"/>
              <a:buNone/>
              <a:defRPr sz="1200">
                <a:solidFill>
                  <a:schemeClr val="lt2"/>
                </a:solidFill>
              </a:defRPr>
            </a:lvl6pPr>
            <a:lvl7pPr lvl="6" rtl="0" algn="ctr">
              <a:lnSpc>
                <a:spcPct val="100000"/>
              </a:lnSpc>
              <a:spcBef>
                <a:spcPts val="0"/>
              </a:spcBef>
              <a:spcAft>
                <a:spcPts val="0"/>
              </a:spcAft>
              <a:buClr>
                <a:schemeClr val="lt2"/>
              </a:buClr>
              <a:buSzPts val="1200"/>
              <a:buNone/>
              <a:defRPr sz="1200">
                <a:solidFill>
                  <a:schemeClr val="lt2"/>
                </a:solidFill>
              </a:defRPr>
            </a:lvl7pPr>
            <a:lvl8pPr lvl="7" rtl="0" algn="ctr">
              <a:lnSpc>
                <a:spcPct val="100000"/>
              </a:lnSpc>
              <a:spcBef>
                <a:spcPts val="0"/>
              </a:spcBef>
              <a:spcAft>
                <a:spcPts val="0"/>
              </a:spcAft>
              <a:buClr>
                <a:schemeClr val="lt2"/>
              </a:buClr>
              <a:buSzPts val="1200"/>
              <a:buNone/>
              <a:defRPr sz="1200">
                <a:solidFill>
                  <a:schemeClr val="lt2"/>
                </a:solidFill>
              </a:defRPr>
            </a:lvl8pPr>
            <a:lvl9pPr lvl="8" rtl="0" algn="ctr">
              <a:lnSpc>
                <a:spcPct val="100000"/>
              </a:lnSpc>
              <a:spcBef>
                <a:spcPts val="0"/>
              </a:spcBef>
              <a:spcAft>
                <a:spcPts val="0"/>
              </a:spcAft>
              <a:buClr>
                <a:schemeClr val="lt2"/>
              </a:buClr>
              <a:buSzPts val="1200"/>
              <a:buNone/>
              <a:defRPr sz="1200">
                <a:solidFill>
                  <a:schemeClr val="lt2"/>
                </a:solidFill>
              </a:defRPr>
            </a:lvl9pPr>
          </a:lstStyle>
          <a:p/>
        </p:txBody>
      </p:sp>
      <p:sp>
        <p:nvSpPr>
          <p:cNvPr id="2919" name="Google Shape;2919;p42"/>
          <p:cNvSpPr txBox="1"/>
          <p:nvPr>
            <p:ph idx="13" type="subTitle"/>
          </p:nvPr>
        </p:nvSpPr>
        <p:spPr>
          <a:xfrm>
            <a:off x="6189718" y="3740552"/>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20" name="Google Shape;2920;p42"/>
          <p:cNvSpPr txBox="1"/>
          <p:nvPr>
            <p:ph idx="14" type="subTitle"/>
          </p:nvPr>
        </p:nvSpPr>
        <p:spPr>
          <a:xfrm>
            <a:off x="587850" y="3740552"/>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sp>
        <p:nvSpPr>
          <p:cNvPr id="2921" name="Google Shape;2921;p42"/>
          <p:cNvSpPr txBox="1"/>
          <p:nvPr>
            <p:ph idx="15" type="subTitle"/>
          </p:nvPr>
        </p:nvSpPr>
        <p:spPr>
          <a:xfrm>
            <a:off x="3359108" y="3740552"/>
            <a:ext cx="2425800" cy="371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22385D"/>
              </a:buClr>
              <a:buSzPts val="1200"/>
              <a:buFont typeface="Staatliches"/>
              <a:buNone/>
              <a:defRPr sz="1400">
                <a:solidFill>
                  <a:srgbClr val="22385D"/>
                </a:solidFill>
                <a:latin typeface="Staatliches"/>
                <a:ea typeface="Staatliches"/>
                <a:cs typeface="Staatliches"/>
                <a:sym typeface="Staatliches"/>
              </a:defRPr>
            </a:lvl1pPr>
            <a:lvl2pPr lvl="1"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2pPr>
            <a:lvl3pPr lvl="2"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3pPr>
            <a:lvl4pPr lvl="3"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4pPr>
            <a:lvl5pPr lvl="4"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5pPr>
            <a:lvl6pPr lvl="5"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6pPr>
            <a:lvl7pPr lvl="6"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7pPr>
            <a:lvl8pPr lvl="7"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8pPr>
            <a:lvl9pPr lvl="8" rtl="0" algn="ctr">
              <a:lnSpc>
                <a:spcPct val="100000"/>
              </a:lnSpc>
              <a:spcBef>
                <a:spcPts val="0"/>
              </a:spcBef>
              <a:spcAft>
                <a:spcPts val="0"/>
              </a:spcAft>
              <a:buClr>
                <a:srgbClr val="22385D"/>
              </a:buClr>
              <a:buSzPts val="1200"/>
              <a:buFont typeface="Staatliches"/>
              <a:buNone/>
              <a:defRPr sz="1200">
                <a:solidFill>
                  <a:srgbClr val="22385D"/>
                </a:solidFill>
                <a:latin typeface="Staatliches"/>
                <a:ea typeface="Staatliches"/>
                <a:cs typeface="Staatliches"/>
                <a:sym typeface="Staatliches"/>
              </a:defRPr>
            </a:lvl9pPr>
          </a:lstStyle>
          <a:p/>
        </p:txBody>
      </p:sp>
      <p:pic>
        <p:nvPicPr>
          <p:cNvPr id="2922" name="Google Shape;2922;p42"/>
          <p:cNvPicPr preferRelativeResize="0"/>
          <p:nvPr/>
        </p:nvPicPr>
        <p:blipFill>
          <a:blip r:embed="rId2">
            <a:alphaModFix/>
          </a:blip>
          <a:stretch>
            <a:fillRect/>
          </a:stretch>
        </p:blipFill>
        <p:spPr>
          <a:xfrm>
            <a:off x="178504" y="182880"/>
            <a:ext cx="731520" cy="26125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1.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3225" y="530352"/>
            <a:ext cx="7717500" cy="365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713225" y="1152475"/>
            <a:ext cx="7717500" cy="34470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1pPr>
            <a:lvl2pPr indent="-330200" lvl="1" marL="9144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2pPr>
            <a:lvl3pPr indent="-330200" lvl="2" marL="13716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3pPr>
            <a:lvl4pPr indent="-330200" lvl="3" marL="18288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4pPr>
            <a:lvl5pPr indent="-330200" lvl="4" marL="22860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5pPr>
            <a:lvl6pPr indent="-330200" lvl="5" marL="27432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6pPr>
            <a:lvl7pPr indent="-330200" lvl="6" marL="32004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7pPr>
            <a:lvl8pPr indent="-330200" lvl="7" marL="36576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8pPr>
            <a:lvl9pPr indent="-330200" lvl="8" marL="41148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6.png"/><Relationship Id="rId7" Type="http://schemas.openxmlformats.org/officeDocument/2006/relationships/image" Target="../media/image11.png"/><Relationship Id="rId8"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6" name="Shape 2926"/>
        <p:cNvGrpSpPr/>
        <p:nvPr/>
      </p:nvGrpSpPr>
      <p:grpSpPr>
        <a:xfrm>
          <a:off x="0" y="0"/>
          <a:ext cx="0" cy="0"/>
          <a:chOff x="0" y="0"/>
          <a:chExt cx="0" cy="0"/>
        </a:xfrm>
      </p:grpSpPr>
      <p:sp>
        <p:nvSpPr>
          <p:cNvPr id="2927" name="Google Shape;2927;p43"/>
          <p:cNvSpPr txBox="1"/>
          <p:nvPr>
            <p:ph idx="1" type="subTitle"/>
          </p:nvPr>
        </p:nvSpPr>
        <p:spPr>
          <a:xfrm>
            <a:off x="4304753" y="3981274"/>
            <a:ext cx="3442200" cy="5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Present by </a:t>
            </a:r>
            <a:r>
              <a:rPr b="1" lang="en"/>
              <a:t>Chi Nguyen</a:t>
            </a:r>
            <a:endParaRPr b="1"/>
          </a:p>
        </p:txBody>
      </p:sp>
      <p:sp>
        <p:nvSpPr>
          <p:cNvPr id="2928" name="Google Shape;2928;p43"/>
          <p:cNvSpPr txBox="1"/>
          <p:nvPr>
            <p:ph type="ctrTitle"/>
          </p:nvPr>
        </p:nvSpPr>
        <p:spPr>
          <a:xfrm>
            <a:off x="4304753" y="1706651"/>
            <a:ext cx="4114800" cy="13716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800"/>
              <a:t>Human - Computer</a:t>
            </a:r>
            <a:endParaRPr sz="3800"/>
          </a:p>
          <a:p>
            <a:pPr indent="0" lvl="0" marL="0" rtl="0" algn="l">
              <a:spcBef>
                <a:spcPts val="0"/>
              </a:spcBef>
              <a:spcAft>
                <a:spcPts val="0"/>
              </a:spcAft>
              <a:buNone/>
            </a:pPr>
            <a:r>
              <a:rPr lang="en" sz="3800"/>
              <a:t>Interaction</a:t>
            </a:r>
            <a:endParaRPr sz="3800"/>
          </a:p>
        </p:txBody>
      </p:sp>
      <p:sp>
        <p:nvSpPr>
          <p:cNvPr id="2929" name="Google Shape;2929;p43"/>
          <p:cNvSpPr/>
          <p:nvPr/>
        </p:nvSpPr>
        <p:spPr>
          <a:xfrm>
            <a:off x="1252001" y="3089798"/>
            <a:ext cx="190181" cy="91179"/>
          </a:xfrm>
          <a:custGeom>
            <a:rect b="b" l="l" r="r" t="t"/>
            <a:pathLst>
              <a:path extrusionOk="0" h="1352" w="2820">
                <a:moveTo>
                  <a:pt x="2681" y="0"/>
                </a:moveTo>
                <a:cubicBezTo>
                  <a:pt x="1393" y="0"/>
                  <a:pt x="17" y="1299"/>
                  <a:pt x="0" y="1312"/>
                </a:cubicBezTo>
                <a:lnTo>
                  <a:pt x="37" y="1352"/>
                </a:lnTo>
                <a:cubicBezTo>
                  <a:pt x="53" y="1339"/>
                  <a:pt x="1410" y="56"/>
                  <a:pt x="2673" y="56"/>
                </a:cubicBezTo>
                <a:cubicBezTo>
                  <a:pt x="2719" y="56"/>
                  <a:pt x="2767" y="59"/>
                  <a:pt x="2813" y="63"/>
                </a:cubicBezTo>
                <a:lnTo>
                  <a:pt x="2820" y="6"/>
                </a:lnTo>
                <a:cubicBezTo>
                  <a:pt x="2774" y="2"/>
                  <a:pt x="2727" y="0"/>
                  <a:pt x="26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30" name="Google Shape;2930;p43"/>
          <p:cNvPicPr preferRelativeResize="0"/>
          <p:nvPr/>
        </p:nvPicPr>
        <p:blipFill>
          <a:blip r:embed="rId3">
            <a:alphaModFix/>
          </a:blip>
          <a:stretch>
            <a:fillRect/>
          </a:stretch>
        </p:blipFill>
        <p:spPr>
          <a:xfrm>
            <a:off x="-131476" y="985750"/>
            <a:ext cx="4373200" cy="3279907"/>
          </a:xfrm>
          <a:prstGeom prst="rect">
            <a:avLst/>
          </a:prstGeom>
          <a:noFill/>
          <a:ln>
            <a:noFill/>
          </a:ln>
        </p:spPr>
      </p:pic>
      <p:pic>
        <p:nvPicPr>
          <p:cNvPr id="2931" name="Google Shape;2931;p43"/>
          <p:cNvPicPr preferRelativeResize="0"/>
          <p:nvPr/>
        </p:nvPicPr>
        <p:blipFill rotWithShape="1">
          <a:blip r:embed="rId4">
            <a:alphaModFix/>
          </a:blip>
          <a:srcRect b="30194" l="16780" r="16793" t="30186"/>
          <a:stretch/>
        </p:blipFill>
        <p:spPr>
          <a:xfrm>
            <a:off x="4357300" y="362300"/>
            <a:ext cx="1279626" cy="7632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6" name="Shape 2936"/>
        <p:cNvGrpSpPr/>
        <p:nvPr/>
      </p:nvGrpSpPr>
      <p:grpSpPr>
        <a:xfrm>
          <a:off x="0" y="0"/>
          <a:ext cx="0" cy="0"/>
          <a:chOff x="0" y="0"/>
          <a:chExt cx="0" cy="0"/>
        </a:xfrm>
      </p:grpSpPr>
      <p:sp>
        <p:nvSpPr>
          <p:cNvPr id="2937" name="Google Shape;2937;p44"/>
          <p:cNvSpPr txBox="1"/>
          <p:nvPr>
            <p:ph type="title"/>
          </p:nvPr>
        </p:nvSpPr>
        <p:spPr>
          <a:xfrm>
            <a:off x="2514600" y="774453"/>
            <a:ext cx="41148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CONTENTS</a:t>
            </a:r>
            <a:endParaRPr/>
          </a:p>
        </p:txBody>
      </p:sp>
      <p:sp>
        <p:nvSpPr>
          <p:cNvPr id="2938" name="Google Shape;2938;p44"/>
          <p:cNvSpPr txBox="1"/>
          <p:nvPr>
            <p:ph idx="1" type="subTitle"/>
          </p:nvPr>
        </p:nvSpPr>
        <p:spPr>
          <a:xfrm>
            <a:off x="2871375" y="1496225"/>
            <a:ext cx="3758100" cy="3060900"/>
          </a:xfrm>
          <a:prstGeom prst="rect">
            <a:avLst/>
          </a:prstGeom>
        </p:spPr>
        <p:txBody>
          <a:bodyPr anchorCtr="0" anchor="ctr" bIns="91425" lIns="91425" spcFirstLastPara="1" rIns="91425" wrap="square" tIns="91425">
            <a:noAutofit/>
          </a:bodyPr>
          <a:lstStyle/>
          <a:p>
            <a:pPr indent="-195834" lvl="0" marL="192024" marR="0" rtl="0" algn="l">
              <a:lnSpc>
                <a:spcPct val="150000"/>
              </a:lnSpc>
              <a:spcBef>
                <a:spcPts val="0"/>
              </a:spcBef>
              <a:spcAft>
                <a:spcPts val="0"/>
              </a:spcAft>
              <a:buClr>
                <a:srgbClr val="49476E"/>
              </a:buClr>
              <a:buSzPts val="1500"/>
              <a:buAutoNum type="arabicPeriod"/>
            </a:pPr>
            <a:r>
              <a:rPr b="1" lang="en" sz="1500">
                <a:solidFill>
                  <a:srgbClr val="49476E"/>
                </a:solidFill>
              </a:rPr>
              <a:t>Introduction</a:t>
            </a:r>
            <a:endParaRPr b="1" sz="1500">
              <a:solidFill>
                <a:srgbClr val="49476E"/>
              </a:solidFill>
            </a:endParaRPr>
          </a:p>
          <a:p>
            <a:pPr indent="-140970" lvl="1" marL="457200" marR="0" rtl="0" algn="l">
              <a:lnSpc>
                <a:spcPct val="150000"/>
              </a:lnSpc>
              <a:spcBef>
                <a:spcPts val="0"/>
              </a:spcBef>
              <a:spcAft>
                <a:spcPts val="0"/>
              </a:spcAft>
              <a:buClr>
                <a:srgbClr val="49476E"/>
              </a:buClr>
              <a:buSzPts val="1500"/>
              <a:buChar char="○"/>
            </a:pPr>
            <a:r>
              <a:rPr lang="en" sz="1500">
                <a:solidFill>
                  <a:srgbClr val="49476E"/>
                </a:solidFill>
              </a:rPr>
              <a:t>What is HCI</a:t>
            </a:r>
            <a:endParaRPr sz="1500">
              <a:solidFill>
                <a:srgbClr val="49476E"/>
              </a:solidFill>
            </a:endParaRPr>
          </a:p>
          <a:p>
            <a:pPr indent="-140970" lvl="1" marL="457200" marR="0" rtl="0" algn="l">
              <a:lnSpc>
                <a:spcPct val="150000"/>
              </a:lnSpc>
              <a:spcBef>
                <a:spcPts val="0"/>
              </a:spcBef>
              <a:spcAft>
                <a:spcPts val="0"/>
              </a:spcAft>
              <a:buClr>
                <a:srgbClr val="49476E"/>
              </a:buClr>
              <a:buSzPts val="1500"/>
              <a:buChar char="○"/>
            </a:pPr>
            <a:r>
              <a:rPr lang="en" sz="1500">
                <a:solidFill>
                  <a:srgbClr val="49476E"/>
                </a:solidFill>
              </a:rPr>
              <a:t>Roots &amp; Branches</a:t>
            </a:r>
            <a:endParaRPr sz="1500">
              <a:solidFill>
                <a:srgbClr val="49476E"/>
              </a:solidFill>
            </a:endParaRPr>
          </a:p>
          <a:p>
            <a:pPr indent="-140970" lvl="1" marL="457200" marR="0" rtl="0" algn="l">
              <a:lnSpc>
                <a:spcPct val="150000"/>
              </a:lnSpc>
              <a:spcBef>
                <a:spcPts val="0"/>
              </a:spcBef>
              <a:spcAft>
                <a:spcPts val="0"/>
              </a:spcAft>
              <a:buClr>
                <a:srgbClr val="49476E"/>
              </a:buClr>
              <a:buSzPts val="1500"/>
              <a:buChar char="○"/>
            </a:pPr>
            <a:r>
              <a:rPr lang="en" sz="1500">
                <a:solidFill>
                  <a:srgbClr val="49476E"/>
                </a:solidFill>
              </a:rPr>
              <a:t>The multidisciplinary field of HCI</a:t>
            </a:r>
            <a:endParaRPr sz="1500">
              <a:solidFill>
                <a:srgbClr val="49476E"/>
              </a:solidFill>
            </a:endParaRPr>
          </a:p>
          <a:p>
            <a:pPr indent="-195834" lvl="0" marL="192024" marR="0" rtl="0" algn="l">
              <a:lnSpc>
                <a:spcPct val="150000"/>
              </a:lnSpc>
              <a:spcBef>
                <a:spcPts val="0"/>
              </a:spcBef>
              <a:spcAft>
                <a:spcPts val="0"/>
              </a:spcAft>
              <a:buClr>
                <a:srgbClr val="49476E"/>
              </a:buClr>
              <a:buSzPts val="1500"/>
              <a:buAutoNum type="arabicPeriod"/>
            </a:pPr>
            <a:r>
              <a:rPr b="1" lang="en" sz="1500">
                <a:solidFill>
                  <a:srgbClr val="49476E"/>
                </a:solidFill>
              </a:rPr>
              <a:t>HCI - evolution of UX design</a:t>
            </a:r>
            <a:endParaRPr b="1" sz="1500">
              <a:solidFill>
                <a:srgbClr val="49476E"/>
              </a:solidFill>
            </a:endParaRPr>
          </a:p>
          <a:p>
            <a:pPr indent="-195834" lvl="0" marL="192024" marR="0" rtl="0" algn="l">
              <a:lnSpc>
                <a:spcPct val="150000"/>
              </a:lnSpc>
              <a:spcBef>
                <a:spcPts val="0"/>
              </a:spcBef>
              <a:spcAft>
                <a:spcPts val="0"/>
              </a:spcAft>
              <a:buClr>
                <a:srgbClr val="49476E"/>
              </a:buClr>
              <a:buSzPts val="1500"/>
              <a:buAutoNum type="arabicPeriod"/>
            </a:pPr>
            <a:r>
              <a:rPr b="1" lang="en" sz="1500">
                <a:solidFill>
                  <a:srgbClr val="49476E"/>
                </a:solidFill>
              </a:rPr>
              <a:t>Why HCI is important?</a:t>
            </a:r>
            <a:endParaRPr b="1" sz="1500">
              <a:solidFill>
                <a:srgbClr val="49476E"/>
              </a:solidFill>
            </a:endParaRPr>
          </a:p>
          <a:p>
            <a:pPr indent="-195834" lvl="0" marL="192024" marR="0" rtl="0" algn="l">
              <a:lnSpc>
                <a:spcPct val="150000"/>
              </a:lnSpc>
              <a:spcBef>
                <a:spcPts val="0"/>
              </a:spcBef>
              <a:spcAft>
                <a:spcPts val="0"/>
              </a:spcAft>
              <a:buClr>
                <a:srgbClr val="49476E"/>
              </a:buClr>
              <a:buSzPts val="1500"/>
              <a:buAutoNum type="arabicPeriod"/>
            </a:pPr>
            <a:r>
              <a:rPr b="1" lang="en" sz="1500">
                <a:solidFill>
                  <a:srgbClr val="49476E"/>
                </a:solidFill>
              </a:rPr>
              <a:t>The career related to HCI</a:t>
            </a:r>
            <a:endParaRPr b="1" sz="1500">
              <a:solidFill>
                <a:srgbClr val="49476E"/>
              </a:solidFill>
            </a:endParaRPr>
          </a:p>
          <a:p>
            <a:pPr indent="-195834" lvl="0" marL="192024" marR="0" rtl="0" algn="l">
              <a:lnSpc>
                <a:spcPct val="150000"/>
              </a:lnSpc>
              <a:spcBef>
                <a:spcPts val="0"/>
              </a:spcBef>
              <a:spcAft>
                <a:spcPts val="0"/>
              </a:spcAft>
              <a:buClr>
                <a:srgbClr val="49476E"/>
              </a:buClr>
              <a:buSzPts val="1500"/>
              <a:buAutoNum type="arabicPeriod"/>
            </a:pPr>
            <a:r>
              <a:rPr b="1" lang="en" sz="1500">
                <a:solidFill>
                  <a:srgbClr val="49476E"/>
                </a:solidFill>
              </a:rPr>
              <a:t>Project’s process</a:t>
            </a:r>
            <a:endParaRPr b="1" sz="1500">
              <a:solidFill>
                <a:srgbClr val="49476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3" name="Shape 2943"/>
        <p:cNvGrpSpPr/>
        <p:nvPr/>
      </p:nvGrpSpPr>
      <p:grpSpPr>
        <a:xfrm>
          <a:off x="0" y="0"/>
          <a:ext cx="0" cy="0"/>
          <a:chOff x="0" y="0"/>
          <a:chExt cx="0" cy="0"/>
        </a:xfrm>
      </p:grpSpPr>
      <p:sp>
        <p:nvSpPr>
          <p:cNvPr id="2944" name="Google Shape;2944;p45"/>
          <p:cNvSpPr txBox="1"/>
          <p:nvPr>
            <p:ph idx="1" type="body"/>
          </p:nvPr>
        </p:nvSpPr>
        <p:spPr>
          <a:xfrm>
            <a:off x="1492775" y="1040100"/>
            <a:ext cx="6937800" cy="3559500"/>
          </a:xfrm>
          <a:prstGeom prst="rect">
            <a:avLst/>
          </a:prstGeom>
        </p:spPr>
        <p:txBody>
          <a:bodyPr anchorCtr="0" anchor="ctr" bIns="91425" lIns="91425" spcFirstLastPara="1" rIns="91425" wrap="square" tIns="91425">
            <a:noAutofit/>
          </a:bodyPr>
          <a:lstStyle/>
          <a:p>
            <a:pPr indent="-355600" lvl="0" marL="457200" rtl="0" algn="l">
              <a:lnSpc>
                <a:spcPct val="150000"/>
              </a:lnSpc>
              <a:spcBef>
                <a:spcPts val="0"/>
              </a:spcBef>
              <a:spcAft>
                <a:spcPts val="0"/>
              </a:spcAft>
              <a:buSzPts val="2000"/>
              <a:buChar char="●"/>
            </a:pPr>
            <a:r>
              <a:rPr b="1" lang="en" sz="1600"/>
              <a:t>An academic discipline</a:t>
            </a:r>
            <a:br>
              <a:rPr lang="en" sz="1600"/>
            </a:br>
            <a:r>
              <a:rPr lang="en" sz="1600"/>
              <a:t>Studying people interacting with (computer) technology</a:t>
            </a:r>
            <a:endParaRPr sz="1600"/>
          </a:p>
          <a:p>
            <a:pPr indent="-355600" lvl="0" marL="457200" rtl="0" algn="l">
              <a:lnSpc>
                <a:spcPct val="150000"/>
              </a:lnSpc>
              <a:spcBef>
                <a:spcPts val="0"/>
              </a:spcBef>
              <a:spcAft>
                <a:spcPts val="0"/>
              </a:spcAft>
              <a:buSzPts val="2000"/>
              <a:buChar char="●"/>
            </a:pPr>
            <a:r>
              <a:rPr b="1" lang="en" sz="1600"/>
              <a:t>A design discipline</a:t>
            </a:r>
            <a:br>
              <a:rPr lang="en" sz="1600"/>
            </a:br>
            <a:r>
              <a:rPr lang="en" sz="1600"/>
              <a:t>Designing interventions for systems involving people &amp; technology</a:t>
            </a:r>
            <a:endParaRPr sz="1600"/>
          </a:p>
        </p:txBody>
      </p:sp>
      <p:sp>
        <p:nvSpPr>
          <p:cNvPr id="2945" name="Google Shape;2945;p45"/>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 IS HCI?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0" name="Shape 2950"/>
        <p:cNvGrpSpPr/>
        <p:nvPr/>
      </p:nvGrpSpPr>
      <p:grpSpPr>
        <a:xfrm>
          <a:off x="0" y="0"/>
          <a:ext cx="0" cy="0"/>
          <a:chOff x="0" y="0"/>
          <a:chExt cx="0" cy="0"/>
        </a:xfrm>
      </p:grpSpPr>
      <p:pic>
        <p:nvPicPr>
          <p:cNvPr id="2951" name="Google Shape;2951;p46"/>
          <p:cNvPicPr preferRelativeResize="0"/>
          <p:nvPr/>
        </p:nvPicPr>
        <p:blipFill>
          <a:blip r:embed="rId3">
            <a:alphaModFix/>
          </a:blip>
          <a:stretch>
            <a:fillRect/>
          </a:stretch>
        </p:blipFill>
        <p:spPr>
          <a:xfrm>
            <a:off x="873125" y="544100"/>
            <a:ext cx="7209398" cy="4055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6" name="Shape 2956"/>
        <p:cNvGrpSpPr/>
        <p:nvPr/>
      </p:nvGrpSpPr>
      <p:grpSpPr>
        <a:xfrm>
          <a:off x="0" y="0"/>
          <a:ext cx="0" cy="0"/>
          <a:chOff x="0" y="0"/>
          <a:chExt cx="0" cy="0"/>
        </a:xfrm>
      </p:grpSpPr>
      <p:sp>
        <p:nvSpPr>
          <p:cNvPr id="2957" name="Google Shape;2957;p47"/>
          <p:cNvSpPr txBox="1"/>
          <p:nvPr/>
        </p:nvSpPr>
        <p:spPr>
          <a:xfrm>
            <a:off x="1146250" y="1450325"/>
            <a:ext cx="1451100" cy="3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COMPUTING</a:t>
            </a:r>
            <a:endParaRPr sz="1600">
              <a:latin typeface="Abel"/>
              <a:ea typeface="Abel"/>
              <a:cs typeface="Abel"/>
              <a:sym typeface="Abel"/>
            </a:endParaRPr>
          </a:p>
        </p:txBody>
      </p:sp>
      <p:grpSp>
        <p:nvGrpSpPr>
          <p:cNvPr id="2958" name="Google Shape;2958;p47"/>
          <p:cNvGrpSpPr/>
          <p:nvPr/>
        </p:nvGrpSpPr>
        <p:grpSpPr>
          <a:xfrm>
            <a:off x="4088441" y="2209586"/>
            <a:ext cx="967111" cy="967179"/>
            <a:chOff x="1528850" y="1999450"/>
            <a:chExt cx="1066275" cy="1066350"/>
          </a:xfrm>
        </p:grpSpPr>
        <p:sp>
          <p:nvSpPr>
            <p:cNvPr id="2959" name="Google Shape;2959;p47"/>
            <p:cNvSpPr/>
            <p:nvPr/>
          </p:nvSpPr>
          <p:spPr>
            <a:xfrm>
              <a:off x="1528925" y="1999450"/>
              <a:ext cx="1066200" cy="1066200"/>
            </a:xfrm>
            <a:prstGeom prst="ellipse">
              <a:avLst/>
            </a:prstGeom>
            <a:solidFill>
              <a:srgbClr val="2F293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a:ea typeface="Roboto Condensed"/>
                <a:cs typeface="Roboto Condensed"/>
                <a:sym typeface="Roboto Condensed"/>
              </a:endParaRPr>
            </a:p>
          </p:txBody>
        </p:sp>
        <p:sp>
          <p:nvSpPr>
            <p:cNvPr id="2960" name="Google Shape;2960;p47"/>
            <p:cNvSpPr txBox="1"/>
            <p:nvPr/>
          </p:nvSpPr>
          <p:spPr>
            <a:xfrm>
              <a:off x="1528850" y="1999600"/>
              <a:ext cx="1066200" cy="106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rgbClr val="FFFFFF"/>
                  </a:solidFill>
                  <a:latin typeface="Abel"/>
                  <a:ea typeface="Abel"/>
                  <a:cs typeface="Abel"/>
                  <a:sym typeface="Abel"/>
                </a:rPr>
                <a:t>HCI</a:t>
              </a:r>
              <a:endParaRPr i="1" sz="1300">
                <a:solidFill>
                  <a:srgbClr val="FFFFFF"/>
                </a:solidFill>
                <a:latin typeface="Abel"/>
                <a:ea typeface="Abel"/>
                <a:cs typeface="Abel"/>
                <a:sym typeface="Abel"/>
              </a:endParaRPr>
            </a:p>
          </p:txBody>
        </p:sp>
      </p:grpSp>
      <p:sp>
        <p:nvSpPr>
          <p:cNvPr id="2961" name="Google Shape;2961;p47"/>
          <p:cNvSpPr txBox="1"/>
          <p:nvPr/>
        </p:nvSpPr>
        <p:spPr>
          <a:xfrm>
            <a:off x="1146250" y="1949800"/>
            <a:ext cx="1451100" cy="3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PSYCHOLOGY</a:t>
            </a:r>
            <a:endParaRPr sz="1600">
              <a:latin typeface="Abel"/>
              <a:ea typeface="Abel"/>
              <a:cs typeface="Abel"/>
              <a:sym typeface="Abel"/>
            </a:endParaRPr>
          </a:p>
        </p:txBody>
      </p:sp>
      <p:sp>
        <p:nvSpPr>
          <p:cNvPr id="2962" name="Google Shape;2962;p47"/>
          <p:cNvSpPr txBox="1"/>
          <p:nvPr/>
        </p:nvSpPr>
        <p:spPr>
          <a:xfrm>
            <a:off x="1146250" y="2449275"/>
            <a:ext cx="1451100" cy="3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SOCIOLOGY</a:t>
            </a:r>
            <a:endParaRPr sz="1600">
              <a:latin typeface="Abel"/>
              <a:ea typeface="Abel"/>
              <a:cs typeface="Abel"/>
              <a:sym typeface="Abel"/>
            </a:endParaRPr>
          </a:p>
        </p:txBody>
      </p:sp>
      <p:sp>
        <p:nvSpPr>
          <p:cNvPr id="2963" name="Google Shape;2963;p47"/>
          <p:cNvSpPr txBox="1"/>
          <p:nvPr/>
        </p:nvSpPr>
        <p:spPr>
          <a:xfrm>
            <a:off x="1146250" y="2948750"/>
            <a:ext cx="1451100" cy="63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BUSINESS &amp; MANAGEMENT</a:t>
            </a:r>
            <a:endParaRPr sz="1600">
              <a:latin typeface="Abel"/>
              <a:ea typeface="Abel"/>
              <a:cs typeface="Abel"/>
              <a:sym typeface="Abel"/>
            </a:endParaRPr>
          </a:p>
        </p:txBody>
      </p:sp>
      <p:sp>
        <p:nvSpPr>
          <p:cNvPr id="2964" name="Google Shape;2964;p47"/>
          <p:cNvSpPr txBox="1"/>
          <p:nvPr/>
        </p:nvSpPr>
        <p:spPr>
          <a:xfrm>
            <a:off x="1146250" y="3774975"/>
            <a:ext cx="1451100" cy="3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etc...</a:t>
            </a:r>
            <a:endParaRPr sz="1600">
              <a:latin typeface="Abel"/>
              <a:ea typeface="Abel"/>
              <a:cs typeface="Abel"/>
              <a:sym typeface="Abel"/>
            </a:endParaRPr>
          </a:p>
        </p:txBody>
      </p:sp>
      <p:sp>
        <p:nvSpPr>
          <p:cNvPr id="2965" name="Google Shape;2965;p47"/>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MANY ROOTS</a:t>
            </a:r>
            <a:endParaRPr/>
          </a:p>
        </p:txBody>
      </p:sp>
      <p:cxnSp>
        <p:nvCxnSpPr>
          <p:cNvPr id="2966" name="Google Shape;2966;p47"/>
          <p:cNvCxnSpPr>
            <a:stCxn id="2957" idx="3"/>
            <a:endCxn id="2960" idx="1"/>
          </p:cNvCxnSpPr>
          <p:nvPr/>
        </p:nvCxnSpPr>
        <p:spPr>
          <a:xfrm>
            <a:off x="2597350" y="1648025"/>
            <a:ext cx="1491000" cy="1045200"/>
          </a:xfrm>
          <a:prstGeom prst="straightConnector1">
            <a:avLst/>
          </a:prstGeom>
          <a:noFill/>
          <a:ln cap="flat" cmpd="sng" w="19050">
            <a:solidFill>
              <a:schemeClr val="dk1"/>
            </a:solidFill>
            <a:prstDash val="solid"/>
            <a:round/>
            <a:headEnd len="med" w="med" type="none"/>
            <a:tailEnd len="med" w="med" type="triangle"/>
          </a:ln>
        </p:spPr>
      </p:cxnSp>
      <p:cxnSp>
        <p:nvCxnSpPr>
          <p:cNvPr id="2967" name="Google Shape;2967;p47"/>
          <p:cNvCxnSpPr>
            <a:stCxn id="2961" idx="3"/>
            <a:endCxn id="2960" idx="1"/>
          </p:cNvCxnSpPr>
          <p:nvPr/>
        </p:nvCxnSpPr>
        <p:spPr>
          <a:xfrm>
            <a:off x="2597350" y="2147500"/>
            <a:ext cx="1491000" cy="545700"/>
          </a:xfrm>
          <a:prstGeom prst="straightConnector1">
            <a:avLst/>
          </a:prstGeom>
          <a:noFill/>
          <a:ln cap="flat" cmpd="sng" w="19050">
            <a:solidFill>
              <a:schemeClr val="dk1"/>
            </a:solidFill>
            <a:prstDash val="solid"/>
            <a:round/>
            <a:headEnd len="med" w="med" type="none"/>
            <a:tailEnd len="med" w="med" type="triangle"/>
          </a:ln>
        </p:spPr>
      </p:cxnSp>
      <p:cxnSp>
        <p:nvCxnSpPr>
          <p:cNvPr id="2968" name="Google Shape;2968;p47"/>
          <p:cNvCxnSpPr>
            <a:stCxn id="2962" idx="3"/>
            <a:endCxn id="2960" idx="1"/>
          </p:cNvCxnSpPr>
          <p:nvPr/>
        </p:nvCxnSpPr>
        <p:spPr>
          <a:xfrm>
            <a:off x="2597350" y="2646975"/>
            <a:ext cx="1491000" cy="46200"/>
          </a:xfrm>
          <a:prstGeom prst="straightConnector1">
            <a:avLst/>
          </a:prstGeom>
          <a:noFill/>
          <a:ln cap="flat" cmpd="sng" w="19050">
            <a:solidFill>
              <a:schemeClr val="dk1"/>
            </a:solidFill>
            <a:prstDash val="solid"/>
            <a:round/>
            <a:headEnd len="med" w="med" type="none"/>
            <a:tailEnd len="med" w="med" type="triangle"/>
          </a:ln>
        </p:spPr>
      </p:cxnSp>
      <p:cxnSp>
        <p:nvCxnSpPr>
          <p:cNvPr id="2969" name="Google Shape;2969;p47"/>
          <p:cNvCxnSpPr>
            <a:endCxn id="2960" idx="1"/>
          </p:cNvCxnSpPr>
          <p:nvPr/>
        </p:nvCxnSpPr>
        <p:spPr>
          <a:xfrm flipH="1" rot="10800000">
            <a:off x="2597441" y="2693244"/>
            <a:ext cx="1491000" cy="453300"/>
          </a:xfrm>
          <a:prstGeom prst="straightConnector1">
            <a:avLst/>
          </a:prstGeom>
          <a:noFill/>
          <a:ln cap="flat" cmpd="sng" w="19050">
            <a:solidFill>
              <a:schemeClr val="dk1"/>
            </a:solidFill>
            <a:prstDash val="solid"/>
            <a:round/>
            <a:headEnd len="med" w="med" type="none"/>
            <a:tailEnd len="med" w="med" type="triangle"/>
          </a:ln>
        </p:spPr>
      </p:cxnSp>
      <p:cxnSp>
        <p:nvCxnSpPr>
          <p:cNvPr id="2970" name="Google Shape;2970;p47"/>
          <p:cNvCxnSpPr>
            <a:endCxn id="2960" idx="1"/>
          </p:cNvCxnSpPr>
          <p:nvPr/>
        </p:nvCxnSpPr>
        <p:spPr>
          <a:xfrm flipH="1" rot="10800000">
            <a:off x="2597441" y="2693244"/>
            <a:ext cx="1491000" cy="12795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5" name="Shape 2975"/>
        <p:cNvGrpSpPr/>
        <p:nvPr/>
      </p:nvGrpSpPr>
      <p:grpSpPr>
        <a:xfrm>
          <a:off x="0" y="0"/>
          <a:ext cx="0" cy="0"/>
          <a:chOff x="0" y="0"/>
          <a:chExt cx="0" cy="0"/>
        </a:xfrm>
      </p:grpSpPr>
      <p:sp>
        <p:nvSpPr>
          <p:cNvPr id="2976" name="Google Shape;2976;p48"/>
          <p:cNvSpPr txBox="1"/>
          <p:nvPr/>
        </p:nvSpPr>
        <p:spPr>
          <a:xfrm>
            <a:off x="6230025" y="1561250"/>
            <a:ext cx="1451100" cy="3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VISUALISATION</a:t>
            </a:r>
            <a:endParaRPr sz="1600">
              <a:latin typeface="Abel"/>
              <a:ea typeface="Abel"/>
              <a:cs typeface="Abel"/>
              <a:sym typeface="Abel"/>
            </a:endParaRPr>
          </a:p>
        </p:txBody>
      </p:sp>
      <p:sp>
        <p:nvSpPr>
          <p:cNvPr id="2977" name="Google Shape;2977;p48"/>
          <p:cNvSpPr txBox="1"/>
          <p:nvPr/>
        </p:nvSpPr>
        <p:spPr>
          <a:xfrm>
            <a:off x="6230025" y="2060725"/>
            <a:ext cx="2205000" cy="96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CSCW</a:t>
            </a:r>
            <a:endParaRPr sz="1600">
              <a:latin typeface="Abel"/>
              <a:ea typeface="Abel"/>
              <a:cs typeface="Abel"/>
              <a:sym typeface="Abel"/>
            </a:endParaRPr>
          </a:p>
          <a:p>
            <a:pPr indent="0" lvl="0" marL="0" rtl="0" algn="l">
              <a:lnSpc>
                <a:spcPct val="115000"/>
              </a:lnSpc>
              <a:spcBef>
                <a:spcPts val="0"/>
              </a:spcBef>
              <a:spcAft>
                <a:spcPts val="0"/>
              </a:spcAft>
              <a:buNone/>
            </a:pPr>
            <a:r>
              <a:rPr lang="en" sz="1600">
                <a:latin typeface="Abel"/>
                <a:ea typeface="Abel"/>
                <a:cs typeface="Abel"/>
                <a:sym typeface="Abel"/>
              </a:rPr>
              <a:t>COMPUTER SUPPORTED COOPERATIVE WORK</a:t>
            </a:r>
            <a:endParaRPr sz="1600">
              <a:latin typeface="Abel"/>
              <a:ea typeface="Abel"/>
              <a:cs typeface="Abel"/>
              <a:sym typeface="Abel"/>
            </a:endParaRPr>
          </a:p>
        </p:txBody>
      </p:sp>
      <p:sp>
        <p:nvSpPr>
          <p:cNvPr id="2978" name="Google Shape;2978;p48"/>
          <p:cNvSpPr txBox="1"/>
          <p:nvPr/>
        </p:nvSpPr>
        <p:spPr>
          <a:xfrm>
            <a:off x="6230025" y="3059675"/>
            <a:ext cx="2205000" cy="3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UBIQUITIOUS COMPUTING</a:t>
            </a:r>
            <a:endParaRPr sz="1600">
              <a:latin typeface="Abel"/>
              <a:ea typeface="Abel"/>
              <a:cs typeface="Abel"/>
              <a:sym typeface="Abel"/>
            </a:endParaRPr>
          </a:p>
        </p:txBody>
      </p:sp>
      <p:sp>
        <p:nvSpPr>
          <p:cNvPr id="2979" name="Google Shape;2979;p48"/>
          <p:cNvSpPr txBox="1"/>
          <p:nvPr/>
        </p:nvSpPr>
        <p:spPr>
          <a:xfrm>
            <a:off x="6230025" y="3627025"/>
            <a:ext cx="2205000" cy="3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E-LEARNING</a:t>
            </a:r>
            <a:endParaRPr sz="1600">
              <a:latin typeface="Abel"/>
              <a:ea typeface="Abel"/>
              <a:cs typeface="Abel"/>
              <a:sym typeface="Abel"/>
            </a:endParaRPr>
          </a:p>
        </p:txBody>
      </p:sp>
      <p:sp>
        <p:nvSpPr>
          <p:cNvPr id="2980" name="Google Shape;2980;p48"/>
          <p:cNvSpPr txBox="1"/>
          <p:nvPr/>
        </p:nvSpPr>
        <p:spPr>
          <a:xfrm>
            <a:off x="6230025" y="4211025"/>
            <a:ext cx="2205000" cy="3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bel"/>
                <a:ea typeface="Abel"/>
                <a:cs typeface="Abel"/>
                <a:sym typeface="Abel"/>
              </a:rPr>
              <a:t>etc...</a:t>
            </a:r>
            <a:endParaRPr sz="1600">
              <a:latin typeface="Abel"/>
              <a:ea typeface="Abel"/>
              <a:cs typeface="Abel"/>
              <a:sym typeface="Abel"/>
            </a:endParaRPr>
          </a:p>
        </p:txBody>
      </p:sp>
      <p:grpSp>
        <p:nvGrpSpPr>
          <p:cNvPr id="2981" name="Google Shape;2981;p48"/>
          <p:cNvGrpSpPr/>
          <p:nvPr/>
        </p:nvGrpSpPr>
        <p:grpSpPr>
          <a:xfrm>
            <a:off x="3618241" y="2361986"/>
            <a:ext cx="967111" cy="967179"/>
            <a:chOff x="1528850" y="1999450"/>
            <a:chExt cx="1066275" cy="1066350"/>
          </a:xfrm>
        </p:grpSpPr>
        <p:sp>
          <p:nvSpPr>
            <p:cNvPr id="2982" name="Google Shape;2982;p48"/>
            <p:cNvSpPr/>
            <p:nvPr/>
          </p:nvSpPr>
          <p:spPr>
            <a:xfrm>
              <a:off x="1528925" y="1999450"/>
              <a:ext cx="1066200" cy="1066200"/>
            </a:xfrm>
            <a:prstGeom prst="ellipse">
              <a:avLst/>
            </a:prstGeom>
            <a:solidFill>
              <a:srgbClr val="2F293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a:ea typeface="Roboto Condensed"/>
                <a:cs typeface="Roboto Condensed"/>
                <a:sym typeface="Roboto Condensed"/>
              </a:endParaRPr>
            </a:p>
          </p:txBody>
        </p:sp>
        <p:sp>
          <p:nvSpPr>
            <p:cNvPr id="2983" name="Google Shape;2983;p48"/>
            <p:cNvSpPr txBox="1"/>
            <p:nvPr/>
          </p:nvSpPr>
          <p:spPr>
            <a:xfrm>
              <a:off x="1528850" y="1999600"/>
              <a:ext cx="1066200" cy="106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rgbClr val="FFFFFF"/>
                  </a:solidFill>
                  <a:latin typeface="Abel"/>
                  <a:ea typeface="Abel"/>
                  <a:cs typeface="Abel"/>
                  <a:sym typeface="Abel"/>
                </a:rPr>
                <a:t>HCI</a:t>
              </a:r>
              <a:endParaRPr i="1" sz="1300">
                <a:solidFill>
                  <a:srgbClr val="FFFFFF"/>
                </a:solidFill>
                <a:latin typeface="Abel"/>
                <a:ea typeface="Abel"/>
                <a:cs typeface="Abel"/>
                <a:sym typeface="Abel"/>
              </a:endParaRPr>
            </a:p>
          </p:txBody>
        </p:sp>
      </p:grpSp>
      <p:sp>
        <p:nvSpPr>
          <p:cNvPr id="2984" name="Google Shape;2984;p48"/>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MANY BRANCES</a:t>
            </a:r>
            <a:endParaRPr/>
          </a:p>
        </p:txBody>
      </p:sp>
      <p:cxnSp>
        <p:nvCxnSpPr>
          <p:cNvPr id="2985" name="Google Shape;2985;p48"/>
          <p:cNvCxnSpPr>
            <a:endCxn id="2976" idx="1"/>
          </p:cNvCxnSpPr>
          <p:nvPr/>
        </p:nvCxnSpPr>
        <p:spPr>
          <a:xfrm flipH="1" rot="10800000">
            <a:off x="4585425" y="1758950"/>
            <a:ext cx="1644600" cy="1086600"/>
          </a:xfrm>
          <a:prstGeom prst="straightConnector1">
            <a:avLst/>
          </a:prstGeom>
          <a:noFill/>
          <a:ln cap="flat" cmpd="sng" w="19050">
            <a:solidFill>
              <a:schemeClr val="dk1"/>
            </a:solidFill>
            <a:prstDash val="solid"/>
            <a:round/>
            <a:headEnd len="med" w="med" type="none"/>
            <a:tailEnd len="med" w="med" type="triangle"/>
          </a:ln>
        </p:spPr>
      </p:cxnSp>
      <p:cxnSp>
        <p:nvCxnSpPr>
          <p:cNvPr id="2986" name="Google Shape;2986;p48"/>
          <p:cNvCxnSpPr>
            <a:stCxn id="2983" idx="3"/>
            <a:endCxn id="2977" idx="1"/>
          </p:cNvCxnSpPr>
          <p:nvPr/>
        </p:nvCxnSpPr>
        <p:spPr>
          <a:xfrm flipH="1" rot="10800000">
            <a:off x="4585285" y="2544444"/>
            <a:ext cx="1644600" cy="301200"/>
          </a:xfrm>
          <a:prstGeom prst="straightConnector1">
            <a:avLst/>
          </a:prstGeom>
          <a:noFill/>
          <a:ln cap="flat" cmpd="sng" w="19050">
            <a:solidFill>
              <a:schemeClr val="dk1"/>
            </a:solidFill>
            <a:prstDash val="solid"/>
            <a:round/>
            <a:headEnd len="med" w="med" type="none"/>
            <a:tailEnd len="med" w="med" type="triangle"/>
          </a:ln>
        </p:spPr>
      </p:cxnSp>
      <p:cxnSp>
        <p:nvCxnSpPr>
          <p:cNvPr id="2987" name="Google Shape;2987;p48"/>
          <p:cNvCxnSpPr>
            <a:stCxn id="2983" idx="3"/>
            <a:endCxn id="2978" idx="1"/>
          </p:cNvCxnSpPr>
          <p:nvPr/>
        </p:nvCxnSpPr>
        <p:spPr>
          <a:xfrm>
            <a:off x="4585285" y="2845644"/>
            <a:ext cx="1644600" cy="411600"/>
          </a:xfrm>
          <a:prstGeom prst="straightConnector1">
            <a:avLst/>
          </a:prstGeom>
          <a:noFill/>
          <a:ln cap="flat" cmpd="sng" w="19050">
            <a:solidFill>
              <a:schemeClr val="dk1"/>
            </a:solidFill>
            <a:prstDash val="solid"/>
            <a:round/>
            <a:headEnd len="med" w="med" type="none"/>
            <a:tailEnd len="med" w="med" type="triangle"/>
          </a:ln>
        </p:spPr>
      </p:cxnSp>
      <p:cxnSp>
        <p:nvCxnSpPr>
          <p:cNvPr id="2988" name="Google Shape;2988;p48"/>
          <p:cNvCxnSpPr>
            <a:stCxn id="2983" idx="3"/>
            <a:endCxn id="2979" idx="1"/>
          </p:cNvCxnSpPr>
          <p:nvPr/>
        </p:nvCxnSpPr>
        <p:spPr>
          <a:xfrm>
            <a:off x="4585285" y="2845644"/>
            <a:ext cx="1644600" cy="979200"/>
          </a:xfrm>
          <a:prstGeom prst="straightConnector1">
            <a:avLst/>
          </a:prstGeom>
          <a:noFill/>
          <a:ln cap="flat" cmpd="sng" w="19050">
            <a:solidFill>
              <a:schemeClr val="dk1"/>
            </a:solidFill>
            <a:prstDash val="solid"/>
            <a:round/>
            <a:headEnd len="med" w="med" type="none"/>
            <a:tailEnd len="med" w="med" type="triangle"/>
          </a:ln>
        </p:spPr>
      </p:cxnSp>
      <p:cxnSp>
        <p:nvCxnSpPr>
          <p:cNvPr id="2989" name="Google Shape;2989;p48"/>
          <p:cNvCxnSpPr>
            <a:stCxn id="2983" idx="3"/>
            <a:endCxn id="2980" idx="1"/>
          </p:cNvCxnSpPr>
          <p:nvPr/>
        </p:nvCxnSpPr>
        <p:spPr>
          <a:xfrm>
            <a:off x="4585285" y="2845644"/>
            <a:ext cx="1644600" cy="15630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4" name="Shape 2994"/>
        <p:cNvGrpSpPr/>
        <p:nvPr/>
      </p:nvGrpSpPr>
      <p:grpSpPr>
        <a:xfrm>
          <a:off x="0" y="0"/>
          <a:ext cx="0" cy="0"/>
          <a:chOff x="0" y="0"/>
          <a:chExt cx="0" cy="0"/>
        </a:xfrm>
      </p:grpSpPr>
      <p:sp>
        <p:nvSpPr>
          <p:cNvPr id="2995" name="Google Shape;2995;p49"/>
          <p:cNvSpPr txBox="1"/>
          <p:nvPr/>
        </p:nvSpPr>
        <p:spPr>
          <a:xfrm>
            <a:off x="1608800" y="1337325"/>
            <a:ext cx="6086700" cy="22995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Font typeface="Raleway"/>
              <a:buChar char="●"/>
            </a:pPr>
            <a:r>
              <a:rPr b="1" lang="en" sz="1600">
                <a:latin typeface="Raleway"/>
                <a:ea typeface="Raleway"/>
                <a:cs typeface="Raleway"/>
                <a:sym typeface="Raleway"/>
              </a:rPr>
              <a:t>USEFUL</a:t>
            </a:r>
            <a:endParaRPr b="1" sz="1600">
              <a:latin typeface="Raleway"/>
              <a:ea typeface="Raleway"/>
              <a:cs typeface="Raleway"/>
              <a:sym typeface="Raleway"/>
            </a:endParaRPr>
          </a:p>
          <a:p>
            <a:pPr indent="-330200" lvl="1" marL="914400" rtl="0" algn="l">
              <a:lnSpc>
                <a:spcPct val="150000"/>
              </a:lnSpc>
              <a:spcBef>
                <a:spcPts val="0"/>
              </a:spcBef>
              <a:spcAft>
                <a:spcPts val="0"/>
              </a:spcAft>
              <a:buSzPts val="1600"/>
              <a:buFont typeface="Raleway"/>
              <a:buChar char="○"/>
            </a:pPr>
            <a:r>
              <a:rPr lang="en" sz="1600">
                <a:latin typeface="Raleway"/>
                <a:ea typeface="Raleway"/>
                <a:cs typeface="Raleway"/>
                <a:sym typeface="Raleway"/>
              </a:rPr>
              <a:t>Functional, does things</a:t>
            </a:r>
            <a:endParaRPr sz="1600">
              <a:latin typeface="Raleway"/>
              <a:ea typeface="Raleway"/>
              <a:cs typeface="Raleway"/>
              <a:sym typeface="Raleway"/>
            </a:endParaRPr>
          </a:p>
          <a:p>
            <a:pPr indent="-330200" lvl="0" marL="457200" rtl="0" algn="l">
              <a:lnSpc>
                <a:spcPct val="150000"/>
              </a:lnSpc>
              <a:spcBef>
                <a:spcPts val="0"/>
              </a:spcBef>
              <a:spcAft>
                <a:spcPts val="0"/>
              </a:spcAft>
              <a:buSzPts val="1600"/>
              <a:buFont typeface="Raleway"/>
              <a:buChar char="●"/>
            </a:pPr>
            <a:r>
              <a:rPr b="1" lang="en" sz="1600">
                <a:latin typeface="Raleway"/>
                <a:ea typeface="Raleway"/>
                <a:cs typeface="Raleway"/>
                <a:sym typeface="Raleway"/>
              </a:rPr>
              <a:t>USABLE</a:t>
            </a:r>
            <a:endParaRPr b="1" sz="1600">
              <a:latin typeface="Raleway"/>
              <a:ea typeface="Raleway"/>
              <a:cs typeface="Raleway"/>
              <a:sym typeface="Raleway"/>
            </a:endParaRPr>
          </a:p>
          <a:p>
            <a:pPr indent="-330200" lvl="1" marL="914400" rtl="0" algn="l">
              <a:lnSpc>
                <a:spcPct val="150000"/>
              </a:lnSpc>
              <a:spcBef>
                <a:spcPts val="0"/>
              </a:spcBef>
              <a:spcAft>
                <a:spcPts val="0"/>
              </a:spcAft>
              <a:buSzPts val="1600"/>
              <a:buFont typeface="Raleway"/>
              <a:buChar char="○"/>
            </a:pPr>
            <a:r>
              <a:rPr lang="en" sz="1600">
                <a:latin typeface="Raleway"/>
                <a:ea typeface="Raleway"/>
                <a:cs typeface="Raleway"/>
                <a:sym typeface="Raleway"/>
              </a:rPr>
              <a:t>Easy to do things, does the right, enjoyable, UX</a:t>
            </a:r>
            <a:endParaRPr sz="1600">
              <a:latin typeface="Raleway"/>
              <a:ea typeface="Raleway"/>
              <a:cs typeface="Raleway"/>
              <a:sym typeface="Raleway"/>
            </a:endParaRPr>
          </a:p>
          <a:p>
            <a:pPr indent="-330200" lvl="0" marL="457200" rtl="0" algn="l">
              <a:lnSpc>
                <a:spcPct val="150000"/>
              </a:lnSpc>
              <a:spcBef>
                <a:spcPts val="0"/>
              </a:spcBef>
              <a:spcAft>
                <a:spcPts val="0"/>
              </a:spcAft>
              <a:buSzPts val="1600"/>
              <a:buFont typeface="Raleway"/>
              <a:buChar char="●"/>
            </a:pPr>
            <a:r>
              <a:rPr b="1" lang="en" sz="1600">
                <a:latin typeface="Raleway"/>
                <a:ea typeface="Raleway"/>
                <a:cs typeface="Raleway"/>
                <a:sym typeface="Raleway"/>
              </a:rPr>
              <a:t>USED</a:t>
            </a:r>
            <a:endParaRPr b="1" sz="1600">
              <a:latin typeface="Raleway"/>
              <a:ea typeface="Raleway"/>
              <a:cs typeface="Raleway"/>
              <a:sym typeface="Raleway"/>
            </a:endParaRPr>
          </a:p>
          <a:p>
            <a:pPr indent="-330200" lvl="1" marL="914400" rtl="0" algn="l">
              <a:lnSpc>
                <a:spcPct val="150000"/>
              </a:lnSpc>
              <a:spcBef>
                <a:spcPts val="0"/>
              </a:spcBef>
              <a:spcAft>
                <a:spcPts val="0"/>
              </a:spcAft>
              <a:buSzPts val="1600"/>
              <a:buFont typeface="Raleway"/>
              <a:buChar char="○"/>
            </a:pPr>
            <a:r>
              <a:rPr lang="en" sz="1600">
                <a:latin typeface="Raleway"/>
                <a:ea typeface="Raleway"/>
                <a:cs typeface="Raleway"/>
                <a:sym typeface="Raleway"/>
              </a:rPr>
              <a:t>Attractive, available, acceptable to organization</a:t>
            </a:r>
            <a:endParaRPr sz="1600">
              <a:latin typeface="Raleway"/>
              <a:ea typeface="Raleway"/>
              <a:cs typeface="Raleway"/>
              <a:sym typeface="Raleway"/>
            </a:endParaRPr>
          </a:p>
        </p:txBody>
      </p:sp>
      <p:sp>
        <p:nvSpPr>
          <p:cNvPr id="2996" name="Google Shape;2996;p49"/>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DESIGN - THREE “USE” WORDS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1" name="Shape 3001"/>
        <p:cNvGrpSpPr/>
        <p:nvPr/>
      </p:nvGrpSpPr>
      <p:grpSpPr>
        <a:xfrm>
          <a:off x="0" y="0"/>
          <a:ext cx="0" cy="0"/>
          <a:chOff x="0" y="0"/>
          <a:chExt cx="0" cy="0"/>
        </a:xfrm>
      </p:grpSpPr>
      <p:pic>
        <p:nvPicPr>
          <p:cNvPr id="3002" name="Google Shape;3002;p50"/>
          <p:cNvPicPr preferRelativeResize="0"/>
          <p:nvPr/>
        </p:nvPicPr>
        <p:blipFill rotWithShape="1">
          <a:blip r:embed="rId3">
            <a:alphaModFix/>
          </a:blip>
          <a:srcRect b="8392" l="0" r="0" t="11907"/>
          <a:stretch/>
        </p:blipFill>
        <p:spPr>
          <a:xfrm>
            <a:off x="2747650" y="1261850"/>
            <a:ext cx="3710590" cy="3268126"/>
          </a:xfrm>
          <a:prstGeom prst="rect">
            <a:avLst/>
          </a:prstGeom>
          <a:noFill/>
          <a:ln>
            <a:noFill/>
          </a:ln>
        </p:spPr>
      </p:pic>
      <p:sp>
        <p:nvSpPr>
          <p:cNvPr id="3003" name="Google Shape;3003;p50"/>
          <p:cNvSpPr txBox="1"/>
          <p:nvPr>
            <p:ph type="title"/>
          </p:nvPr>
        </p:nvSpPr>
        <p:spPr>
          <a:xfrm>
            <a:off x="450275" y="606550"/>
            <a:ext cx="82434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MULTIDISCIPLINARY FIELD OF HCI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8" name="Shape 3008"/>
        <p:cNvGrpSpPr/>
        <p:nvPr/>
      </p:nvGrpSpPr>
      <p:grpSpPr>
        <a:xfrm>
          <a:off x="0" y="0"/>
          <a:ext cx="0" cy="0"/>
          <a:chOff x="0" y="0"/>
          <a:chExt cx="0" cy="0"/>
        </a:xfrm>
      </p:grpSpPr>
      <p:pic>
        <p:nvPicPr>
          <p:cNvPr id="3009" name="Google Shape;3009;p51"/>
          <p:cNvPicPr preferRelativeResize="0"/>
          <p:nvPr/>
        </p:nvPicPr>
        <p:blipFill>
          <a:blip r:embed="rId3">
            <a:alphaModFix/>
          </a:blip>
          <a:stretch>
            <a:fillRect/>
          </a:stretch>
        </p:blipFill>
        <p:spPr>
          <a:xfrm>
            <a:off x="2900275" y="1269875"/>
            <a:ext cx="3343407" cy="3260100"/>
          </a:xfrm>
          <a:prstGeom prst="rect">
            <a:avLst/>
          </a:prstGeom>
          <a:noFill/>
          <a:ln>
            <a:noFill/>
          </a:ln>
        </p:spPr>
      </p:pic>
      <p:sp>
        <p:nvSpPr>
          <p:cNvPr id="3010" name="Google Shape;3010;p51"/>
          <p:cNvSpPr txBox="1"/>
          <p:nvPr>
            <p:ph type="title"/>
          </p:nvPr>
        </p:nvSpPr>
        <p:spPr>
          <a:xfrm>
            <a:off x="504425" y="606550"/>
            <a:ext cx="81351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MULTIDISCIPLINARY FIELD OF HCI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5" name="Shape 3015"/>
        <p:cNvGrpSpPr/>
        <p:nvPr/>
      </p:nvGrpSpPr>
      <p:grpSpPr>
        <a:xfrm>
          <a:off x="0" y="0"/>
          <a:ext cx="0" cy="0"/>
          <a:chOff x="0" y="0"/>
          <a:chExt cx="0" cy="0"/>
        </a:xfrm>
      </p:grpSpPr>
      <p:pic>
        <p:nvPicPr>
          <p:cNvPr id="3016" name="Google Shape;3016;p52"/>
          <p:cNvPicPr preferRelativeResize="0"/>
          <p:nvPr/>
        </p:nvPicPr>
        <p:blipFill rotWithShape="1">
          <a:blip r:embed="rId3">
            <a:alphaModFix/>
          </a:blip>
          <a:srcRect b="14140" l="0" r="0" t="20637"/>
          <a:stretch/>
        </p:blipFill>
        <p:spPr>
          <a:xfrm>
            <a:off x="1597450" y="1508613"/>
            <a:ext cx="5949100" cy="2126276"/>
          </a:xfrm>
          <a:prstGeom prst="rect">
            <a:avLst/>
          </a:prstGeom>
          <a:noFill/>
          <a:ln>
            <a:noFill/>
          </a:ln>
        </p:spPr>
      </p:pic>
      <p:sp>
        <p:nvSpPr>
          <p:cNvPr id="3017" name="Google Shape;3017;p5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EVOLUTION OF UX DESIGN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2" name="Shape 3022"/>
        <p:cNvGrpSpPr/>
        <p:nvPr/>
      </p:nvGrpSpPr>
      <p:grpSpPr>
        <a:xfrm>
          <a:off x="0" y="0"/>
          <a:ext cx="0" cy="0"/>
          <a:chOff x="0" y="0"/>
          <a:chExt cx="0" cy="0"/>
        </a:xfrm>
      </p:grpSpPr>
      <p:pic>
        <p:nvPicPr>
          <p:cNvPr id="3023" name="Google Shape;3023;p53"/>
          <p:cNvPicPr preferRelativeResize="0"/>
          <p:nvPr/>
        </p:nvPicPr>
        <p:blipFill>
          <a:blip r:embed="rId3">
            <a:alphaModFix/>
          </a:blip>
          <a:stretch>
            <a:fillRect/>
          </a:stretch>
        </p:blipFill>
        <p:spPr>
          <a:xfrm>
            <a:off x="2614575" y="1225825"/>
            <a:ext cx="3442075" cy="3741375"/>
          </a:xfrm>
          <a:prstGeom prst="rect">
            <a:avLst/>
          </a:prstGeom>
          <a:noFill/>
          <a:ln>
            <a:noFill/>
          </a:ln>
        </p:spPr>
      </p:pic>
      <p:sp>
        <p:nvSpPr>
          <p:cNvPr id="3024" name="Google Shape;3024;p53"/>
          <p:cNvSpPr txBox="1"/>
          <p:nvPr>
            <p:ph type="title"/>
          </p:nvPr>
        </p:nvSpPr>
        <p:spPr>
          <a:xfrm>
            <a:off x="340900" y="606550"/>
            <a:ext cx="8614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UX Value of HCI and Its Related Realms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29" name="Shape 3029"/>
        <p:cNvGrpSpPr/>
        <p:nvPr/>
      </p:nvGrpSpPr>
      <p:grpSpPr>
        <a:xfrm>
          <a:off x="0" y="0"/>
          <a:ext cx="0" cy="0"/>
          <a:chOff x="0" y="0"/>
          <a:chExt cx="0" cy="0"/>
        </a:xfrm>
      </p:grpSpPr>
      <p:sp>
        <p:nvSpPr>
          <p:cNvPr id="3030" name="Google Shape;3030;p54"/>
          <p:cNvSpPr txBox="1"/>
          <p:nvPr>
            <p:ph type="ctrTitle"/>
          </p:nvPr>
        </p:nvSpPr>
        <p:spPr>
          <a:xfrm>
            <a:off x="0" y="2284725"/>
            <a:ext cx="9144000" cy="1655100"/>
          </a:xfrm>
          <a:prstGeom prst="rect">
            <a:avLst/>
          </a:prstGeom>
          <a:noFill/>
        </p:spPr>
        <p:txBody>
          <a:bodyPr anchorCtr="0" anchor="ctr" bIns="34275" lIns="68575" spcFirstLastPara="1" rIns="68575" wrap="square" tIns="34275">
            <a:noAutofit/>
          </a:bodyPr>
          <a:lstStyle/>
          <a:p>
            <a:pPr indent="0" lvl="0" marL="0" rtl="0" algn="ctr">
              <a:spcBef>
                <a:spcPts val="0"/>
              </a:spcBef>
              <a:spcAft>
                <a:spcPts val="0"/>
              </a:spcAft>
              <a:buNone/>
            </a:pPr>
            <a:r>
              <a:rPr lang="en" sz="4200">
                <a:solidFill>
                  <a:srgbClr val="71B6FF"/>
                </a:solidFill>
              </a:rPr>
              <a:t>WHY HCI IS IMPORTANT?</a:t>
            </a:r>
            <a:endParaRPr sz="4200">
              <a:solidFill>
                <a:srgbClr val="71B6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35" name="Shape 3035"/>
        <p:cNvGrpSpPr/>
        <p:nvPr/>
      </p:nvGrpSpPr>
      <p:grpSpPr>
        <a:xfrm>
          <a:off x="0" y="0"/>
          <a:ext cx="0" cy="0"/>
          <a:chOff x="0" y="0"/>
          <a:chExt cx="0" cy="0"/>
        </a:xfrm>
      </p:grpSpPr>
      <p:sp>
        <p:nvSpPr>
          <p:cNvPr id="3036" name="Google Shape;3036;p55"/>
          <p:cNvSpPr txBox="1"/>
          <p:nvPr>
            <p:ph type="ctrTitle"/>
          </p:nvPr>
        </p:nvSpPr>
        <p:spPr>
          <a:xfrm>
            <a:off x="0" y="2284725"/>
            <a:ext cx="9144000" cy="1655100"/>
          </a:xfrm>
          <a:prstGeom prst="rect">
            <a:avLst/>
          </a:prstGeom>
          <a:solidFill>
            <a:srgbClr val="1A1A1A">
              <a:alpha val="48600"/>
            </a:srgbClr>
          </a:solidFill>
        </p:spPr>
        <p:txBody>
          <a:bodyPr anchorCtr="0" anchor="ctr" bIns="34275" lIns="68575" spcFirstLastPara="1" rIns="68575" wrap="square" tIns="34275">
            <a:noAutofit/>
          </a:bodyPr>
          <a:lstStyle/>
          <a:p>
            <a:pPr indent="0" lvl="0" marL="0" rtl="0" algn="ctr">
              <a:spcBef>
                <a:spcPts val="0"/>
              </a:spcBef>
              <a:spcAft>
                <a:spcPts val="0"/>
              </a:spcAft>
              <a:buNone/>
            </a:pPr>
            <a:r>
              <a:rPr lang="en" sz="4200">
                <a:solidFill>
                  <a:srgbClr val="F3F3F3"/>
                </a:solidFill>
              </a:rPr>
              <a:t>WHY HCI IS IMPORTANT?</a:t>
            </a:r>
            <a:endParaRPr sz="4200">
              <a:solidFill>
                <a:srgbClr val="F3F3F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1" name="Shape 3041"/>
        <p:cNvGrpSpPr/>
        <p:nvPr/>
      </p:nvGrpSpPr>
      <p:grpSpPr>
        <a:xfrm>
          <a:off x="0" y="0"/>
          <a:ext cx="0" cy="0"/>
          <a:chOff x="0" y="0"/>
          <a:chExt cx="0" cy="0"/>
        </a:xfrm>
      </p:grpSpPr>
      <p:sp>
        <p:nvSpPr>
          <p:cNvPr id="3042" name="Google Shape;3042;p56"/>
          <p:cNvSpPr txBox="1"/>
          <p:nvPr/>
        </p:nvSpPr>
        <p:spPr>
          <a:xfrm>
            <a:off x="1330950" y="1249950"/>
            <a:ext cx="6482100" cy="33213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Font typeface="Raleway"/>
              <a:buChar char="●"/>
            </a:pPr>
            <a:r>
              <a:rPr lang="en" sz="1600">
                <a:latin typeface="Raleway"/>
                <a:ea typeface="Raleway"/>
                <a:cs typeface="Raleway"/>
                <a:sym typeface="Raleway"/>
              </a:rPr>
              <a:t>Human-computer interaction (HCI) is a multidisciplinary subject that focuses on computer design and user experience. It brings together expertise from computer science, cognitive psychology, behavioural science, and design to understand and facilitate better interactions between users and machines.</a:t>
            </a:r>
            <a:endParaRPr sz="1600">
              <a:latin typeface="Raleway"/>
              <a:ea typeface="Raleway"/>
              <a:cs typeface="Raleway"/>
              <a:sym typeface="Raleway"/>
            </a:endParaRPr>
          </a:p>
          <a:p>
            <a:pPr indent="-330200" lvl="0" marL="457200" rtl="0" algn="l">
              <a:lnSpc>
                <a:spcPct val="150000"/>
              </a:lnSpc>
              <a:spcBef>
                <a:spcPts val="0"/>
              </a:spcBef>
              <a:spcAft>
                <a:spcPts val="0"/>
              </a:spcAft>
              <a:buSzPts val="1600"/>
              <a:buFont typeface="Raleway"/>
              <a:buChar char="●"/>
            </a:pPr>
            <a:r>
              <a:rPr lang="en" sz="1600">
                <a:latin typeface="Raleway"/>
                <a:ea typeface="Raleway"/>
                <a:cs typeface="Raleway"/>
                <a:sym typeface="Raleway"/>
              </a:rPr>
              <a:t>HCI is about doing things better</a:t>
            </a:r>
            <a:endParaRPr sz="1600">
              <a:latin typeface="Raleway"/>
              <a:ea typeface="Raleway"/>
              <a:cs typeface="Raleway"/>
              <a:sym typeface="Raleway"/>
            </a:endParaRPr>
          </a:p>
          <a:p>
            <a:pPr indent="-330200" lvl="0" marL="457200" rtl="0" algn="l">
              <a:lnSpc>
                <a:spcPct val="150000"/>
              </a:lnSpc>
              <a:spcBef>
                <a:spcPts val="0"/>
              </a:spcBef>
              <a:spcAft>
                <a:spcPts val="0"/>
              </a:spcAft>
              <a:buSzPts val="1600"/>
              <a:buFont typeface="Raleway"/>
              <a:buChar char="●"/>
            </a:pPr>
            <a:r>
              <a:rPr lang="en" sz="1600">
                <a:latin typeface="Raleway"/>
                <a:ea typeface="Raleway"/>
                <a:cs typeface="Raleway"/>
                <a:sym typeface="Raleway"/>
              </a:rPr>
              <a:t>HCI will shape the future - for better or worse</a:t>
            </a:r>
            <a:endParaRPr sz="1600">
              <a:latin typeface="Raleway"/>
              <a:ea typeface="Raleway"/>
              <a:cs typeface="Raleway"/>
              <a:sym typeface="Raleway"/>
            </a:endParaRPr>
          </a:p>
          <a:p>
            <a:pPr indent="-330200" lvl="0" marL="457200" rtl="0" algn="l">
              <a:lnSpc>
                <a:spcPct val="150000"/>
              </a:lnSpc>
              <a:spcBef>
                <a:spcPts val="0"/>
              </a:spcBef>
              <a:spcAft>
                <a:spcPts val="0"/>
              </a:spcAft>
              <a:buSzPts val="1600"/>
              <a:buFont typeface="Raleway"/>
              <a:buChar char="●"/>
            </a:pPr>
            <a:r>
              <a:rPr lang="en" sz="1600">
                <a:latin typeface="Raleway"/>
                <a:ea typeface="Raleway"/>
                <a:cs typeface="Raleway"/>
                <a:sym typeface="Raleway"/>
              </a:rPr>
              <a:t>HCI has lots of career opportunities</a:t>
            </a:r>
            <a:endParaRPr sz="1600">
              <a:latin typeface="Raleway"/>
              <a:ea typeface="Raleway"/>
              <a:cs typeface="Raleway"/>
              <a:sym typeface="Raleway"/>
            </a:endParaRPr>
          </a:p>
          <a:p>
            <a:pPr indent="-330200" lvl="0" marL="457200" rtl="0" algn="l">
              <a:lnSpc>
                <a:spcPct val="150000"/>
              </a:lnSpc>
              <a:spcBef>
                <a:spcPts val="0"/>
              </a:spcBef>
              <a:spcAft>
                <a:spcPts val="0"/>
              </a:spcAft>
              <a:buSzPts val="1600"/>
              <a:buFont typeface="Raleway"/>
              <a:buChar char="●"/>
            </a:pPr>
            <a:r>
              <a:rPr lang="en" sz="1600">
                <a:latin typeface="Raleway"/>
                <a:ea typeface="Raleway"/>
                <a:cs typeface="Raleway"/>
                <a:sym typeface="Raleway"/>
              </a:rPr>
              <a:t>It tackles some of the biggest threat to our future</a:t>
            </a:r>
            <a:endParaRPr sz="1600">
              <a:latin typeface="Raleway"/>
              <a:ea typeface="Raleway"/>
              <a:cs typeface="Raleway"/>
              <a:sym typeface="Raleway"/>
            </a:endParaRPr>
          </a:p>
        </p:txBody>
      </p:sp>
      <p:sp>
        <p:nvSpPr>
          <p:cNvPr id="3043" name="Google Shape;3043;p56"/>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WHY HCI IS IMPORTANT?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8" name="Shape 3048"/>
        <p:cNvGrpSpPr/>
        <p:nvPr/>
      </p:nvGrpSpPr>
      <p:grpSpPr>
        <a:xfrm>
          <a:off x="0" y="0"/>
          <a:ext cx="0" cy="0"/>
          <a:chOff x="0" y="0"/>
          <a:chExt cx="0" cy="0"/>
        </a:xfrm>
      </p:grpSpPr>
      <p:sp>
        <p:nvSpPr>
          <p:cNvPr id="3049" name="Google Shape;3049;p57"/>
          <p:cNvSpPr txBox="1"/>
          <p:nvPr>
            <p:ph idx="4294967295" type="ctrTitle"/>
          </p:nvPr>
        </p:nvSpPr>
        <p:spPr>
          <a:xfrm flipH="1">
            <a:off x="433200" y="1951175"/>
            <a:ext cx="1786200" cy="124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Eye-</a:t>
            </a:r>
            <a:br>
              <a:rPr lang="en"/>
            </a:br>
            <a:r>
              <a:rPr lang="en"/>
              <a:t>tracking </a:t>
            </a:r>
            <a:endParaRPr/>
          </a:p>
        </p:txBody>
      </p:sp>
      <p:pic>
        <p:nvPicPr>
          <p:cNvPr id="3050" name="Google Shape;3050;p57"/>
          <p:cNvPicPr preferRelativeResize="0"/>
          <p:nvPr/>
        </p:nvPicPr>
        <p:blipFill>
          <a:blip r:embed="rId3">
            <a:alphaModFix/>
          </a:blip>
          <a:stretch>
            <a:fillRect/>
          </a:stretch>
        </p:blipFill>
        <p:spPr>
          <a:xfrm>
            <a:off x="2371800" y="452438"/>
            <a:ext cx="6000750" cy="4238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5" name="Shape 3055"/>
        <p:cNvGrpSpPr/>
        <p:nvPr/>
      </p:nvGrpSpPr>
      <p:grpSpPr>
        <a:xfrm>
          <a:off x="0" y="0"/>
          <a:ext cx="0" cy="0"/>
          <a:chOff x="0" y="0"/>
          <a:chExt cx="0" cy="0"/>
        </a:xfrm>
      </p:grpSpPr>
      <p:pic>
        <p:nvPicPr>
          <p:cNvPr id="3056" name="Google Shape;3056;p58"/>
          <p:cNvPicPr preferRelativeResize="0"/>
          <p:nvPr/>
        </p:nvPicPr>
        <p:blipFill>
          <a:blip r:embed="rId3">
            <a:alphaModFix/>
          </a:blip>
          <a:stretch>
            <a:fillRect/>
          </a:stretch>
        </p:blipFill>
        <p:spPr>
          <a:xfrm>
            <a:off x="1040925" y="663362"/>
            <a:ext cx="3540250" cy="3816776"/>
          </a:xfrm>
          <a:prstGeom prst="rect">
            <a:avLst/>
          </a:prstGeom>
          <a:noFill/>
          <a:ln>
            <a:noFill/>
          </a:ln>
        </p:spPr>
      </p:pic>
      <p:pic>
        <p:nvPicPr>
          <p:cNvPr id="3057" name="Google Shape;3057;p58"/>
          <p:cNvPicPr preferRelativeResize="0"/>
          <p:nvPr/>
        </p:nvPicPr>
        <p:blipFill>
          <a:blip r:embed="rId4">
            <a:alphaModFix/>
          </a:blip>
          <a:stretch>
            <a:fillRect/>
          </a:stretch>
        </p:blipFill>
        <p:spPr>
          <a:xfrm>
            <a:off x="4663100" y="663350"/>
            <a:ext cx="3821456" cy="3816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2" name="Shape 3062"/>
        <p:cNvGrpSpPr/>
        <p:nvPr/>
      </p:nvGrpSpPr>
      <p:grpSpPr>
        <a:xfrm>
          <a:off x="0" y="0"/>
          <a:ext cx="0" cy="0"/>
          <a:chOff x="0" y="0"/>
          <a:chExt cx="0" cy="0"/>
        </a:xfrm>
      </p:grpSpPr>
      <p:grpSp>
        <p:nvGrpSpPr>
          <p:cNvPr id="3063" name="Google Shape;3063;p59"/>
          <p:cNvGrpSpPr/>
          <p:nvPr/>
        </p:nvGrpSpPr>
        <p:grpSpPr>
          <a:xfrm>
            <a:off x="6680540" y="2031850"/>
            <a:ext cx="1384889" cy="2570327"/>
            <a:chOff x="4017615" y="1737925"/>
            <a:chExt cx="1384889" cy="2570327"/>
          </a:xfrm>
        </p:grpSpPr>
        <p:sp>
          <p:nvSpPr>
            <p:cNvPr id="3064" name="Google Shape;3064;p59"/>
            <p:cNvSpPr/>
            <p:nvPr/>
          </p:nvSpPr>
          <p:spPr>
            <a:xfrm flipH="1">
              <a:off x="4543692" y="2617986"/>
              <a:ext cx="473841" cy="347755"/>
            </a:xfrm>
            <a:custGeom>
              <a:rect b="b" l="l" r="r" t="t"/>
              <a:pathLst>
                <a:path extrusionOk="0" h="15401" w="20985">
                  <a:moveTo>
                    <a:pt x="10492" y="0"/>
                  </a:moveTo>
                  <a:cubicBezTo>
                    <a:pt x="4695" y="0"/>
                    <a:pt x="1" y="3446"/>
                    <a:pt x="1" y="7702"/>
                  </a:cubicBezTo>
                  <a:cubicBezTo>
                    <a:pt x="1" y="11955"/>
                    <a:pt x="4695" y="15401"/>
                    <a:pt x="10492" y="15401"/>
                  </a:cubicBezTo>
                  <a:cubicBezTo>
                    <a:pt x="16285" y="15401"/>
                    <a:pt x="20984" y="11955"/>
                    <a:pt x="20984" y="7702"/>
                  </a:cubicBezTo>
                  <a:cubicBezTo>
                    <a:pt x="20984" y="3446"/>
                    <a:pt x="16285" y="0"/>
                    <a:pt x="1049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9"/>
            <p:cNvSpPr/>
            <p:nvPr/>
          </p:nvSpPr>
          <p:spPr>
            <a:xfrm flipH="1" rot="-3392847">
              <a:off x="4093364" y="2318404"/>
              <a:ext cx="623723" cy="245181"/>
            </a:xfrm>
            <a:custGeom>
              <a:rect b="b" l="l" r="r" t="t"/>
              <a:pathLst>
                <a:path extrusionOk="0" h="10858" w="27622">
                  <a:moveTo>
                    <a:pt x="7395" y="0"/>
                  </a:moveTo>
                  <a:cubicBezTo>
                    <a:pt x="2423" y="0"/>
                    <a:pt x="580" y="3782"/>
                    <a:pt x="580" y="3782"/>
                  </a:cubicBezTo>
                  <a:cubicBezTo>
                    <a:pt x="0" y="10528"/>
                    <a:pt x="13474" y="10858"/>
                    <a:pt x="19272" y="10858"/>
                  </a:cubicBezTo>
                  <a:cubicBezTo>
                    <a:pt x="19627" y="10858"/>
                    <a:pt x="19954" y="10857"/>
                    <a:pt x="20247" y="10855"/>
                  </a:cubicBezTo>
                  <a:cubicBezTo>
                    <a:pt x="25314" y="10837"/>
                    <a:pt x="27621" y="10300"/>
                    <a:pt x="27544" y="7888"/>
                  </a:cubicBezTo>
                  <a:cubicBezTo>
                    <a:pt x="27470" y="5477"/>
                    <a:pt x="15421" y="1156"/>
                    <a:pt x="9131" y="145"/>
                  </a:cubicBezTo>
                  <a:cubicBezTo>
                    <a:pt x="8514" y="45"/>
                    <a:pt x="7936" y="0"/>
                    <a:pt x="739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9"/>
            <p:cNvSpPr/>
            <p:nvPr/>
          </p:nvSpPr>
          <p:spPr>
            <a:xfrm flipH="1" rot="-3515868">
              <a:off x="3994298" y="2769299"/>
              <a:ext cx="510415" cy="231781"/>
            </a:xfrm>
            <a:custGeom>
              <a:rect b="b" l="l" r="r" t="t"/>
              <a:pathLst>
                <a:path extrusionOk="0" h="10265" w="22605">
                  <a:moveTo>
                    <a:pt x="367" y="1"/>
                  </a:moveTo>
                  <a:cubicBezTo>
                    <a:pt x="274" y="1"/>
                    <a:pt x="0" y="2786"/>
                    <a:pt x="1845" y="5164"/>
                  </a:cubicBezTo>
                  <a:cubicBezTo>
                    <a:pt x="1845" y="5164"/>
                    <a:pt x="2852" y="7663"/>
                    <a:pt x="8098" y="8391"/>
                  </a:cubicBezTo>
                  <a:cubicBezTo>
                    <a:pt x="11266" y="8829"/>
                    <a:pt x="17474" y="9668"/>
                    <a:pt x="21898" y="10265"/>
                  </a:cubicBezTo>
                  <a:lnTo>
                    <a:pt x="22605" y="6541"/>
                  </a:lnTo>
                  <a:cubicBezTo>
                    <a:pt x="14802" y="4249"/>
                    <a:pt x="432" y="29"/>
                    <a:pt x="368" y="1"/>
                  </a:cubicBezTo>
                  <a:cubicBezTo>
                    <a:pt x="368" y="1"/>
                    <a:pt x="367" y="1"/>
                    <a:pt x="36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9"/>
            <p:cNvSpPr/>
            <p:nvPr/>
          </p:nvSpPr>
          <p:spPr>
            <a:xfrm flipH="1" rot="-4040320">
              <a:off x="4112560" y="3113240"/>
              <a:ext cx="126836" cy="99536"/>
            </a:xfrm>
            <a:custGeom>
              <a:rect b="b" l="l" r="r" t="t"/>
              <a:pathLst>
                <a:path extrusionOk="0" h="4408" w="5617">
                  <a:moveTo>
                    <a:pt x="707" y="0"/>
                  </a:moveTo>
                  <a:lnTo>
                    <a:pt x="0" y="3724"/>
                  </a:lnTo>
                  <a:cubicBezTo>
                    <a:pt x="2913" y="4115"/>
                    <a:pt x="5055" y="4407"/>
                    <a:pt x="5055" y="4407"/>
                  </a:cubicBezTo>
                  <a:lnTo>
                    <a:pt x="5616" y="1440"/>
                  </a:lnTo>
                  <a:cubicBezTo>
                    <a:pt x="5616" y="1440"/>
                    <a:pt x="3620" y="852"/>
                    <a:pt x="707" y="0"/>
                  </a:cubicBezTo>
                  <a:close/>
                </a:path>
              </a:pathLst>
            </a:custGeom>
            <a:solidFill>
              <a:srgbClr val="528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9"/>
            <p:cNvSpPr/>
            <p:nvPr/>
          </p:nvSpPr>
          <p:spPr>
            <a:xfrm flipH="1" rot="-4040320">
              <a:off x="4084562" y="3230397"/>
              <a:ext cx="175069" cy="129027"/>
            </a:xfrm>
            <a:custGeom>
              <a:rect b="b" l="l" r="r" t="t"/>
              <a:pathLst>
                <a:path extrusionOk="0" h="5714" w="7753">
                  <a:moveTo>
                    <a:pt x="1227" y="1"/>
                  </a:moveTo>
                  <a:lnTo>
                    <a:pt x="666" y="2968"/>
                  </a:lnTo>
                  <a:cubicBezTo>
                    <a:pt x="666" y="2968"/>
                    <a:pt x="1" y="5028"/>
                    <a:pt x="1391" y="5434"/>
                  </a:cubicBezTo>
                  <a:cubicBezTo>
                    <a:pt x="2059" y="5631"/>
                    <a:pt x="2741" y="5714"/>
                    <a:pt x="3243" y="5714"/>
                  </a:cubicBezTo>
                  <a:cubicBezTo>
                    <a:pt x="3786" y="5714"/>
                    <a:pt x="4119" y="5617"/>
                    <a:pt x="3998" y="5466"/>
                  </a:cubicBezTo>
                  <a:cubicBezTo>
                    <a:pt x="3766" y="5169"/>
                    <a:pt x="2540" y="4294"/>
                    <a:pt x="2735" y="4008"/>
                  </a:cubicBezTo>
                  <a:cubicBezTo>
                    <a:pt x="2756" y="3978"/>
                    <a:pt x="2825" y="3965"/>
                    <a:pt x="2933" y="3965"/>
                  </a:cubicBezTo>
                  <a:cubicBezTo>
                    <a:pt x="3699" y="3965"/>
                    <a:pt x="6408" y="4631"/>
                    <a:pt x="7314" y="4631"/>
                  </a:cubicBezTo>
                  <a:cubicBezTo>
                    <a:pt x="7481" y="4631"/>
                    <a:pt x="7587" y="4609"/>
                    <a:pt x="7607" y="4555"/>
                  </a:cubicBezTo>
                  <a:cubicBezTo>
                    <a:pt x="7753" y="4172"/>
                    <a:pt x="7143" y="3023"/>
                    <a:pt x="6095" y="2340"/>
                  </a:cubicBezTo>
                  <a:cubicBezTo>
                    <a:pt x="5041" y="1651"/>
                    <a:pt x="1227" y="1"/>
                    <a:pt x="122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9"/>
            <p:cNvSpPr/>
            <p:nvPr/>
          </p:nvSpPr>
          <p:spPr>
            <a:xfrm flipH="1">
              <a:off x="4667002" y="1890514"/>
              <a:ext cx="334997" cy="322510"/>
            </a:xfrm>
            <a:custGeom>
              <a:rect b="b" l="l" r="r" t="t"/>
              <a:pathLst>
                <a:path extrusionOk="0" h="14283" w="14836">
                  <a:moveTo>
                    <a:pt x="5378" y="0"/>
                  </a:moveTo>
                  <a:cubicBezTo>
                    <a:pt x="5378" y="0"/>
                    <a:pt x="5178" y="5415"/>
                    <a:pt x="3829" y="8647"/>
                  </a:cubicBezTo>
                  <a:cubicBezTo>
                    <a:pt x="2475" y="11883"/>
                    <a:pt x="1" y="11929"/>
                    <a:pt x="1" y="11929"/>
                  </a:cubicBezTo>
                  <a:cubicBezTo>
                    <a:pt x="1" y="11929"/>
                    <a:pt x="1806" y="13500"/>
                    <a:pt x="6427" y="14193"/>
                  </a:cubicBezTo>
                  <a:cubicBezTo>
                    <a:pt x="6835" y="14254"/>
                    <a:pt x="7236" y="14283"/>
                    <a:pt x="7629" y="14283"/>
                  </a:cubicBezTo>
                  <a:cubicBezTo>
                    <a:pt x="11688" y="14283"/>
                    <a:pt x="14836" y="11285"/>
                    <a:pt x="14836" y="11285"/>
                  </a:cubicBezTo>
                  <a:cubicBezTo>
                    <a:pt x="8874" y="9066"/>
                    <a:pt x="8779" y="2631"/>
                    <a:pt x="8779" y="2631"/>
                  </a:cubicBezTo>
                  <a:lnTo>
                    <a:pt x="5378"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9"/>
            <p:cNvSpPr/>
            <p:nvPr/>
          </p:nvSpPr>
          <p:spPr>
            <a:xfrm flipH="1">
              <a:off x="4794405" y="1907087"/>
              <a:ext cx="63201" cy="96959"/>
            </a:xfrm>
            <a:custGeom>
              <a:rect b="b" l="l" r="r" t="t"/>
              <a:pathLst>
                <a:path extrusionOk="0" h="4294" w="2799">
                  <a:moveTo>
                    <a:pt x="0" y="0"/>
                  </a:moveTo>
                  <a:cubicBezTo>
                    <a:pt x="0" y="0"/>
                    <a:pt x="5" y="19"/>
                    <a:pt x="14" y="65"/>
                  </a:cubicBezTo>
                  <a:lnTo>
                    <a:pt x="2384" y="1897"/>
                  </a:lnTo>
                  <a:lnTo>
                    <a:pt x="0" y="0"/>
                  </a:lnTo>
                  <a:close/>
                  <a:moveTo>
                    <a:pt x="2384" y="1897"/>
                  </a:moveTo>
                  <a:cubicBezTo>
                    <a:pt x="2384" y="1897"/>
                    <a:pt x="2402" y="2922"/>
                    <a:pt x="2799" y="4294"/>
                  </a:cubicBezTo>
                  <a:lnTo>
                    <a:pt x="2401" y="1996"/>
                  </a:lnTo>
                  <a:lnTo>
                    <a:pt x="2384" y="1897"/>
                  </a:lnTo>
                  <a:close/>
                </a:path>
              </a:pathLst>
            </a:custGeom>
            <a:solidFill>
              <a:srgbClr val="FFA2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9"/>
            <p:cNvSpPr/>
            <p:nvPr/>
          </p:nvSpPr>
          <p:spPr>
            <a:xfrm flipH="1">
              <a:off x="4794405" y="1908532"/>
              <a:ext cx="62908" cy="95513"/>
            </a:xfrm>
            <a:custGeom>
              <a:rect b="b" l="l" r="r" t="t"/>
              <a:pathLst>
                <a:path extrusionOk="0" h="4230" w="2786">
                  <a:moveTo>
                    <a:pt x="1" y="1"/>
                  </a:moveTo>
                  <a:cubicBezTo>
                    <a:pt x="37" y="197"/>
                    <a:pt x="188" y="853"/>
                    <a:pt x="625" y="1833"/>
                  </a:cubicBezTo>
                  <a:cubicBezTo>
                    <a:pt x="1149" y="3009"/>
                    <a:pt x="2754" y="4207"/>
                    <a:pt x="2786" y="4230"/>
                  </a:cubicBezTo>
                  <a:cubicBezTo>
                    <a:pt x="2388" y="2858"/>
                    <a:pt x="2371" y="1833"/>
                    <a:pt x="2371" y="1833"/>
                  </a:cubicBezTo>
                  <a:lnTo>
                    <a:pt x="1"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9"/>
            <p:cNvSpPr/>
            <p:nvPr/>
          </p:nvSpPr>
          <p:spPr>
            <a:xfrm flipH="1">
              <a:off x="4794610" y="1828760"/>
              <a:ext cx="17003" cy="2506"/>
            </a:xfrm>
            <a:custGeom>
              <a:rect b="b" l="l" r="r" t="t"/>
              <a:pathLst>
                <a:path extrusionOk="0" h="111" w="753">
                  <a:moveTo>
                    <a:pt x="0" y="1"/>
                  </a:moveTo>
                  <a:lnTo>
                    <a:pt x="0" y="110"/>
                  </a:lnTo>
                  <a:lnTo>
                    <a:pt x="753" y="110"/>
                  </a:lnTo>
                  <a:lnTo>
                    <a:pt x="753" y="1"/>
                  </a:lnTo>
                  <a:close/>
                </a:path>
              </a:pathLst>
            </a:custGeom>
            <a:solidFill>
              <a:srgbClr val="46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59"/>
            <p:cNvSpPr/>
            <p:nvPr/>
          </p:nvSpPr>
          <p:spPr>
            <a:xfrm flipH="1">
              <a:off x="4729258" y="1754159"/>
              <a:ext cx="200397" cy="209723"/>
            </a:xfrm>
            <a:custGeom>
              <a:rect b="b" l="l" r="r" t="t"/>
              <a:pathLst>
                <a:path extrusionOk="0" h="9288" w="8875">
                  <a:moveTo>
                    <a:pt x="4923" y="1"/>
                  </a:moveTo>
                  <a:cubicBezTo>
                    <a:pt x="3457" y="1"/>
                    <a:pt x="1784" y="609"/>
                    <a:pt x="1573" y="1682"/>
                  </a:cubicBezTo>
                  <a:cubicBezTo>
                    <a:pt x="1259" y="3310"/>
                    <a:pt x="1404" y="4253"/>
                    <a:pt x="1404" y="4253"/>
                  </a:cubicBezTo>
                  <a:cubicBezTo>
                    <a:pt x="1404" y="4253"/>
                    <a:pt x="1279" y="4079"/>
                    <a:pt x="1038" y="4079"/>
                  </a:cubicBezTo>
                  <a:cubicBezTo>
                    <a:pt x="944" y="4079"/>
                    <a:pt x="832" y="4106"/>
                    <a:pt x="703" y="4180"/>
                  </a:cubicBezTo>
                  <a:cubicBezTo>
                    <a:pt x="242" y="4449"/>
                    <a:pt x="1" y="5662"/>
                    <a:pt x="579" y="6167"/>
                  </a:cubicBezTo>
                  <a:cubicBezTo>
                    <a:pt x="811" y="6370"/>
                    <a:pt x="1050" y="6431"/>
                    <a:pt x="1254" y="6431"/>
                  </a:cubicBezTo>
                  <a:cubicBezTo>
                    <a:pt x="1563" y="6431"/>
                    <a:pt x="1791" y="6291"/>
                    <a:pt x="1791" y="6291"/>
                  </a:cubicBezTo>
                  <a:cubicBezTo>
                    <a:pt x="1791" y="6291"/>
                    <a:pt x="2037" y="7116"/>
                    <a:pt x="3419" y="8132"/>
                  </a:cubicBezTo>
                  <a:cubicBezTo>
                    <a:pt x="4350" y="8820"/>
                    <a:pt x="6286" y="9287"/>
                    <a:pt x="7521" y="9287"/>
                  </a:cubicBezTo>
                  <a:cubicBezTo>
                    <a:pt x="8117" y="9287"/>
                    <a:pt x="8550" y="9178"/>
                    <a:pt x="8628" y="8934"/>
                  </a:cubicBezTo>
                  <a:cubicBezTo>
                    <a:pt x="8874" y="8182"/>
                    <a:pt x="8022" y="1491"/>
                    <a:pt x="6787" y="498"/>
                  </a:cubicBezTo>
                  <a:cubicBezTo>
                    <a:pt x="6369" y="160"/>
                    <a:pt x="5673" y="1"/>
                    <a:pt x="4923"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59"/>
            <p:cNvSpPr/>
            <p:nvPr/>
          </p:nvSpPr>
          <p:spPr>
            <a:xfrm flipH="1">
              <a:off x="4728333" y="1737925"/>
              <a:ext cx="183214" cy="117303"/>
            </a:xfrm>
            <a:custGeom>
              <a:rect b="b" l="l" r="r" t="t"/>
              <a:pathLst>
                <a:path extrusionOk="0" h="5195" w="8114">
                  <a:moveTo>
                    <a:pt x="4859" y="0"/>
                  </a:moveTo>
                  <a:cubicBezTo>
                    <a:pt x="3831" y="0"/>
                    <a:pt x="2598" y="217"/>
                    <a:pt x="1710" y="615"/>
                  </a:cubicBezTo>
                  <a:cubicBezTo>
                    <a:pt x="211" y="1285"/>
                    <a:pt x="1" y="2260"/>
                    <a:pt x="147" y="2894"/>
                  </a:cubicBezTo>
                  <a:cubicBezTo>
                    <a:pt x="288" y="3531"/>
                    <a:pt x="524" y="4894"/>
                    <a:pt x="524" y="4894"/>
                  </a:cubicBezTo>
                  <a:cubicBezTo>
                    <a:pt x="524" y="4894"/>
                    <a:pt x="844" y="5195"/>
                    <a:pt x="1277" y="5195"/>
                  </a:cubicBezTo>
                  <a:cubicBezTo>
                    <a:pt x="1359" y="5195"/>
                    <a:pt x="1444" y="5184"/>
                    <a:pt x="1532" y="5159"/>
                  </a:cubicBezTo>
                  <a:cubicBezTo>
                    <a:pt x="2089" y="4999"/>
                    <a:pt x="1646" y="3965"/>
                    <a:pt x="1628" y="3487"/>
                  </a:cubicBezTo>
                  <a:cubicBezTo>
                    <a:pt x="1614" y="3007"/>
                    <a:pt x="2872" y="2370"/>
                    <a:pt x="3861" y="2370"/>
                  </a:cubicBezTo>
                  <a:cubicBezTo>
                    <a:pt x="4333" y="2370"/>
                    <a:pt x="5097" y="2439"/>
                    <a:pt x="5819" y="2439"/>
                  </a:cubicBezTo>
                  <a:cubicBezTo>
                    <a:pt x="6602" y="2439"/>
                    <a:pt x="7338" y="2358"/>
                    <a:pt x="7603" y="2019"/>
                  </a:cubicBezTo>
                  <a:cubicBezTo>
                    <a:pt x="8114" y="1367"/>
                    <a:pt x="6650" y="952"/>
                    <a:pt x="6650" y="952"/>
                  </a:cubicBezTo>
                  <a:cubicBezTo>
                    <a:pt x="6650" y="952"/>
                    <a:pt x="7334" y="838"/>
                    <a:pt x="6505" y="314"/>
                  </a:cubicBezTo>
                  <a:cubicBezTo>
                    <a:pt x="6168" y="101"/>
                    <a:pt x="5561" y="0"/>
                    <a:pt x="485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9"/>
            <p:cNvSpPr/>
            <p:nvPr/>
          </p:nvSpPr>
          <p:spPr>
            <a:xfrm flipH="1">
              <a:off x="4761486" y="1813587"/>
              <a:ext cx="24612" cy="23641"/>
            </a:xfrm>
            <a:custGeom>
              <a:rect b="b" l="l" r="r" t="t"/>
              <a:pathLst>
                <a:path extrusionOk="0" h="1047" w="1090">
                  <a:moveTo>
                    <a:pt x="997" y="0"/>
                  </a:moveTo>
                  <a:cubicBezTo>
                    <a:pt x="819" y="0"/>
                    <a:pt x="428" y="29"/>
                    <a:pt x="242" y="268"/>
                  </a:cubicBezTo>
                  <a:cubicBezTo>
                    <a:pt x="0" y="586"/>
                    <a:pt x="128" y="1047"/>
                    <a:pt x="128" y="1047"/>
                  </a:cubicBezTo>
                  <a:cubicBezTo>
                    <a:pt x="128" y="1047"/>
                    <a:pt x="124" y="655"/>
                    <a:pt x="288" y="395"/>
                  </a:cubicBezTo>
                  <a:cubicBezTo>
                    <a:pt x="448" y="136"/>
                    <a:pt x="1090" y="3"/>
                    <a:pt x="1090" y="3"/>
                  </a:cubicBezTo>
                  <a:cubicBezTo>
                    <a:pt x="1090" y="3"/>
                    <a:pt x="1054" y="0"/>
                    <a:pt x="99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9"/>
            <p:cNvSpPr/>
            <p:nvPr/>
          </p:nvSpPr>
          <p:spPr>
            <a:xfrm flipH="1">
              <a:off x="4820236" y="1825193"/>
              <a:ext cx="36557" cy="14406"/>
            </a:xfrm>
            <a:custGeom>
              <a:rect b="b" l="l" r="r" t="t"/>
              <a:pathLst>
                <a:path extrusionOk="0" h="638" w="1619">
                  <a:moveTo>
                    <a:pt x="795" y="0"/>
                  </a:moveTo>
                  <a:cubicBezTo>
                    <a:pt x="464" y="0"/>
                    <a:pt x="84" y="49"/>
                    <a:pt x="1" y="104"/>
                  </a:cubicBezTo>
                  <a:cubicBezTo>
                    <a:pt x="1" y="104"/>
                    <a:pt x="182" y="97"/>
                    <a:pt x="405" y="97"/>
                  </a:cubicBezTo>
                  <a:cubicBezTo>
                    <a:pt x="661" y="97"/>
                    <a:pt x="973" y="106"/>
                    <a:pt x="1122" y="146"/>
                  </a:cubicBezTo>
                  <a:cubicBezTo>
                    <a:pt x="1400" y="223"/>
                    <a:pt x="1618" y="638"/>
                    <a:pt x="1618" y="638"/>
                  </a:cubicBezTo>
                  <a:cubicBezTo>
                    <a:pt x="1618" y="638"/>
                    <a:pt x="1509" y="173"/>
                    <a:pt x="1259" y="59"/>
                  </a:cubicBezTo>
                  <a:cubicBezTo>
                    <a:pt x="1166" y="17"/>
                    <a:pt x="989" y="0"/>
                    <a:pt x="79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9"/>
            <p:cNvSpPr/>
            <p:nvPr/>
          </p:nvSpPr>
          <p:spPr>
            <a:xfrm flipH="1">
              <a:off x="4781017" y="1821151"/>
              <a:ext cx="24115" cy="52408"/>
            </a:xfrm>
            <a:custGeom>
              <a:rect b="b" l="l" r="r" t="t"/>
              <a:pathLst>
                <a:path extrusionOk="0" h="2321" w="1068">
                  <a:moveTo>
                    <a:pt x="132" y="1"/>
                  </a:moveTo>
                  <a:lnTo>
                    <a:pt x="1" y="55"/>
                  </a:lnTo>
                  <a:lnTo>
                    <a:pt x="811" y="2075"/>
                  </a:lnTo>
                  <a:lnTo>
                    <a:pt x="92" y="1814"/>
                  </a:lnTo>
                  <a:lnTo>
                    <a:pt x="41" y="1951"/>
                  </a:lnTo>
                  <a:lnTo>
                    <a:pt x="1067" y="2321"/>
                  </a:lnTo>
                  <a:lnTo>
                    <a:pt x="132"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9"/>
            <p:cNvSpPr/>
            <p:nvPr/>
          </p:nvSpPr>
          <p:spPr>
            <a:xfrm flipH="1">
              <a:off x="4891858" y="1860574"/>
              <a:ext cx="17319" cy="12893"/>
            </a:xfrm>
            <a:custGeom>
              <a:rect b="b" l="l" r="r" t="t"/>
              <a:pathLst>
                <a:path extrusionOk="0" h="571" w="767">
                  <a:moveTo>
                    <a:pt x="9" y="0"/>
                  </a:moveTo>
                  <a:cubicBezTo>
                    <a:pt x="4" y="0"/>
                    <a:pt x="1" y="1"/>
                    <a:pt x="1" y="1"/>
                  </a:cubicBezTo>
                  <a:lnTo>
                    <a:pt x="5" y="110"/>
                  </a:lnTo>
                  <a:cubicBezTo>
                    <a:pt x="6" y="110"/>
                    <a:pt x="9" y="110"/>
                    <a:pt x="13" y="110"/>
                  </a:cubicBezTo>
                  <a:cubicBezTo>
                    <a:pt x="82" y="110"/>
                    <a:pt x="524" y="122"/>
                    <a:pt x="661" y="570"/>
                  </a:cubicBezTo>
                  <a:lnTo>
                    <a:pt x="766" y="539"/>
                  </a:lnTo>
                  <a:cubicBezTo>
                    <a:pt x="604" y="17"/>
                    <a:pt x="81" y="0"/>
                    <a:pt x="9"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9"/>
            <p:cNvSpPr/>
            <p:nvPr/>
          </p:nvSpPr>
          <p:spPr>
            <a:xfrm flipH="1">
              <a:off x="4759632" y="1877870"/>
              <a:ext cx="81717" cy="42202"/>
            </a:xfrm>
            <a:custGeom>
              <a:rect b="b" l="l" r="r" t="t"/>
              <a:pathLst>
                <a:path extrusionOk="0" h="1869" w="3619">
                  <a:moveTo>
                    <a:pt x="0" y="0"/>
                  </a:moveTo>
                  <a:cubicBezTo>
                    <a:pt x="0" y="0"/>
                    <a:pt x="433" y="1586"/>
                    <a:pt x="1906" y="1846"/>
                  </a:cubicBezTo>
                  <a:cubicBezTo>
                    <a:pt x="1996" y="1861"/>
                    <a:pt x="2081" y="1869"/>
                    <a:pt x="2162" y="1869"/>
                  </a:cubicBezTo>
                  <a:cubicBezTo>
                    <a:pt x="3410" y="1869"/>
                    <a:pt x="3619" y="101"/>
                    <a:pt x="3619" y="101"/>
                  </a:cubicBezTo>
                  <a:lnTo>
                    <a:pt x="0"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9"/>
            <p:cNvSpPr/>
            <p:nvPr/>
          </p:nvSpPr>
          <p:spPr>
            <a:xfrm flipH="1">
              <a:off x="4770833" y="1878389"/>
              <a:ext cx="50873" cy="11538"/>
            </a:xfrm>
            <a:custGeom>
              <a:rect b="b" l="l" r="r" t="t"/>
              <a:pathLst>
                <a:path extrusionOk="0" h="511" w="2253">
                  <a:moveTo>
                    <a:pt x="1" y="0"/>
                  </a:moveTo>
                  <a:cubicBezTo>
                    <a:pt x="1" y="0"/>
                    <a:pt x="169" y="433"/>
                    <a:pt x="939" y="501"/>
                  </a:cubicBezTo>
                  <a:cubicBezTo>
                    <a:pt x="1015" y="507"/>
                    <a:pt x="1086" y="510"/>
                    <a:pt x="1155" y="510"/>
                  </a:cubicBezTo>
                  <a:cubicBezTo>
                    <a:pt x="1787" y="510"/>
                    <a:pt x="2133" y="262"/>
                    <a:pt x="2252" y="78"/>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9"/>
            <p:cNvSpPr/>
            <p:nvPr/>
          </p:nvSpPr>
          <p:spPr>
            <a:xfrm flipH="1">
              <a:off x="4771668" y="1906974"/>
              <a:ext cx="44076" cy="13254"/>
            </a:xfrm>
            <a:custGeom>
              <a:rect b="b" l="l" r="r" t="t"/>
              <a:pathLst>
                <a:path extrusionOk="0" h="587" w="1952">
                  <a:moveTo>
                    <a:pt x="1833" y="1"/>
                  </a:moveTo>
                  <a:cubicBezTo>
                    <a:pt x="1833" y="1"/>
                    <a:pt x="1423" y="261"/>
                    <a:pt x="993" y="261"/>
                  </a:cubicBezTo>
                  <a:cubicBezTo>
                    <a:pt x="986" y="261"/>
                    <a:pt x="979" y="261"/>
                    <a:pt x="972" y="261"/>
                  </a:cubicBezTo>
                  <a:cubicBezTo>
                    <a:pt x="534" y="251"/>
                    <a:pt x="152" y="70"/>
                    <a:pt x="152" y="70"/>
                  </a:cubicBezTo>
                  <a:lnTo>
                    <a:pt x="1" y="261"/>
                  </a:lnTo>
                  <a:cubicBezTo>
                    <a:pt x="1" y="261"/>
                    <a:pt x="229" y="507"/>
                    <a:pt x="972" y="579"/>
                  </a:cubicBezTo>
                  <a:cubicBezTo>
                    <a:pt x="1020" y="584"/>
                    <a:pt x="1067" y="587"/>
                    <a:pt x="1111" y="587"/>
                  </a:cubicBezTo>
                  <a:cubicBezTo>
                    <a:pt x="1745" y="587"/>
                    <a:pt x="1952" y="129"/>
                    <a:pt x="1952" y="129"/>
                  </a:cubicBezTo>
                  <a:lnTo>
                    <a:pt x="183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9"/>
            <p:cNvSpPr/>
            <p:nvPr/>
          </p:nvSpPr>
          <p:spPr>
            <a:xfrm flipH="1">
              <a:off x="4776817" y="1902390"/>
              <a:ext cx="29873" cy="10906"/>
            </a:xfrm>
            <a:custGeom>
              <a:rect b="b" l="l" r="r" t="t"/>
              <a:pathLst>
                <a:path extrusionOk="0" h="483" w="1323">
                  <a:moveTo>
                    <a:pt x="689" y="0"/>
                  </a:moveTo>
                  <a:cubicBezTo>
                    <a:pt x="667" y="0"/>
                    <a:pt x="644" y="1"/>
                    <a:pt x="621" y="4"/>
                  </a:cubicBezTo>
                  <a:cubicBezTo>
                    <a:pt x="234" y="44"/>
                    <a:pt x="1" y="368"/>
                    <a:pt x="1" y="368"/>
                  </a:cubicBezTo>
                  <a:cubicBezTo>
                    <a:pt x="192" y="452"/>
                    <a:pt x="377" y="483"/>
                    <a:pt x="545" y="483"/>
                  </a:cubicBezTo>
                  <a:cubicBezTo>
                    <a:pt x="994" y="483"/>
                    <a:pt x="1322" y="263"/>
                    <a:pt x="1322" y="263"/>
                  </a:cubicBezTo>
                  <a:cubicBezTo>
                    <a:pt x="1322" y="263"/>
                    <a:pt x="1044" y="0"/>
                    <a:pt x="68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9"/>
            <p:cNvSpPr/>
            <p:nvPr/>
          </p:nvSpPr>
          <p:spPr>
            <a:xfrm flipH="1">
              <a:off x="4621086" y="2835942"/>
              <a:ext cx="120668" cy="680064"/>
            </a:xfrm>
            <a:custGeom>
              <a:rect b="b" l="l" r="r" t="t"/>
              <a:pathLst>
                <a:path extrusionOk="0" h="30118" w="5344">
                  <a:moveTo>
                    <a:pt x="133" y="1"/>
                  </a:moveTo>
                  <a:cubicBezTo>
                    <a:pt x="60" y="1"/>
                    <a:pt x="1" y="60"/>
                    <a:pt x="1" y="132"/>
                  </a:cubicBezTo>
                  <a:lnTo>
                    <a:pt x="1" y="29985"/>
                  </a:lnTo>
                  <a:cubicBezTo>
                    <a:pt x="1" y="30058"/>
                    <a:pt x="60" y="30117"/>
                    <a:pt x="133" y="30117"/>
                  </a:cubicBezTo>
                  <a:lnTo>
                    <a:pt x="5211" y="30117"/>
                  </a:lnTo>
                  <a:cubicBezTo>
                    <a:pt x="5283" y="30117"/>
                    <a:pt x="5343" y="30058"/>
                    <a:pt x="5343" y="29985"/>
                  </a:cubicBezTo>
                  <a:lnTo>
                    <a:pt x="5343" y="132"/>
                  </a:lnTo>
                  <a:cubicBezTo>
                    <a:pt x="5343" y="60"/>
                    <a:pt x="5283" y="1"/>
                    <a:pt x="521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9"/>
            <p:cNvSpPr/>
            <p:nvPr/>
          </p:nvSpPr>
          <p:spPr>
            <a:xfrm flipH="1">
              <a:off x="4642516" y="3528823"/>
              <a:ext cx="56540" cy="612663"/>
            </a:xfrm>
            <a:custGeom>
              <a:rect b="b" l="l" r="r" t="t"/>
              <a:pathLst>
                <a:path extrusionOk="0" h="27133" w="2504">
                  <a:moveTo>
                    <a:pt x="1" y="0"/>
                  </a:moveTo>
                  <a:lnTo>
                    <a:pt x="1" y="27132"/>
                  </a:lnTo>
                  <a:lnTo>
                    <a:pt x="2504" y="27132"/>
                  </a:lnTo>
                  <a:lnTo>
                    <a:pt x="2504"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9"/>
            <p:cNvSpPr/>
            <p:nvPr/>
          </p:nvSpPr>
          <p:spPr>
            <a:xfrm flipH="1">
              <a:off x="4621086" y="3934884"/>
              <a:ext cx="120668" cy="80611"/>
            </a:xfrm>
            <a:custGeom>
              <a:rect b="b" l="l" r="r" t="t"/>
              <a:pathLst>
                <a:path extrusionOk="0" h="3570" w="5344">
                  <a:moveTo>
                    <a:pt x="1" y="0"/>
                  </a:moveTo>
                  <a:lnTo>
                    <a:pt x="1" y="3569"/>
                  </a:lnTo>
                  <a:lnTo>
                    <a:pt x="5343" y="3569"/>
                  </a:lnTo>
                  <a:lnTo>
                    <a:pt x="5343"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9"/>
            <p:cNvSpPr/>
            <p:nvPr/>
          </p:nvSpPr>
          <p:spPr>
            <a:xfrm flipH="1">
              <a:off x="4621086" y="3413038"/>
              <a:ext cx="120668" cy="521892"/>
            </a:xfrm>
            <a:custGeom>
              <a:rect b="b" l="l" r="r" t="t"/>
              <a:pathLst>
                <a:path extrusionOk="0" h="23113" w="5344">
                  <a:moveTo>
                    <a:pt x="2180" y="0"/>
                  </a:moveTo>
                  <a:cubicBezTo>
                    <a:pt x="981" y="0"/>
                    <a:pt x="1" y="980"/>
                    <a:pt x="1" y="2179"/>
                  </a:cubicBezTo>
                  <a:lnTo>
                    <a:pt x="1" y="23112"/>
                  </a:lnTo>
                  <a:lnTo>
                    <a:pt x="5343" y="23112"/>
                  </a:lnTo>
                  <a:lnTo>
                    <a:pt x="5343" y="2179"/>
                  </a:lnTo>
                  <a:cubicBezTo>
                    <a:pt x="5343" y="980"/>
                    <a:pt x="4359" y="0"/>
                    <a:pt x="316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9"/>
            <p:cNvSpPr/>
            <p:nvPr/>
          </p:nvSpPr>
          <p:spPr>
            <a:xfrm flipH="1">
              <a:off x="4373814" y="4266659"/>
              <a:ext cx="325242" cy="41592"/>
            </a:xfrm>
            <a:custGeom>
              <a:rect b="b" l="l" r="r" t="t"/>
              <a:pathLst>
                <a:path extrusionOk="0" h="1842" w="14404">
                  <a:moveTo>
                    <a:pt x="1" y="1"/>
                  </a:moveTo>
                  <a:lnTo>
                    <a:pt x="1" y="1842"/>
                  </a:lnTo>
                  <a:lnTo>
                    <a:pt x="14404" y="1842"/>
                  </a:lnTo>
                  <a:cubicBezTo>
                    <a:pt x="14404" y="1842"/>
                    <a:pt x="14353" y="1655"/>
                    <a:pt x="14067"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59"/>
            <p:cNvSpPr/>
            <p:nvPr/>
          </p:nvSpPr>
          <p:spPr>
            <a:xfrm flipH="1">
              <a:off x="4381423" y="4116103"/>
              <a:ext cx="317633" cy="150586"/>
            </a:xfrm>
            <a:custGeom>
              <a:rect b="b" l="l" r="r" t="t"/>
              <a:pathLst>
                <a:path extrusionOk="0" h="6669" w="14067">
                  <a:moveTo>
                    <a:pt x="1" y="1"/>
                  </a:moveTo>
                  <a:lnTo>
                    <a:pt x="1" y="6669"/>
                  </a:lnTo>
                  <a:lnTo>
                    <a:pt x="14067" y="6669"/>
                  </a:lnTo>
                  <a:cubicBezTo>
                    <a:pt x="14057" y="6637"/>
                    <a:pt x="14052" y="6600"/>
                    <a:pt x="14048" y="6568"/>
                  </a:cubicBezTo>
                  <a:cubicBezTo>
                    <a:pt x="13743" y="4818"/>
                    <a:pt x="8970" y="4431"/>
                    <a:pt x="6054" y="4149"/>
                  </a:cubicBezTo>
                  <a:cubicBezTo>
                    <a:pt x="3137" y="3865"/>
                    <a:pt x="3547" y="1"/>
                    <a:pt x="3547" y="1"/>
                  </a:cubicBezTo>
                  <a:close/>
                </a:path>
              </a:pathLst>
            </a:custGeom>
            <a:solidFill>
              <a:srgbClr val="0E0E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9"/>
            <p:cNvSpPr/>
            <p:nvPr/>
          </p:nvSpPr>
          <p:spPr>
            <a:xfrm flipH="1">
              <a:off x="4405929" y="4232904"/>
              <a:ext cx="145325" cy="34186"/>
            </a:xfrm>
            <a:custGeom>
              <a:rect b="b" l="l" r="r" t="t"/>
              <a:pathLst>
                <a:path extrusionOk="0" h="1514" w="6436">
                  <a:moveTo>
                    <a:pt x="4121" y="0"/>
                  </a:moveTo>
                  <a:cubicBezTo>
                    <a:pt x="3512" y="0"/>
                    <a:pt x="2867" y="9"/>
                    <a:pt x="2302" y="37"/>
                  </a:cubicBezTo>
                  <a:cubicBezTo>
                    <a:pt x="584" y="124"/>
                    <a:pt x="5" y="1464"/>
                    <a:pt x="1" y="1477"/>
                  </a:cubicBezTo>
                  <a:lnTo>
                    <a:pt x="87" y="1513"/>
                  </a:lnTo>
                  <a:cubicBezTo>
                    <a:pt x="91" y="1500"/>
                    <a:pt x="647" y="215"/>
                    <a:pt x="2306" y="133"/>
                  </a:cubicBezTo>
                  <a:cubicBezTo>
                    <a:pt x="2884" y="103"/>
                    <a:pt x="3547" y="94"/>
                    <a:pt x="4169" y="94"/>
                  </a:cubicBezTo>
                  <a:cubicBezTo>
                    <a:pt x="5367" y="94"/>
                    <a:pt x="6416" y="130"/>
                    <a:pt x="6431" y="133"/>
                  </a:cubicBezTo>
                  <a:lnTo>
                    <a:pt x="6436" y="37"/>
                  </a:lnTo>
                  <a:cubicBezTo>
                    <a:pt x="6417" y="37"/>
                    <a:pt x="5340" y="0"/>
                    <a:pt x="41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9"/>
            <p:cNvSpPr/>
            <p:nvPr/>
          </p:nvSpPr>
          <p:spPr>
            <a:xfrm flipH="1">
              <a:off x="4549895" y="4116103"/>
              <a:ext cx="110258" cy="105426"/>
            </a:xfrm>
            <a:custGeom>
              <a:rect b="b" l="l" r="r" t="t"/>
              <a:pathLst>
                <a:path extrusionOk="0" h="4669" w="4883">
                  <a:moveTo>
                    <a:pt x="28" y="1"/>
                  </a:moveTo>
                  <a:cubicBezTo>
                    <a:pt x="24" y="165"/>
                    <a:pt x="1" y="3970"/>
                    <a:pt x="1469" y="4490"/>
                  </a:cubicBezTo>
                  <a:cubicBezTo>
                    <a:pt x="1838" y="4618"/>
                    <a:pt x="2234" y="4668"/>
                    <a:pt x="2631" y="4668"/>
                  </a:cubicBezTo>
                  <a:cubicBezTo>
                    <a:pt x="3780" y="4668"/>
                    <a:pt x="4868" y="4248"/>
                    <a:pt x="4883" y="4244"/>
                  </a:cubicBezTo>
                  <a:lnTo>
                    <a:pt x="4851" y="4157"/>
                  </a:lnTo>
                  <a:cubicBezTo>
                    <a:pt x="4834" y="4161"/>
                    <a:pt x="3758" y="4577"/>
                    <a:pt x="2624" y="4577"/>
                  </a:cubicBezTo>
                  <a:cubicBezTo>
                    <a:pt x="2242" y="4577"/>
                    <a:pt x="1853" y="4530"/>
                    <a:pt x="1496" y="4404"/>
                  </a:cubicBezTo>
                  <a:cubicBezTo>
                    <a:pt x="97" y="3907"/>
                    <a:pt x="120" y="41"/>
                    <a:pt x="1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9"/>
            <p:cNvSpPr/>
            <p:nvPr/>
          </p:nvSpPr>
          <p:spPr>
            <a:xfrm flipH="1">
              <a:off x="4616054" y="4126715"/>
              <a:ext cx="43060" cy="29444"/>
            </a:xfrm>
            <a:custGeom>
              <a:rect b="b" l="l" r="r" t="t"/>
              <a:pathLst>
                <a:path extrusionOk="0" h="1304" w="1907">
                  <a:moveTo>
                    <a:pt x="51" y="0"/>
                  </a:moveTo>
                  <a:lnTo>
                    <a:pt x="1" y="78"/>
                  </a:lnTo>
                  <a:lnTo>
                    <a:pt x="1856" y="1304"/>
                  </a:lnTo>
                  <a:lnTo>
                    <a:pt x="1906" y="1226"/>
                  </a:lnTo>
                  <a:lnTo>
                    <a:pt x="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9"/>
            <p:cNvSpPr/>
            <p:nvPr/>
          </p:nvSpPr>
          <p:spPr>
            <a:xfrm flipH="1">
              <a:off x="4618628" y="4134437"/>
              <a:ext cx="37686" cy="21835"/>
            </a:xfrm>
            <a:custGeom>
              <a:rect b="b" l="l" r="r" t="t"/>
              <a:pathLst>
                <a:path extrusionOk="0" h="967" w="1669">
                  <a:moveTo>
                    <a:pt x="1622" y="0"/>
                  </a:moveTo>
                  <a:lnTo>
                    <a:pt x="0" y="884"/>
                  </a:lnTo>
                  <a:lnTo>
                    <a:pt x="41" y="966"/>
                  </a:lnTo>
                  <a:lnTo>
                    <a:pt x="1668" y="77"/>
                  </a:lnTo>
                  <a:lnTo>
                    <a:pt x="162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9"/>
            <p:cNvSpPr/>
            <p:nvPr/>
          </p:nvSpPr>
          <p:spPr>
            <a:xfrm flipH="1">
              <a:off x="4604042" y="4167357"/>
              <a:ext cx="50037" cy="19374"/>
            </a:xfrm>
            <a:custGeom>
              <a:rect b="b" l="l" r="r" t="t"/>
              <a:pathLst>
                <a:path extrusionOk="0" h="858" w="2216">
                  <a:moveTo>
                    <a:pt x="33" y="1"/>
                  </a:moveTo>
                  <a:lnTo>
                    <a:pt x="1" y="87"/>
                  </a:lnTo>
                  <a:lnTo>
                    <a:pt x="2184" y="857"/>
                  </a:lnTo>
                  <a:lnTo>
                    <a:pt x="2216" y="766"/>
                  </a:lnTo>
                  <a:lnTo>
                    <a:pt x="3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9"/>
            <p:cNvSpPr/>
            <p:nvPr/>
          </p:nvSpPr>
          <p:spPr>
            <a:xfrm flipH="1">
              <a:off x="4612464" y="4167447"/>
              <a:ext cx="35428" cy="24838"/>
            </a:xfrm>
            <a:custGeom>
              <a:rect b="b" l="l" r="r" t="t"/>
              <a:pathLst>
                <a:path extrusionOk="0" h="1100" w="1569">
                  <a:moveTo>
                    <a:pt x="1519" y="1"/>
                  </a:moveTo>
                  <a:lnTo>
                    <a:pt x="0" y="1022"/>
                  </a:lnTo>
                  <a:lnTo>
                    <a:pt x="51" y="1099"/>
                  </a:lnTo>
                  <a:lnTo>
                    <a:pt x="1569" y="79"/>
                  </a:lnTo>
                  <a:lnTo>
                    <a:pt x="15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9"/>
            <p:cNvSpPr/>
            <p:nvPr/>
          </p:nvSpPr>
          <p:spPr>
            <a:xfrm flipH="1">
              <a:off x="4789886" y="2835942"/>
              <a:ext cx="120622" cy="680064"/>
            </a:xfrm>
            <a:custGeom>
              <a:rect b="b" l="l" r="r" t="t"/>
              <a:pathLst>
                <a:path extrusionOk="0" h="30118" w="5342">
                  <a:moveTo>
                    <a:pt x="133" y="1"/>
                  </a:moveTo>
                  <a:cubicBezTo>
                    <a:pt x="60" y="1"/>
                    <a:pt x="0" y="60"/>
                    <a:pt x="0" y="132"/>
                  </a:cubicBezTo>
                  <a:lnTo>
                    <a:pt x="0" y="29985"/>
                  </a:lnTo>
                  <a:cubicBezTo>
                    <a:pt x="0" y="30058"/>
                    <a:pt x="60" y="30117"/>
                    <a:pt x="133" y="30117"/>
                  </a:cubicBezTo>
                  <a:lnTo>
                    <a:pt x="5209" y="30117"/>
                  </a:lnTo>
                  <a:cubicBezTo>
                    <a:pt x="5283" y="30117"/>
                    <a:pt x="5342" y="30058"/>
                    <a:pt x="5342" y="29985"/>
                  </a:cubicBezTo>
                  <a:lnTo>
                    <a:pt x="5342" y="132"/>
                  </a:lnTo>
                  <a:cubicBezTo>
                    <a:pt x="5342" y="60"/>
                    <a:pt x="5283" y="1"/>
                    <a:pt x="520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9"/>
            <p:cNvSpPr/>
            <p:nvPr/>
          </p:nvSpPr>
          <p:spPr>
            <a:xfrm flipH="1">
              <a:off x="4816329" y="3528823"/>
              <a:ext cx="56427" cy="612663"/>
            </a:xfrm>
            <a:custGeom>
              <a:rect b="b" l="l" r="r" t="t"/>
              <a:pathLst>
                <a:path extrusionOk="0" h="27133" w="2499">
                  <a:moveTo>
                    <a:pt x="1" y="0"/>
                  </a:moveTo>
                  <a:lnTo>
                    <a:pt x="1" y="27132"/>
                  </a:lnTo>
                  <a:lnTo>
                    <a:pt x="2498" y="27132"/>
                  </a:lnTo>
                  <a:lnTo>
                    <a:pt x="2498"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59"/>
            <p:cNvSpPr/>
            <p:nvPr/>
          </p:nvSpPr>
          <p:spPr>
            <a:xfrm flipH="1">
              <a:off x="4789886" y="3413038"/>
              <a:ext cx="120622" cy="521892"/>
            </a:xfrm>
            <a:custGeom>
              <a:rect b="b" l="l" r="r" t="t"/>
              <a:pathLst>
                <a:path extrusionOk="0" h="23113" w="5342">
                  <a:moveTo>
                    <a:pt x="2179" y="0"/>
                  </a:moveTo>
                  <a:cubicBezTo>
                    <a:pt x="981" y="0"/>
                    <a:pt x="0" y="980"/>
                    <a:pt x="0" y="2179"/>
                  </a:cubicBezTo>
                  <a:lnTo>
                    <a:pt x="0" y="23112"/>
                  </a:lnTo>
                  <a:lnTo>
                    <a:pt x="5342" y="23112"/>
                  </a:lnTo>
                  <a:lnTo>
                    <a:pt x="5342" y="2179"/>
                  </a:lnTo>
                  <a:cubicBezTo>
                    <a:pt x="5342" y="980"/>
                    <a:pt x="4357" y="0"/>
                    <a:pt x="315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9"/>
            <p:cNvSpPr/>
            <p:nvPr/>
          </p:nvSpPr>
          <p:spPr>
            <a:xfrm flipH="1">
              <a:off x="4789886" y="3934884"/>
              <a:ext cx="120622" cy="80611"/>
            </a:xfrm>
            <a:custGeom>
              <a:rect b="b" l="l" r="r" t="t"/>
              <a:pathLst>
                <a:path extrusionOk="0" h="3570" w="5342">
                  <a:moveTo>
                    <a:pt x="0" y="0"/>
                  </a:moveTo>
                  <a:lnTo>
                    <a:pt x="0" y="3569"/>
                  </a:lnTo>
                  <a:lnTo>
                    <a:pt x="5342" y="3569"/>
                  </a:lnTo>
                  <a:lnTo>
                    <a:pt x="5342"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9"/>
            <p:cNvSpPr/>
            <p:nvPr/>
          </p:nvSpPr>
          <p:spPr>
            <a:xfrm flipH="1">
              <a:off x="4557381" y="4266659"/>
              <a:ext cx="325152" cy="41592"/>
            </a:xfrm>
            <a:custGeom>
              <a:rect b="b" l="l" r="r" t="t"/>
              <a:pathLst>
                <a:path extrusionOk="0" h="1842" w="14400">
                  <a:moveTo>
                    <a:pt x="1" y="1"/>
                  </a:moveTo>
                  <a:lnTo>
                    <a:pt x="1" y="1842"/>
                  </a:lnTo>
                  <a:lnTo>
                    <a:pt x="14399" y="1842"/>
                  </a:lnTo>
                  <a:cubicBezTo>
                    <a:pt x="14399" y="1842"/>
                    <a:pt x="14349" y="1655"/>
                    <a:pt x="1406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9"/>
            <p:cNvSpPr/>
            <p:nvPr/>
          </p:nvSpPr>
          <p:spPr>
            <a:xfrm flipH="1">
              <a:off x="4565013" y="4116103"/>
              <a:ext cx="317520" cy="150586"/>
            </a:xfrm>
            <a:custGeom>
              <a:rect b="b" l="l" r="r" t="t"/>
              <a:pathLst>
                <a:path extrusionOk="0" h="6669" w="14062">
                  <a:moveTo>
                    <a:pt x="1" y="1"/>
                  </a:moveTo>
                  <a:lnTo>
                    <a:pt x="1" y="6669"/>
                  </a:lnTo>
                  <a:lnTo>
                    <a:pt x="14061" y="6669"/>
                  </a:lnTo>
                  <a:cubicBezTo>
                    <a:pt x="14057" y="6637"/>
                    <a:pt x="14052" y="6600"/>
                    <a:pt x="14044" y="6568"/>
                  </a:cubicBezTo>
                  <a:cubicBezTo>
                    <a:pt x="13743" y="4818"/>
                    <a:pt x="8966" y="4431"/>
                    <a:pt x="6049" y="4149"/>
                  </a:cubicBezTo>
                  <a:cubicBezTo>
                    <a:pt x="3132" y="3865"/>
                    <a:pt x="3543" y="1"/>
                    <a:pt x="3543" y="1"/>
                  </a:cubicBezTo>
                  <a:close/>
                </a:path>
              </a:pathLst>
            </a:custGeom>
            <a:solidFill>
              <a:srgbClr val="0E0E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59"/>
            <p:cNvSpPr/>
            <p:nvPr/>
          </p:nvSpPr>
          <p:spPr>
            <a:xfrm flipH="1">
              <a:off x="4589497" y="4232904"/>
              <a:ext cx="145370" cy="34186"/>
            </a:xfrm>
            <a:custGeom>
              <a:rect b="b" l="l" r="r" t="t"/>
              <a:pathLst>
                <a:path extrusionOk="0" h="1514" w="6438">
                  <a:moveTo>
                    <a:pt x="4127" y="0"/>
                  </a:moveTo>
                  <a:cubicBezTo>
                    <a:pt x="3518" y="0"/>
                    <a:pt x="2873" y="9"/>
                    <a:pt x="2308" y="37"/>
                  </a:cubicBezTo>
                  <a:cubicBezTo>
                    <a:pt x="585" y="124"/>
                    <a:pt x="11" y="1464"/>
                    <a:pt x="1" y="1477"/>
                  </a:cubicBezTo>
                  <a:lnTo>
                    <a:pt x="88" y="1513"/>
                  </a:lnTo>
                  <a:cubicBezTo>
                    <a:pt x="93" y="1500"/>
                    <a:pt x="648" y="215"/>
                    <a:pt x="2312" y="133"/>
                  </a:cubicBezTo>
                  <a:cubicBezTo>
                    <a:pt x="2890" y="103"/>
                    <a:pt x="3552" y="94"/>
                    <a:pt x="4174" y="94"/>
                  </a:cubicBezTo>
                  <a:cubicBezTo>
                    <a:pt x="5370" y="94"/>
                    <a:pt x="6418" y="130"/>
                    <a:pt x="6433" y="133"/>
                  </a:cubicBezTo>
                  <a:lnTo>
                    <a:pt x="6437" y="37"/>
                  </a:lnTo>
                  <a:cubicBezTo>
                    <a:pt x="6422" y="37"/>
                    <a:pt x="5345" y="0"/>
                    <a:pt x="412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9"/>
            <p:cNvSpPr/>
            <p:nvPr/>
          </p:nvSpPr>
          <p:spPr>
            <a:xfrm flipH="1">
              <a:off x="4733371" y="4116103"/>
              <a:ext cx="110258" cy="105426"/>
            </a:xfrm>
            <a:custGeom>
              <a:rect b="b" l="l" r="r" t="t"/>
              <a:pathLst>
                <a:path extrusionOk="0" h="4669" w="4883">
                  <a:moveTo>
                    <a:pt x="24" y="1"/>
                  </a:moveTo>
                  <a:cubicBezTo>
                    <a:pt x="24" y="165"/>
                    <a:pt x="1" y="3970"/>
                    <a:pt x="1464" y="4490"/>
                  </a:cubicBezTo>
                  <a:cubicBezTo>
                    <a:pt x="1833" y="4618"/>
                    <a:pt x="2234" y="4668"/>
                    <a:pt x="2626" y="4668"/>
                  </a:cubicBezTo>
                  <a:cubicBezTo>
                    <a:pt x="3779" y="4668"/>
                    <a:pt x="4864" y="4248"/>
                    <a:pt x="4882" y="4244"/>
                  </a:cubicBezTo>
                  <a:lnTo>
                    <a:pt x="4845" y="4157"/>
                  </a:lnTo>
                  <a:cubicBezTo>
                    <a:pt x="4832" y="4161"/>
                    <a:pt x="3758" y="4577"/>
                    <a:pt x="2624" y="4577"/>
                  </a:cubicBezTo>
                  <a:cubicBezTo>
                    <a:pt x="2242" y="4577"/>
                    <a:pt x="1853" y="4530"/>
                    <a:pt x="1496" y="4404"/>
                  </a:cubicBezTo>
                  <a:cubicBezTo>
                    <a:pt x="92" y="3907"/>
                    <a:pt x="114" y="41"/>
                    <a:pt x="1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9"/>
            <p:cNvSpPr/>
            <p:nvPr/>
          </p:nvSpPr>
          <p:spPr>
            <a:xfrm flipH="1">
              <a:off x="4799531" y="4126715"/>
              <a:ext cx="43060" cy="29444"/>
            </a:xfrm>
            <a:custGeom>
              <a:rect b="b" l="l" r="r" t="t"/>
              <a:pathLst>
                <a:path extrusionOk="0" h="1304" w="1907">
                  <a:moveTo>
                    <a:pt x="51" y="0"/>
                  </a:moveTo>
                  <a:lnTo>
                    <a:pt x="1" y="78"/>
                  </a:lnTo>
                  <a:lnTo>
                    <a:pt x="1856" y="1304"/>
                  </a:lnTo>
                  <a:lnTo>
                    <a:pt x="1906" y="1226"/>
                  </a:lnTo>
                  <a:lnTo>
                    <a:pt x="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9"/>
            <p:cNvSpPr/>
            <p:nvPr/>
          </p:nvSpPr>
          <p:spPr>
            <a:xfrm flipH="1">
              <a:off x="4802241" y="4134437"/>
              <a:ext cx="37686" cy="21835"/>
            </a:xfrm>
            <a:custGeom>
              <a:rect b="b" l="l" r="r" t="t"/>
              <a:pathLst>
                <a:path extrusionOk="0" h="967" w="1669">
                  <a:moveTo>
                    <a:pt x="1624" y="0"/>
                  </a:moveTo>
                  <a:lnTo>
                    <a:pt x="1" y="884"/>
                  </a:lnTo>
                  <a:lnTo>
                    <a:pt x="47" y="966"/>
                  </a:lnTo>
                  <a:lnTo>
                    <a:pt x="1669" y="77"/>
                  </a:lnTo>
                  <a:lnTo>
                    <a:pt x="16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9"/>
            <p:cNvSpPr/>
            <p:nvPr/>
          </p:nvSpPr>
          <p:spPr>
            <a:xfrm flipH="1">
              <a:off x="4787609" y="4167357"/>
              <a:ext cx="50037" cy="19374"/>
            </a:xfrm>
            <a:custGeom>
              <a:rect b="b" l="l" r="r" t="t"/>
              <a:pathLst>
                <a:path extrusionOk="0" h="858" w="2216">
                  <a:moveTo>
                    <a:pt x="32" y="1"/>
                  </a:moveTo>
                  <a:lnTo>
                    <a:pt x="0" y="87"/>
                  </a:lnTo>
                  <a:lnTo>
                    <a:pt x="2188" y="857"/>
                  </a:lnTo>
                  <a:lnTo>
                    <a:pt x="2215" y="766"/>
                  </a:lnTo>
                  <a:lnTo>
                    <a:pt x="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59"/>
            <p:cNvSpPr/>
            <p:nvPr/>
          </p:nvSpPr>
          <p:spPr>
            <a:xfrm flipH="1">
              <a:off x="4795964" y="4167447"/>
              <a:ext cx="35518" cy="24838"/>
            </a:xfrm>
            <a:custGeom>
              <a:rect b="b" l="l" r="r" t="t"/>
              <a:pathLst>
                <a:path extrusionOk="0" h="1100" w="1573">
                  <a:moveTo>
                    <a:pt x="1523" y="1"/>
                  </a:moveTo>
                  <a:lnTo>
                    <a:pt x="1" y="1022"/>
                  </a:lnTo>
                  <a:lnTo>
                    <a:pt x="51" y="1099"/>
                  </a:lnTo>
                  <a:lnTo>
                    <a:pt x="1573" y="79"/>
                  </a:lnTo>
                  <a:lnTo>
                    <a:pt x="15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9"/>
            <p:cNvSpPr/>
            <p:nvPr/>
          </p:nvSpPr>
          <p:spPr>
            <a:xfrm flipH="1">
              <a:off x="4417530" y="2136760"/>
              <a:ext cx="773094" cy="701493"/>
            </a:xfrm>
            <a:custGeom>
              <a:rect b="b" l="l" r="r" t="t"/>
              <a:pathLst>
                <a:path extrusionOk="0" h="31067" w="34238">
                  <a:moveTo>
                    <a:pt x="22470" y="1"/>
                  </a:moveTo>
                  <a:lnTo>
                    <a:pt x="7634" y="649"/>
                  </a:lnTo>
                  <a:cubicBezTo>
                    <a:pt x="3351" y="1337"/>
                    <a:pt x="0" y="1970"/>
                    <a:pt x="69" y="4951"/>
                  </a:cubicBezTo>
                  <a:cubicBezTo>
                    <a:pt x="137" y="7750"/>
                    <a:pt x="6382" y="27744"/>
                    <a:pt x="8054" y="31066"/>
                  </a:cubicBezTo>
                  <a:lnTo>
                    <a:pt x="27857" y="31066"/>
                  </a:lnTo>
                  <a:cubicBezTo>
                    <a:pt x="28103" y="30975"/>
                    <a:pt x="28295" y="30879"/>
                    <a:pt x="28417" y="30780"/>
                  </a:cubicBezTo>
                  <a:cubicBezTo>
                    <a:pt x="30218" y="29253"/>
                    <a:pt x="34237" y="4048"/>
                    <a:pt x="32989" y="2594"/>
                  </a:cubicBezTo>
                  <a:cubicBezTo>
                    <a:pt x="31740" y="1141"/>
                    <a:pt x="22470" y="1"/>
                    <a:pt x="22470"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9"/>
            <p:cNvSpPr/>
            <p:nvPr/>
          </p:nvSpPr>
          <p:spPr>
            <a:xfrm flipH="1">
              <a:off x="4683261" y="2109214"/>
              <a:ext cx="291553" cy="125251"/>
            </a:xfrm>
            <a:custGeom>
              <a:rect b="b" l="l" r="r" t="t"/>
              <a:pathLst>
                <a:path extrusionOk="0" h="5547" w="12912">
                  <a:moveTo>
                    <a:pt x="6216" y="0"/>
                  </a:moveTo>
                  <a:lnTo>
                    <a:pt x="0" y="1786"/>
                  </a:lnTo>
                  <a:lnTo>
                    <a:pt x="8856" y="5546"/>
                  </a:lnTo>
                  <a:lnTo>
                    <a:pt x="12912" y="1221"/>
                  </a:lnTo>
                  <a:lnTo>
                    <a:pt x="6216"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9"/>
            <p:cNvSpPr/>
            <p:nvPr/>
          </p:nvSpPr>
          <p:spPr>
            <a:xfrm flipH="1">
              <a:off x="4683261" y="2136760"/>
              <a:ext cx="291553" cy="701493"/>
            </a:xfrm>
            <a:custGeom>
              <a:rect b="b" l="l" r="r" t="t"/>
              <a:pathLst>
                <a:path extrusionOk="0" h="31067" w="12912">
                  <a:moveTo>
                    <a:pt x="12912" y="1"/>
                  </a:moveTo>
                  <a:lnTo>
                    <a:pt x="8856" y="4326"/>
                  </a:lnTo>
                  <a:lnTo>
                    <a:pt x="0" y="566"/>
                  </a:lnTo>
                  <a:lnTo>
                    <a:pt x="4375" y="31066"/>
                  </a:lnTo>
                  <a:lnTo>
                    <a:pt x="12401" y="31066"/>
                  </a:lnTo>
                  <a:lnTo>
                    <a:pt x="12912"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9"/>
            <p:cNvSpPr/>
            <p:nvPr/>
          </p:nvSpPr>
          <p:spPr>
            <a:xfrm flipH="1">
              <a:off x="4771557" y="2234437"/>
              <a:ext cx="6616" cy="603812"/>
            </a:xfrm>
            <a:custGeom>
              <a:rect b="b" l="l" r="r" t="t"/>
              <a:pathLst>
                <a:path extrusionOk="0" h="26741" w="293">
                  <a:moveTo>
                    <a:pt x="0" y="0"/>
                  </a:moveTo>
                  <a:lnTo>
                    <a:pt x="0" y="26740"/>
                  </a:lnTo>
                  <a:lnTo>
                    <a:pt x="292" y="26740"/>
                  </a:lnTo>
                  <a:lnTo>
                    <a:pt x="292" y="0"/>
                  </a:lnTo>
                  <a:close/>
                </a:path>
              </a:pathLst>
            </a:custGeom>
            <a:solidFill>
              <a:srgbClr val="528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9"/>
            <p:cNvSpPr/>
            <p:nvPr/>
          </p:nvSpPr>
          <p:spPr>
            <a:xfrm flipH="1">
              <a:off x="4774732" y="2149540"/>
              <a:ext cx="200081" cy="134441"/>
            </a:xfrm>
            <a:custGeom>
              <a:rect b="b" l="l" r="r" t="t"/>
              <a:pathLst>
                <a:path extrusionOk="0" h="5954" w="8861">
                  <a:moveTo>
                    <a:pt x="0" y="0"/>
                  </a:moveTo>
                  <a:lnTo>
                    <a:pt x="5191" y="5953"/>
                  </a:lnTo>
                  <a:lnTo>
                    <a:pt x="8860" y="3705"/>
                  </a:lnTo>
                  <a:lnTo>
                    <a:pt x="0" y="0"/>
                  </a:lnTo>
                  <a:close/>
                </a:path>
              </a:pathLst>
            </a:custGeom>
            <a:solidFill>
              <a:srgbClr val="528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9"/>
            <p:cNvSpPr/>
            <p:nvPr/>
          </p:nvSpPr>
          <p:spPr>
            <a:xfrm flipH="1">
              <a:off x="4683269" y="2136760"/>
              <a:ext cx="96349" cy="141757"/>
            </a:xfrm>
            <a:custGeom>
              <a:rect b="b" l="l" r="r" t="t"/>
              <a:pathLst>
                <a:path extrusionOk="0" h="6278" w="4267">
                  <a:moveTo>
                    <a:pt x="4267" y="1"/>
                  </a:moveTo>
                  <a:lnTo>
                    <a:pt x="1" y="4271"/>
                  </a:lnTo>
                  <a:lnTo>
                    <a:pt x="2845" y="6277"/>
                  </a:lnTo>
                  <a:lnTo>
                    <a:pt x="4267" y="1"/>
                  </a:lnTo>
                  <a:close/>
                </a:path>
              </a:pathLst>
            </a:custGeom>
            <a:solidFill>
              <a:srgbClr val="528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9"/>
            <p:cNvSpPr/>
            <p:nvPr/>
          </p:nvSpPr>
          <p:spPr>
            <a:xfrm flipH="1">
              <a:off x="4769384" y="3310236"/>
              <a:ext cx="633121" cy="391402"/>
            </a:xfrm>
            <a:custGeom>
              <a:rect b="b" l="l" r="r" t="t"/>
              <a:pathLst>
                <a:path extrusionOk="0" h="17334" w="28039">
                  <a:moveTo>
                    <a:pt x="219" y="1"/>
                  </a:moveTo>
                  <a:cubicBezTo>
                    <a:pt x="101" y="1"/>
                    <a:pt x="0" y="100"/>
                    <a:pt x="0" y="220"/>
                  </a:cubicBezTo>
                  <a:lnTo>
                    <a:pt x="0" y="17115"/>
                  </a:lnTo>
                  <a:cubicBezTo>
                    <a:pt x="0" y="17238"/>
                    <a:pt x="101" y="17334"/>
                    <a:pt x="219" y="17334"/>
                  </a:cubicBezTo>
                  <a:lnTo>
                    <a:pt x="27820" y="17334"/>
                  </a:lnTo>
                  <a:cubicBezTo>
                    <a:pt x="27939" y="17334"/>
                    <a:pt x="28039" y="17238"/>
                    <a:pt x="28039" y="17115"/>
                  </a:cubicBezTo>
                  <a:lnTo>
                    <a:pt x="28039" y="220"/>
                  </a:lnTo>
                  <a:cubicBezTo>
                    <a:pt x="28039" y="100"/>
                    <a:pt x="27939" y="1"/>
                    <a:pt x="27820"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9"/>
            <p:cNvSpPr/>
            <p:nvPr/>
          </p:nvSpPr>
          <p:spPr>
            <a:xfrm flipH="1">
              <a:off x="4747459" y="3334531"/>
              <a:ext cx="655046" cy="203581"/>
            </a:xfrm>
            <a:custGeom>
              <a:rect b="b" l="l" r="r" t="t"/>
              <a:pathLst>
                <a:path extrusionOk="0" h="9016" w="29010">
                  <a:moveTo>
                    <a:pt x="26982" y="0"/>
                  </a:moveTo>
                  <a:cubicBezTo>
                    <a:pt x="26982" y="0"/>
                    <a:pt x="24927" y="114"/>
                    <a:pt x="24927" y="1992"/>
                  </a:cubicBezTo>
                  <a:lnTo>
                    <a:pt x="24927" y="7967"/>
                  </a:lnTo>
                  <a:lnTo>
                    <a:pt x="0" y="7967"/>
                  </a:lnTo>
                  <a:lnTo>
                    <a:pt x="0" y="9016"/>
                  </a:lnTo>
                  <a:lnTo>
                    <a:pt x="28039" y="9016"/>
                  </a:lnTo>
                  <a:cubicBezTo>
                    <a:pt x="28039" y="9016"/>
                    <a:pt x="29010" y="1035"/>
                    <a:pt x="2698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9"/>
            <p:cNvSpPr/>
            <p:nvPr/>
          </p:nvSpPr>
          <p:spPr>
            <a:xfrm flipH="1">
              <a:off x="5070814" y="3462644"/>
              <a:ext cx="127848" cy="20616"/>
            </a:xfrm>
            <a:custGeom>
              <a:rect b="b" l="l" r="r" t="t"/>
              <a:pathLst>
                <a:path extrusionOk="0" h="913" w="5662">
                  <a:moveTo>
                    <a:pt x="1" y="1"/>
                  </a:moveTo>
                  <a:lnTo>
                    <a:pt x="1" y="912"/>
                  </a:lnTo>
                  <a:lnTo>
                    <a:pt x="5661" y="912"/>
                  </a:lnTo>
                  <a:lnTo>
                    <a:pt x="5661"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9"/>
            <p:cNvSpPr/>
            <p:nvPr/>
          </p:nvSpPr>
          <p:spPr>
            <a:xfrm flipH="1">
              <a:off x="4990832" y="2191334"/>
              <a:ext cx="282024" cy="617247"/>
            </a:xfrm>
            <a:custGeom>
              <a:rect b="b" l="l" r="r" t="t"/>
              <a:pathLst>
                <a:path extrusionOk="0" h="27336" w="12490">
                  <a:moveTo>
                    <a:pt x="5338" y="0"/>
                  </a:moveTo>
                  <a:cubicBezTo>
                    <a:pt x="5338" y="0"/>
                    <a:pt x="352" y="1362"/>
                    <a:pt x="174" y="7725"/>
                  </a:cubicBezTo>
                  <a:cubicBezTo>
                    <a:pt x="1" y="14092"/>
                    <a:pt x="2006" y="26735"/>
                    <a:pt x="4363" y="27259"/>
                  </a:cubicBezTo>
                  <a:cubicBezTo>
                    <a:pt x="4592" y="27310"/>
                    <a:pt x="4807" y="27335"/>
                    <a:pt x="5011" y="27335"/>
                  </a:cubicBezTo>
                  <a:cubicBezTo>
                    <a:pt x="6902" y="27335"/>
                    <a:pt x="7769" y="25130"/>
                    <a:pt x="8633" y="20637"/>
                  </a:cubicBezTo>
                  <a:cubicBezTo>
                    <a:pt x="9595" y="15660"/>
                    <a:pt x="12489" y="729"/>
                    <a:pt x="5338"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9"/>
            <p:cNvSpPr/>
            <p:nvPr/>
          </p:nvSpPr>
          <p:spPr>
            <a:xfrm flipH="1">
              <a:off x="5075238" y="2624580"/>
              <a:ext cx="159663" cy="521237"/>
            </a:xfrm>
            <a:custGeom>
              <a:rect b="b" l="l" r="r" t="t"/>
              <a:pathLst>
                <a:path extrusionOk="0" h="23084" w="7071">
                  <a:moveTo>
                    <a:pt x="97" y="1"/>
                  </a:moveTo>
                  <a:cubicBezTo>
                    <a:pt x="34" y="1"/>
                    <a:pt x="0" y="7"/>
                    <a:pt x="2" y="18"/>
                  </a:cubicBezTo>
                  <a:cubicBezTo>
                    <a:pt x="15" y="86"/>
                    <a:pt x="1492" y="14989"/>
                    <a:pt x="2294" y="23084"/>
                  </a:cubicBezTo>
                  <a:lnTo>
                    <a:pt x="6086" y="23084"/>
                  </a:lnTo>
                  <a:cubicBezTo>
                    <a:pt x="6323" y="18622"/>
                    <a:pt x="6651" y="12364"/>
                    <a:pt x="6806" y="9175"/>
                  </a:cubicBezTo>
                  <a:cubicBezTo>
                    <a:pt x="7070" y="3883"/>
                    <a:pt x="4801" y="2429"/>
                    <a:pt x="4801" y="2429"/>
                  </a:cubicBezTo>
                  <a:cubicBezTo>
                    <a:pt x="3019" y="416"/>
                    <a:pt x="604" y="1"/>
                    <a:pt x="9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9"/>
            <p:cNvSpPr/>
            <p:nvPr/>
          </p:nvSpPr>
          <p:spPr>
            <a:xfrm flipH="1">
              <a:off x="5097481" y="3145770"/>
              <a:ext cx="85646" cy="115000"/>
            </a:xfrm>
            <a:custGeom>
              <a:rect b="b" l="l" r="r" t="t"/>
              <a:pathLst>
                <a:path extrusionOk="0" h="5093" w="3793">
                  <a:moveTo>
                    <a:pt x="1" y="1"/>
                  </a:moveTo>
                  <a:cubicBezTo>
                    <a:pt x="297" y="3019"/>
                    <a:pt x="503" y="5093"/>
                    <a:pt x="503" y="5093"/>
                  </a:cubicBezTo>
                  <a:lnTo>
                    <a:pt x="3524" y="5093"/>
                  </a:lnTo>
                  <a:cubicBezTo>
                    <a:pt x="3524" y="5093"/>
                    <a:pt x="3638" y="2932"/>
                    <a:pt x="3793" y="1"/>
                  </a:cubicBezTo>
                  <a:close/>
                </a:path>
              </a:pathLst>
            </a:custGeom>
            <a:solidFill>
              <a:srgbClr val="528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59"/>
            <p:cNvSpPr/>
            <p:nvPr/>
          </p:nvSpPr>
          <p:spPr>
            <a:xfrm flipH="1">
              <a:off x="5050967" y="3260291"/>
              <a:ext cx="120826" cy="161221"/>
            </a:xfrm>
            <a:custGeom>
              <a:rect b="b" l="l" r="r" t="t"/>
              <a:pathLst>
                <a:path extrusionOk="0" h="7140" w="5351">
                  <a:moveTo>
                    <a:pt x="3423" y="0"/>
                  </a:moveTo>
                  <a:cubicBezTo>
                    <a:pt x="3184" y="0"/>
                    <a:pt x="3022" y="21"/>
                    <a:pt x="3022" y="21"/>
                  </a:cubicBezTo>
                  <a:lnTo>
                    <a:pt x="1" y="21"/>
                  </a:lnTo>
                  <a:cubicBezTo>
                    <a:pt x="1" y="21"/>
                    <a:pt x="916" y="4072"/>
                    <a:pt x="1395" y="5234"/>
                  </a:cubicBezTo>
                  <a:cubicBezTo>
                    <a:pt x="1855" y="6351"/>
                    <a:pt x="2807" y="7139"/>
                    <a:pt x="3240" y="7139"/>
                  </a:cubicBezTo>
                  <a:cubicBezTo>
                    <a:pt x="3258" y="7139"/>
                    <a:pt x="3275" y="7138"/>
                    <a:pt x="3291" y="7135"/>
                  </a:cubicBezTo>
                  <a:cubicBezTo>
                    <a:pt x="3697" y="7062"/>
                    <a:pt x="3341" y="2386"/>
                    <a:pt x="3661" y="2245"/>
                  </a:cubicBezTo>
                  <a:cubicBezTo>
                    <a:pt x="3674" y="2238"/>
                    <a:pt x="3689" y="2235"/>
                    <a:pt x="3705" y="2235"/>
                  </a:cubicBezTo>
                  <a:cubicBezTo>
                    <a:pt x="3735" y="2235"/>
                    <a:pt x="3769" y="2247"/>
                    <a:pt x="3802" y="2268"/>
                  </a:cubicBezTo>
                  <a:lnTo>
                    <a:pt x="5338" y="2213"/>
                  </a:lnTo>
                  <a:cubicBezTo>
                    <a:pt x="5351" y="1889"/>
                    <a:pt x="5346" y="1538"/>
                    <a:pt x="5310" y="1191"/>
                  </a:cubicBezTo>
                  <a:cubicBezTo>
                    <a:pt x="5211" y="144"/>
                    <a:pt x="4052" y="0"/>
                    <a:pt x="3423"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59"/>
            <p:cNvSpPr/>
            <p:nvPr/>
          </p:nvSpPr>
          <p:spPr>
            <a:xfrm>
              <a:off x="4819088" y="1807402"/>
              <a:ext cx="43675" cy="14025"/>
            </a:xfrm>
            <a:custGeom>
              <a:rect b="b" l="l" r="r" t="t"/>
              <a:pathLst>
                <a:path extrusionOk="0" h="561" w="1747">
                  <a:moveTo>
                    <a:pt x="716" y="0"/>
                  </a:moveTo>
                  <a:cubicBezTo>
                    <a:pt x="317" y="0"/>
                    <a:pt x="51" y="366"/>
                    <a:pt x="0" y="561"/>
                  </a:cubicBezTo>
                  <a:lnTo>
                    <a:pt x="1746" y="306"/>
                  </a:lnTo>
                  <a:cubicBezTo>
                    <a:pt x="1746" y="306"/>
                    <a:pt x="1220" y="53"/>
                    <a:pt x="784" y="4"/>
                  </a:cubicBezTo>
                  <a:cubicBezTo>
                    <a:pt x="761" y="1"/>
                    <a:pt x="738" y="0"/>
                    <a:pt x="71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9"/>
            <p:cNvSpPr/>
            <p:nvPr/>
          </p:nvSpPr>
          <p:spPr>
            <a:xfrm>
              <a:off x="4768038" y="1798477"/>
              <a:ext cx="27575" cy="26750"/>
            </a:xfrm>
            <a:custGeom>
              <a:rect b="b" l="l" r="r" t="t"/>
              <a:pathLst>
                <a:path extrusionOk="0" h="1070" w="1103">
                  <a:moveTo>
                    <a:pt x="715" y="0"/>
                  </a:moveTo>
                  <a:cubicBezTo>
                    <a:pt x="429" y="0"/>
                    <a:pt x="1" y="134"/>
                    <a:pt x="1" y="134"/>
                  </a:cubicBezTo>
                  <a:lnTo>
                    <a:pt x="937" y="1070"/>
                  </a:lnTo>
                  <a:cubicBezTo>
                    <a:pt x="937" y="1070"/>
                    <a:pt x="1102" y="223"/>
                    <a:pt x="937" y="58"/>
                  </a:cubicBezTo>
                  <a:cubicBezTo>
                    <a:pt x="895" y="16"/>
                    <a:pt x="813" y="0"/>
                    <a:pt x="7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9"/>
            <p:cNvSpPr/>
            <p:nvPr/>
          </p:nvSpPr>
          <p:spPr>
            <a:xfrm>
              <a:off x="4748108" y="1862459"/>
              <a:ext cx="90001" cy="44529"/>
            </a:xfrm>
            <a:custGeom>
              <a:rect b="b" l="l" r="r" t="t"/>
              <a:pathLst>
                <a:path extrusionOk="0" h="1134" w="2292">
                  <a:moveTo>
                    <a:pt x="1138" y="0"/>
                  </a:moveTo>
                  <a:cubicBezTo>
                    <a:pt x="685" y="0"/>
                    <a:pt x="287" y="312"/>
                    <a:pt x="287" y="312"/>
                  </a:cubicBezTo>
                  <a:cubicBezTo>
                    <a:pt x="118" y="512"/>
                    <a:pt x="0" y="872"/>
                    <a:pt x="109" y="922"/>
                  </a:cubicBezTo>
                  <a:cubicBezTo>
                    <a:pt x="116" y="926"/>
                    <a:pt x="124" y="927"/>
                    <a:pt x="134" y="927"/>
                  </a:cubicBezTo>
                  <a:cubicBezTo>
                    <a:pt x="279" y="927"/>
                    <a:pt x="725" y="566"/>
                    <a:pt x="918" y="566"/>
                  </a:cubicBezTo>
                  <a:cubicBezTo>
                    <a:pt x="924" y="566"/>
                    <a:pt x="929" y="566"/>
                    <a:pt x="934" y="567"/>
                  </a:cubicBezTo>
                  <a:cubicBezTo>
                    <a:pt x="1126" y="589"/>
                    <a:pt x="1839" y="1133"/>
                    <a:pt x="2065" y="1133"/>
                  </a:cubicBezTo>
                  <a:cubicBezTo>
                    <a:pt x="2070" y="1133"/>
                    <a:pt x="2074" y="1133"/>
                    <a:pt x="2078" y="1132"/>
                  </a:cubicBezTo>
                  <a:cubicBezTo>
                    <a:pt x="2292" y="1110"/>
                    <a:pt x="2146" y="426"/>
                    <a:pt x="1553" y="102"/>
                  </a:cubicBezTo>
                  <a:cubicBezTo>
                    <a:pt x="1416" y="28"/>
                    <a:pt x="1275" y="0"/>
                    <a:pt x="113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9"/>
            <p:cNvSpPr/>
            <p:nvPr/>
          </p:nvSpPr>
          <p:spPr>
            <a:xfrm>
              <a:off x="4721820" y="1848090"/>
              <a:ext cx="165591" cy="120826"/>
            </a:xfrm>
            <a:custGeom>
              <a:rect b="b" l="l" r="r" t="t"/>
              <a:pathLst>
                <a:path extrusionOk="0" h="3077" w="4217">
                  <a:moveTo>
                    <a:pt x="4122" y="1"/>
                  </a:moveTo>
                  <a:cubicBezTo>
                    <a:pt x="4107" y="1"/>
                    <a:pt x="4089" y="4"/>
                    <a:pt x="4065" y="12"/>
                  </a:cubicBezTo>
                  <a:cubicBezTo>
                    <a:pt x="4065" y="12"/>
                    <a:pt x="3696" y="1179"/>
                    <a:pt x="3486" y="1371"/>
                  </a:cubicBezTo>
                  <a:cubicBezTo>
                    <a:pt x="3282" y="1557"/>
                    <a:pt x="2287" y="1672"/>
                    <a:pt x="2119" y="1890"/>
                  </a:cubicBezTo>
                  <a:cubicBezTo>
                    <a:pt x="1950" y="2114"/>
                    <a:pt x="1814" y="2291"/>
                    <a:pt x="1591" y="2341"/>
                  </a:cubicBezTo>
                  <a:cubicBezTo>
                    <a:pt x="1577" y="2344"/>
                    <a:pt x="1565" y="2346"/>
                    <a:pt x="1553" y="2346"/>
                  </a:cubicBezTo>
                  <a:cubicBezTo>
                    <a:pt x="1362" y="2346"/>
                    <a:pt x="1310" y="1954"/>
                    <a:pt x="1048" y="1817"/>
                  </a:cubicBezTo>
                  <a:cubicBezTo>
                    <a:pt x="992" y="1788"/>
                    <a:pt x="945" y="1776"/>
                    <a:pt x="905" y="1776"/>
                  </a:cubicBezTo>
                  <a:cubicBezTo>
                    <a:pt x="757" y="1776"/>
                    <a:pt x="698" y="1933"/>
                    <a:pt x="581" y="1933"/>
                  </a:cubicBezTo>
                  <a:cubicBezTo>
                    <a:pt x="573" y="1933"/>
                    <a:pt x="565" y="1933"/>
                    <a:pt x="556" y="1931"/>
                  </a:cubicBezTo>
                  <a:cubicBezTo>
                    <a:pt x="387" y="1899"/>
                    <a:pt x="478" y="1649"/>
                    <a:pt x="428" y="1607"/>
                  </a:cubicBezTo>
                  <a:cubicBezTo>
                    <a:pt x="427" y="1606"/>
                    <a:pt x="426" y="1606"/>
                    <a:pt x="425" y="1606"/>
                  </a:cubicBezTo>
                  <a:cubicBezTo>
                    <a:pt x="360" y="1606"/>
                    <a:pt x="1" y="2692"/>
                    <a:pt x="287" y="2947"/>
                  </a:cubicBezTo>
                  <a:cubicBezTo>
                    <a:pt x="389" y="3038"/>
                    <a:pt x="672" y="3077"/>
                    <a:pt x="1018" y="3077"/>
                  </a:cubicBezTo>
                  <a:cubicBezTo>
                    <a:pt x="1680" y="3077"/>
                    <a:pt x="2574" y="2936"/>
                    <a:pt x="2894" y="2751"/>
                  </a:cubicBezTo>
                  <a:cubicBezTo>
                    <a:pt x="3387" y="2469"/>
                    <a:pt x="3696" y="1689"/>
                    <a:pt x="3783" y="1470"/>
                  </a:cubicBezTo>
                  <a:cubicBezTo>
                    <a:pt x="3865" y="1252"/>
                    <a:pt x="4152" y="140"/>
                    <a:pt x="4152" y="140"/>
                  </a:cubicBezTo>
                  <a:cubicBezTo>
                    <a:pt x="4152" y="140"/>
                    <a:pt x="4217" y="1"/>
                    <a:pt x="412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4" name="Google Shape;3124;p59"/>
          <p:cNvSpPr txBox="1"/>
          <p:nvPr>
            <p:ph type="title"/>
          </p:nvPr>
        </p:nvSpPr>
        <p:spPr>
          <a:xfrm>
            <a:off x="713250" y="6297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CAREER RELATED TO HCI</a:t>
            </a:r>
            <a:endParaRPr/>
          </a:p>
        </p:txBody>
      </p:sp>
      <p:grpSp>
        <p:nvGrpSpPr>
          <p:cNvPr id="3125" name="Google Shape;3125;p59"/>
          <p:cNvGrpSpPr/>
          <p:nvPr/>
        </p:nvGrpSpPr>
        <p:grpSpPr>
          <a:xfrm>
            <a:off x="5058363" y="2036102"/>
            <a:ext cx="935925" cy="2570350"/>
            <a:chOff x="1266525" y="2906325"/>
            <a:chExt cx="935925" cy="2570350"/>
          </a:xfrm>
        </p:grpSpPr>
        <p:sp>
          <p:nvSpPr>
            <p:cNvPr id="3126" name="Google Shape;3126;p59"/>
            <p:cNvSpPr/>
            <p:nvPr/>
          </p:nvSpPr>
          <p:spPr>
            <a:xfrm>
              <a:off x="1480175" y="3782575"/>
              <a:ext cx="474875" cy="348550"/>
            </a:xfrm>
            <a:custGeom>
              <a:rect b="b" l="l" r="r" t="t"/>
              <a:pathLst>
                <a:path extrusionOk="0" h="13942" w="18995">
                  <a:moveTo>
                    <a:pt x="9499" y="1"/>
                  </a:moveTo>
                  <a:cubicBezTo>
                    <a:pt x="4255" y="1"/>
                    <a:pt x="0" y="3119"/>
                    <a:pt x="0" y="6968"/>
                  </a:cubicBezTo>
                  <a:cubicBezTo>
                    <a:pt x="0" y="10818"/>
                    <a:pt x="4255" y="13941"/>
                    <a:pt x="9499" y="13941"/>
                  </a:cubicBezTo>
                  <a:cubicBezTo>
                    <a:pt x="14744" y="13941"/>
                    <a:pt x="18995" y="10818"/>
                    <a:pt x="18995" y="6968"/>
                  </a:cubicBezTo>
                  <a:cubicBezTo>
                    <a:pt x="18995" y="3119"/>
                    <a:pt x="14744" y="1"/>
                    <a:pt x="949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9"/>
            <p:cNvSpPr/>
            <p:nvPr/>
          </p:nvSpPr>
          <p:spPr>
            <a:xfrm>
              <a:off x="1266525" y="3345700"/>
              <a:ext cx="282625" cy="618625"/>
            </a:xfrm>
            <a:custGeom>
              <a:rect b="b" l="l" r="r" t="t"/>
              <a:pathLst>
                <a:path extrusionOk="0" h="24745" w="11305">
                  <a:moveTo>
                    <a:pt x="4835" y="1"/>
                  </a:moveTo>
                  <a:cubicBezTo>
                    <a:pt x="4835" y="1"/>
                    <a:pt x="317" y="1231"/>
                    <a:pt x="161" y="6996"/>
                  </a:cubicBezTo>
                  <a:cubicBezTo>
                    <a:pt x="0" y="12757"/>
                    <a:pt x="1818" y="24203"/>
                    <a:pt x="3948" y="24675"/>
                  </a:cubicBezTo>
                  <a:cubicBezTo>
                    <a:pt x="4155" y="24721"/>
                    <a:pt x="4349" y="24744"/>
                    <a:pt x="4533" y="24744"/>
                  </a:cubicBezTo>
                  <a:cubicBezTo>
                    <a:pt x="6247" y="24744"/>
                    <a:pt x="7031" y="22751"/>
                    <a:pt x="7816" y="18683"/>
                  </a:cubicBezTo>
                  <a:cubicBezTo>
                    <a:pt x="8684" y="14178"/>
                    <a:pt x="11304" y="661"/>
                    <a:pt x="4835"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9"/>
            <p:cNvSpPr/>
            <p:nvPr/>
          </p:nvSpPr>
          <p:spPr>
            <a:xfrm>
              <a:off x="1296025" y="3789225"/>
              <a:ext cx="160000" cy="522350"/>
            </a:xfrm>
            <a:custGeom>
              <a:rect b="b" l="l" r="r" t="t"/>
              <a:pathLst>
                <a:path extrusionOk="0" h="20894" w="6400">
                  <a:moveTo>
                    <a:pt x="85" y="0"/>
                  </a:moveTo>
                  <a:cubicBezTo>
                    <a:pt x="30" y="0"/>
                    <a:pt x="0" y="6"/>
                    <a:pt x="2" y="15"/>
                  </a:cubicBezTo>
                  <a:cubicBezTo>
                    <a:pt x="15" y="77"/>
                    <a:pt x="1351" y="13569"/>
                    <a:pt x="2078" y="20893"/>
                  </a:cubicBezTo>
                  <a:lnTo>
                    <a:pt x="5509" y="20893"/>
                  </a:lnTo>
                  <a:cubicBezTo>
                    <a:pt x="5723" y="16857"/>
                    <a:pt x="6021" y="11194"/>
                    <a:pt x="6163" y="8302"/>
                  </a:cubicBezTo>
                  <a:cubicBezTo>
                    <a:pt x="6400" y="3513"/>
                    <a:pt x="4346" y="2198"/>
                    <a:pt x="4346" y="2198"/>
                  </a:cubicBezTo>
                  <a:cubicBezTo>
                    <a:pt x="2730" y="373"/>
                    <a:pt x="536" y="0"/>
                    <a:pt x="8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9"/>
            <p:cNvSpPr/>
            <p:nvPr/>
          </p:nvSpPr>
          <p:spPr>
            <a:xfrm>
              <a:off x="1347950" y="4311550"/>
              <a:ext cx="85800" cy="115175"/>
            </a:xfrm>
            <a:custGeom>
              <a:rect b="b" l="l" r="r" t="t"/>
              <a:pathLst>
                <a:path extrusionOk="0" h="4607" w="3432">
                  <a:moveTo>
                    <a:pt x="1" y="0"/>
                  </a:moveTo>
                  <a:cubicBezTo>
                    <a:pt x="268" y="2731"/>
                    <a:pt x="455" y="4607"/>
                    <a:pt x="455" y="4607"/>
                  </a:cubicBezTo>
                  <a:lnTo>
                    <a:pt x="3186" y="4607"/>
                  </a:lnTo>
                  <a:cubicBezTo>
                    <a:pt x="3186" y="4607"/>
                    <a:pt x="3293" y="2655"/>
                    <a:pt x="3432"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9"/>
            <p:cNvSpPr/>
            <p:nvPr/>
          </p:nvSpPr>
          <p:spPr>
            <a:xfrm>
              <a:off x="1359300" y="4426250"/>
              <a:ext cx="123075" cy="161650"/>
            </a:xfrm>
            <a:custGeom>
              <a:rect b="b" l="l" r="r" t="t"/>
              <a:pathLst>
                <a:path extrusionOk="0" h="6466" w="4923">
                  <a:moveTo>
                    <a:pt x="3090" y="1"/>
                  </a:moveTo>
                  <a:cubicBezTo>
                    <a:pt x="2877" y="1"/>
                    <a:pt x="2732" y="19"/>
                    <a:pt x="2732" y="19"/>
                  </a:cubicBezTo>
                  <a:lnTo>
                    <a:pt x="1" y="19"/>
                  </a:lnTo>
                  <a:cubicBezTo>
                    <a:pt x="1" y="19"/>
                    <a:pt x="825" y="3691"/>
                    <a:pt x="1262" y="4742"/>
                  </a:cubicBezTo>
                  <a:cubicBezTo>
                    <a:pt x="1677" y="5751"/>
                    <a:pt x="2539" y="6465"/>
                    <a:pt x="2931" y="6465"/>
                  </a:cubicBezTo>
                  <a:cubicBezTo>
                    <a:pt x="2948" y="6465"/>
                    <a:pt x="2963" y="6464"/>
                    <a:pt x="2978" y="6462"/>
                  </a:cubicBezTo>
                  <a:cubicBezTo>
                    <a:pt x="3343" y="6400"/>
                    <a:pt x="3026" y="2163"/>
                    <a:pt x="3312" y="2038"/>
                  </a:cubicBezTo>
                  <a:cubicBezTo>
                    <a:pt x="3326" y="2031"/>
                    <a:pt x="3340" y="2028"/>
                    <a:pt x="3356" y="2028"/>
                  </a:cubicBezTo>
                  <a:cubicBezTo>
                    <a:pt x="3653" y="2028"/>
                    <a:pt x="4182" y="3165"/>
                    <a:pt x="4395" y="3406"/>
                  </a:cubicBezTo>
                  <a:cubicBezTo>
                    <a:pt x="4414" y="3428"/>
                    <a:pt x="4434" y="3438"/>
                    <a:pt x="4455" y="3438"/>
                  </a:cubicBezTo>
                  <a:cubicBezTo>
                    <a:pt x="4669" y="3438"/>
                    <a:pt x="4923" y="2272"/>
                    <a:pt x="4809" y="1080"/>
                  </a:cubicBezTo>
                  <a:cubicBezTo>
                    <a:pt x="4715" y="130"/>
                    <a:pt x="3659" y="1"/>
                    <a:pt x="309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9"/>
            <p:cNvSpPr/>
            <p:nvPr/>
          </p:nvSpPr>
          <p:spPr>
            <a:xfrm>
              <a:off x="1603700" y="3053450"/>
              <a:ext cx="335750" cy="323250"/>
            </a:xfrm>
            <a:custGeom>
              <a:rect b="b" l="l" r="r" t="t"/>
              <a:pathLst>
                <a:path extrusionOk="0" h="12930" w="13430">
                  <a:moveTo>
                    <a:pt x="8564" y="0"/>
                  </a:moveTo>
                  <a:lnTo>
                    <a:pt x="5485" y="2379"/>
                  </a:lnTo>
                  <a:cubicBezTo>
                    <a:pt x="5485" y="2379"/>
                    <a:pt x="5396" y="8207"/>
                    <a:pt x="1" y="10216"/>
                  </a:cubicBezTo>
                  <a:cubicBezTo>
                    <a:pt x="1" y="10216"/>
                    <a:pt x="2854" y="12930"/>
                    <a:pt x="6531" y="12930"/>
                  </a:cubicBezTo>
                  <a:cubicBezTo>
                    <a:pt x="6885" y="12930"/>
                    <a:pt x="7247" y="12904"/>
                    <a:pt x="7615" y="12849"/>
                  </a:cubicBezTo>
                  <a:cubicBezTo>
                    <a:pt x="11798" y="12221"/>
                    <a:pt x="13429" y="10800"/>
                    <a:pt x="13429" y="10800"/>
                  </a:cubicBezTo>
                  <a:cubicBezTo>
                    <a:pt x="13429" y="10800"/>
                    <a:pt x="11188" y="10760"/>
                    <a:pt x="9968" y="7828"/>
                  </a:cubicBezTo>
                  <a:cubicBezTo>
                    <a:pt x="8742" y="4901"/>
                    <a:pt x="8564" y="0"/>
                    <a:pt x="8564"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9"/>
            <p:cNvSpPr/>
            <p:nvPr/>
          </p:nvSpPr>
          <p:spPr>
            <a:xfrm>
              <a:off x="1731450" y="3070025"/>
              <a:ext cx="63325" cy="97275"/>
            </a:xfrm>
            <a:custGeom>
              <a:rect b="b" l="l" r="r" t="t"/>
              <a:pathLst>
                <a:path extrusionOk="0" h="3891" w="2533">
                  <a:moveTo>
                    <a:pt x="2532" y="0"/>
                  </a:moveTo>
                  <a:lnTo>
                    <a:pt x="375" y="1716"/>
                  </a:lnTo>
                  <a:lnTo>
                    <a:pt x="357" y="1809"/>
                  </a:lnTo>
                  <a:lnTo>
                    <a:pt x="1" y="3890"/>
                  </a:lnTo>
                  <a:cubicBezTo>
                    <a:pt x="1" y="3890"/>
                    <a:pt x="1476" y="2794"/>
                    <a:pt x="1952" y="1716"/>
                  </a:cubicBezTo>
                  <a:cubicBezTo>
                    <a:pt x="2434" y="642"/>
                    <a:pt x="2532" y="0"/>
                    <a:pt x="2532"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9"/>
            <p:cNvSpPr/>
            <p:nvPr/>
          </p:nvSpPr>
          <p:spPr>
            <a:xfrm>
              <a:off x="1657725" y="2911350"/>
              <a:ext cx="200625" cy="209825"/>
            </a:xfrm>
            <a:custGeom>
              <a:rect b="b" l="l" r="r" t="t"/>
              <a:pathLst>
                <a:path extrusionOk="0" h="8393" w="8025">
                  <a:moveTo>
                    <a:pt x="3572" y="0"/>
                  </a:moveTo>
                  <a:cubicBezTo>
                    <a:pt x="2893" y="0"/>
                    <a:pt x="2264" y="144"/>
                    <a:pt x="1885" y="449"/>
                  </a:cubicBezTo>
                  <a:cubicBezTo>
                    <a:pt x="772" y="1344"/>
                    <a:pt x="1" y="7395"/>
                    <a:pt x="223" y="8072"/>
                  </a:cubicBezTo>
                  <a:cubicBezTo>
                    <a:pt x="294" y="8294"/>
                    <a:pt x="687" y="8392"/>
                    <a:pt x="1227" y="8392"/>
                  </a:cubicBezTo>
                  <a:cubicBezTo>
                    <a:pt x="2344" y="8392"/>
                    <a:pt x="4092" y="7971"/>
                    <a:pt x="4932" y="7350"/>
                  </a:cubicBezTo>
                  <a:cubicBezTo>
                    <a:pt x="6180" y="6427"/>
                    <a:pt x="6403" y="5684"/>
                    <a:pt x="6403" y="5684"/>
                  </a:cubicBezTo>
                  <a:cubicBezTo>
                    <a:pt x="6403" y="5684"/>
                    <a:pt x="6610" y="5813"/>
                    <a:pt x="6890" y="5813"/>
                  </a:cubicBezTo>
                  <a:cubicBezTo>
                    <a:pt x="7073" y="5813"/>
                    <a:pt x="7287" y="5758"/>
                    <a:pt x="7495" y="5577"/>
                  </a:cubicBezTo>
                  <a:cubicBezTo>
                    <a:pt x="8025" y="5113"/>
                    <a:pt x="7803" y="4017"/>
                    <a:pt x="7388" y="3776"/>
                  </a:cubicBezTo>
                  <a:cubicBezTo>
                    <a:pt x="7270" y="3709"/>
                    <a:pt x="7168" y="3685"/>
                    <a:pt x="7082" y="3685"/>
                  </a:cubicBezTo>
                  <a:cubicBezTo>
                    <a:pt x="6863" y="3685"/>
                    <a:pt x="6750" y="3844"/>
                    <a:pt x="6750" y="3844"/>
                  </a:cubicBezTo>
                  <a:cubicBezTo>
                    <a:pt x="6750" y="3844"/>
                    <a:pt x="6884" y="2988"/>
                    <a:pt x="6600" y="1522"/>
                  </a:cubicBezTo>
                  <a:cubicBezTo>
                    <a:pt x="6411" y="550"/>
                    <a:pt x="4898" y="0"/>
                    <a:pt x="357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9"/>
            <p:cNvSpPr/>
            <p:nvPr/>
          </p:nvSpPr>
          <p:spPr>
            <a:xfrm>
              <a:off x="1748725" y="2983700"/>
              <a:ext cx="36575" cy="14900"/>
            </a:xfrm>
            <a:custGeom>
              <a:rect b="b" l="l" r="r" t="t"/>
              <a:pathLst>
                <a:path extrusionOk="0" h="596" w="1463">
                  <a:moveTo>
                    <a:pt x="709" y="1"/>
                  </a:moveTo>
                  <a:cubicBezTo>
                    <a:pt x="541" y="1"/>
                    <a:pt x="394" y="11"/>
                    <a:pt x="330" y="41"/>
                  </a:cubicBezTo>
                  <a:cubicBezTo>
                    <a:pt x="139" y="130"/>
                    <a:pt x="1" y="526"/>
                    <a:pt x="1" y="526"/>
                  </a:cubicBezTo>
                  <a:cubicBezTo>
                    <a:pt x="1" y="526"/>
                    <a:pt x="357" y="596"/>
                    <a:pt x="665" y="596"/>
                  </a:cubicBezTo>
                  <a:cubicBezTo>
                    <a:pt x="819" y="596"/>
                    <a:pt x="960" y="578"/>
                    <a:pt x="1039" y="526"/>
                  </a:cubicBezTo>
                  <a:cubicBezTo>
                    <a:pt x="1280" y="370"/>
                    <a:pt x="1462" y="41"/>
                    <a:pt x="1462" y="41"/>
                  </a:cubicBezTo>
                  <a:cubicBezTo>
                    <a:pt x="1462" y="41"/>
                    <a:pt x="1044" y="1"/>
                    <a:pt x="7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9"/>
            <p:cNvSpPr/>
            <p:nvPr/>
          </p:nvSpPr>
          <p:spPr>
            <a:xfrm>
              <a:off x="1688700" y="2970900"/>
              <a:ext cx="24075" cy="23625"/>
            </a:xfrm>
            <a:custGeom>
              <a:rect b="b" l="l" r="r" t="t"/>
              <a:pathLst>
                <a:path extrusionOk="0" h="945" w="963">
                  <a:moveTo>
                    <a:pt x="54" y="0"/>
                  </a:moveTo>
                  <a:cubicBezTo>
                    <a:pt x="54" y="0"/>
                    <a:pt x="0" y="80"/>
                    <a:pt x="174" y="388"/>
                  </a:cubicBezTo>
                  <a:cubicBezTo>
                    <a:pt x="352" y="695"/>
                    <a:pt x="923" y="944"/>
                    <a:pt x="923" y="944"/>
                  </a:cubicBezTo>
                  <a:cubicBezTo>
                    <a:pt x="923" y="944"/>
                    <a:pt x="962" y="504"/>
                    <a:pt x="775" y="308"/>
                  </a:cubicBezTo>
                  <a:cubicBezTo>
                    <a:pt x="592" y="111"/>
                    <a:pt x="54" y="0"/>
                    <a:pt x="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9"/>
            <p:cNvSpPr/>
            <p:nvPr/>
          </p:nvSpPr>
          <p:spPr>
            <a:xfrm>
              <a:off x="1690025" y="2970800"/>
              <a:ext cx="24550" cy="23725"/>
            </a:xfrm>
            <a:custGeom>
              <a:rect b="b" l="l" r="r" t="t"/>
              <a:pathLst>
                <a:path extrusionOk="0" h="949" w="982">
                  <a:moveTo>
                    <a:pt x="91" y="1"/>
                  </a:moveTo>
                  <a:cubicBezTo>
                    <a:pt x="35" y="1"/>
                    <a:pt x="1" y="4"/>
                    <a:pt x="1" y="4"/>
                  </a:cubicBezTo>
                  <a:cubicBezTo>
                    <a:pt x="1" y="4"/>
                    <a:pt x="580" y="125"/>
                    <a:pt x="727" y="360"/>
                  </a:cubicBezTo>
                  <a:cubicBezTo>
                    <a:pt x="870" y="592"/>
                    <a:pt x="870" y="948"/>
                    <a:pt x="870" y="948"/>
                  </a:cubicBezTo>
                  <a:cubicBezTo>
                    <a:pt x="870" y="948"/>
                    <a:pt x="981" y="530"/>
                    <a:pt x="763" y="245"/>
                  </a:cubicBezTo>
                  <a:cubicBezTo>
                    <a:pt x="599" y="28"/>
                    <a:pt x="255" y="1"/>
                    <a:pt x="9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9"/>
            <p:cNvSpPr/>
            <p:nvPr/>
          </p:nvSpPr>
          <p:spPr>
            <a:xfrm>
              <a:off x="1748725" y="2982375"/>
              <a:ext cx="36575" cy="14500"/>
            </a:xfrm>
            <a:custGeom>
              <a:rect b="b" l="l" r="r" t="t"/>
              <a:pathLst>
                <a:path extrusionOk="0" h="580" w="1463">
                  <a:moveTo>
                    <a:pt x="741" y="1"/>
                  </a:moveTo>
                  <a:cubicBezTo>
                    <a:pt x="567" y="1"/>
                    <a:pt x="409" y="16"/>
                    <a:pt x="326" y="53"/>
                  </a:cubicBezTo>
                  <a:cubicBezTo>
                    <a:pt x="103" y="160"/>
                    <a:pt x="1" y="579"/>
                    <a:pt x="1" y="579"/>
                  </a:cubicBezTo>
                  <a:cubicBezTo>
                    <a:pt x="1" y="579"/>
                    <a:pt x="201" y="205"/>
                    <a:pt x="451" y="133"/>
                  </a:cubicBezTo>
                  <a:cubicBezTo>
                    <a:pt x="591" y="97"/>
                    <a:pt x="886" y="89"/>
                    <a:pt x="1122" y="89"/>
                  </a:cubicBezTo>
                  <a:cubicBezTo>
                    <a:pt x="1311" y="89"/>
                    <a:pt x="1462" y="94"/>
                    <a:pt x="1462" y="94"/>
                  </a:cubicBezTo>
                  <a:cubicBezTo>
                    <a:pt x="1389" y="46"/>
                    <a:pt x="1042" y="1"/>
                    <a:pt x="74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9"/>
            <p:cNvSpPr/>
            <p:nvPr/>
          </p:nvSpPr>
          <p:spPr>
            <a:xfrm>
              <a:off x="1759325" y="2985125"/>
              <a:ext cx="9475" cy="12075"/>
            </a:xfrm>
            <a:custGeom>
              <a:rect b="b" l="l" r="r" t="t"/>
              <a:pathLst>
                <a:path extrusionOk="0" h="483" w="379">
                  <a:moveTo>
                    <a:pt x="187" y="1"/>
                  </a:moveTo>
                  <a:cubicBezTo>
                    <a:pt x="85" y="1"/>
                    <a:pt x="0" y="108"/>
                    <a:pt x="0" y="242"/>
                  </a:cubicBezTo>
                  <a:cubicBezTo>
                    <a:pt x="0" y="375"/>
                    <a:pt x="85" y="482"/>
                    <a:pt x="187" y="482"/>
                  </a:cubicBezTo>
                  <a:cubicBezTo>
                    <a:pt x="294" y="482"/>
                    <a:pt x="379" y="375"/>
                    <a:pt x="379" y="242"/>
                  </a:cubicBezTo>
                  <a:cubicBezTo>
                    <a:pt x="379" y="108"/>
                    <a:pt x="294" y="1"/>
                    <a:pt x="18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9"/>
            <p:cNvSpPr/>
            <p:nvPr/>
          </p:nvSpPr>
          <p:spPr>
            <a:xfrm>
              <a:off x="1698400" y="2976425"/>
              <a:ext cx="10250" cy="12000"/>
            </a:xfrm>
            <a:custGeom>
              <a:rect b="b" l="l" r="r" t="t"/>
              <a:pathLst>
                <a:path extrusionOk="0" h="480" w="410">
                  <a:moveTo>
                    <a:pt x="217" y="0"/>
                  </a:moveTo>
                  <a:cubicBezTo>
                    <a:pt x="122" y="0"/>
                    <a:pt x="34" y="90"/>
                    <a:pt x="17" y="215"/>
                  </a:cubicBezTo>
                  <a:cubicBezTo>
                    <a:pt x="0" y="345"/>
                    <a:pt x="67" y="466"/>
                    <a:pt x="173" y="478"/>
                  </a:cubicBezTo>
                  <a:cubicBezTo>
                    <a:pt x="180" y="479"/>
                    <a:pt x="187" y="480"/>
                    <a:pt x="194" y="480"/>
                  </a:cubicBezTo>
                  <a:cubicBezTo>
                    <a:pt x="289" y="480"/>
                    <a:pt x="376" y="389"/>
                    <a:pt x="392" y="265"/>
                  </a:cubicBezTo>
                  <a:cubicBezTo>
                    <a:pt x="410" y="135"/>
                    <a:pt x="342" y="15"/>
                    <a:pt x="235" y="1"/>
                  </a:cubicBezTo>
                  <a:cubicBezTo>
                    <a:pt x="229" y="1"/>
                    <a:pt x="223" y="0"/>
                    <a:pt x="21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9"/>
            <p:cNvSpPr/>
            <p:nvPr/>
          </p:nvSpPr>
          <p:spPr>
            <a:xfrm>
              <a:off x="1710300" y="2978450"/>
              <a:ext cx="22975" cy="51725"/>
            </a:xfrm>
            <a:custGeom>
              <a:rect b="b" l="l" r="r" t="t"/>
              <a:pathLst>
                <a:path extrusionOk="0" h="2069" w="919">
                  <a:moveTo>
                    <a:pt x="829" y="1"/>
                  </a:moveTo>
                  <a:lnTo>
                    <a:pt x="0" y="2069"/>
                  </a:lnTo>
                  <a:lnTo>
                    <a:pt x="0" y="2069"/>
                  </a:lnTo>
                  <a:lnTo>
                    <a:pt x="892" y="1748"/>
                  </a:lnTo>
                  <a:lnTo>
                    <a:pt x="856" y="1654"/>
                  </a:lnTo>
                  <a:lnTo>
                    <a:pt x="174" y="1899"/>
                  </a:lnTo>
                  <a:lnTo>
                    <a:pt x="174" y="1899"/>
                  </a:lnTo>
                  <a:lnTo>
                    <a:pt x="919" y="41"/>
                  </a:lnTo>
                  <a:lnTo>
                    <a:pt x="829"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9"/>
            <p:cNvSpPr/>
            <p:nvPr/>
          </p:nvSpPr>
          <p:spPr>
            <a:xfrm>
              <a:off x="1820450" y="3017450"/>
              <a:ext cx="17300" cy="13300"/>
            </a:xfrm>
            <a:custGeom>
              <a:rect b="b" l="l" r="r" t="t"/>
              <a:pathLst>
                <a:path extrusionOk="0" h="532" w="692">
                  <a:moveTo>
                    <a:pt x="692" y="14"/>
                  </a:moveTo>
                  <a:lnTo>
                    <a:pt x="692" y="14"/>
                  </a:lnTo>
                  <a:cubicBezTo>
                    <a:pt x="687" y="18"/>
                    <a:pt x="157" y="1"/>
                    <a:pt x="1" y="504"/>
                  </a:cubicBezTo>
                  <a:lnTo>
                    <a:pt x="95" y="531"/>
                  </a:lnTo>
                  <a:cubicBezTo>
                    <a:pt x="214" y="150"/>
                    <a:pt x="577" y="115"/>
                    <a:pt x="667" y="115"/>
                  </a:cubicBezTo>
                  <a:cubicBezTo>
                    <a:pt x="678" y="115"/>
                    <a:pt x="685" y="116"/>
                    <a:pt x="687" y="116"/>
                  </a:cubicBezTo>
                  <a:lnTo>
                    <a:pt x="692" y="14"/>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9"/>
            <p:cNvSpPr/>
            <p:nvPr/>
          </p:nvSpPr>
          <p:spPr>
            <a:xfrm>
              <a:off x="1710525" y="3043350"/>
              <a:ext cx="54950" cy="23800"/>
            </a:xfrm>
            <a:custGeom>
              <a:rect b="b" l="l" r="r" t="t"/>
              <a:pathLst>
                <a:path extrusionOk="0" h="952" w="2198">
                  <a:moveTo>
                    <a:pt x="2144" y="0"/>
                  </a:moveTo>
                  <a:cubicBezTo>
                    <a:pt x="2122" y="0"/>
                    <a:pt x="2101" y="12"/>
                    <a:pt x="2094" y="30"/>
                  </a:cubicBezTo>
                  <a:cubicBezTo>
                    <a:pt x="2090" y="38"/>
                    <a:pt x="1738" y="832"/>
                    <a:pt x="50" y="853"/>
                  </a:cubicBezTo>
                  <a:cubicBezTo>
                    <a:pt x="18" y="853"/>
                    <a:pt x="1" y="876"/>
                    <a:pt x="1" y="902"/>
                  </a:cubicBezTo>
                  <a:cubicBezTo>
                    <a:pt x="1" y="929"/>
                    <a:pt x="23" y="952"/>
                    <a:pt x="50" y="952"/>
                  </a:cubicBezTo>
                  <a:cubicBezTo>
                    <a:pt x="1814" y="929"/>
                    <a:pt x="2170" y="100"/>
                    <a:pt x="2189" y="69"/>
                  </a:cubicBezTo>
                  <a:cubicBezTo>
                    <a:pt x="2197" y="43"/>
                    <a:pt x="2183" y="16"/>
                    <a:pt x="2162" y="3"/>
                  </a:cubicBezTo>
                  <a:cubicBezTo>
                    <a:pt x="2156" y="1"/>
                    <a:pt x="2150" y="0"/>
                    <a:pt x="214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9"/>
            <p:cNvSpPr/>
            <p:nvPr/>
          </p:nvSpPr>
          <p:spPr>
            <a:xfrm>
              <a:off x="1746625" y="2956775"/>
              <a:ext cx="43675" cy="14025"/>
            </a:xfrm>
            <a:custGeom>
              <a:rect b="b" l="l" r="r" t="t"/>
              <a:pathLst>
                <a:path extrusionOk="0" h="561" w="1747">
                  <a:moveTo>
                    <a:pt x="716" y="0"/>
                  </a:moveTo>
                  <a:cubicBezTo>
                    <a:pt x="317" y="0"/>
                    <a:pt x="51" y="366"/>
                    <a:pt x="0" y="561"/>
                  </a:cubicBezTo>
                  <a:lnTo>
                    <a:pt x="1746" y="306"/>
                  </a:lnTo>
                  <a:cubicBezTo>
                    <a:pt x="1746" y="306"/>
                    <a:pt x="1220" y="53"/>
                    <a:pt x="784" y="4"/>
                  </a:cubicBezTo>
                  <a:cubicBezTo>
                    <a:pt x="761" y="1"/>
                    <a:pt x="738" y="0"/>
                    <a:pt x="71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9"/>
            <p:cNvSpPr/>
            <p:nvPr/>
          </p:nvSpPr>
          <p:spPr>
            <a:xfrm>
              <a:off x="1695575" y="2947850"/>
              <a:ext cx="27575" cy="26750"/>
            </a:xfrm>
            <a:custGeom>
              <a:rect b="b" l="l" r="r" t="t"/>
              <a:pathLst>
                <a:path extrusionOk="0" h="1070" w="1103">
                  <a:moveTo>
                    <a:pt x="715" y="0"/>
                  </a:moveTo>
                  <a:cubicBezTo>
                    <a:pt x="429" y="0"/>
                    <a:pt x="1" y="134"/>
                    <a:pt x="1" y="134"/>
                  </a:cubicBezTo>
                  <a:lnTo>
                    <a:pt x="937" y="1070"/>
                  </a:lnTo>
                  <a:cubicBezTo>
                    <a:pt x="937" y="1070"/>
                    <a:pt x="1102" y="223"/>
                    <a:pt x="937" y="58"/>
                  </a:cubicBezTo>
                  <a:cubicBezTo>
                    <a:pt x="895" y="16"/>
                    <a:pt x="813" y="0"/>
                    <a:pt x="7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59"/>
            <p:cNvSpPr/>
            <p:nvPr/>
          </p:nvSpPr>
          <p:spPr>
            <a:xfrm>
              <a:off x="1689800" y="2906325"/>
              <a:ext cx="152625" cy="109925"/>
            </a:xfrm>
            <a:custGeom>
              <a:rect b="b" l="l" r="r" t="t"/>
              <a:pathLst>
                <a:path extrusionOk="0" h="4397" w="6105">
                  <a:moveTo>
                    <a:pt x="1646" y="1"/>
                  </a:moveTo>
                  <a:cubicBezTo>
                    <a:pt x="1095" y="1"/>
                    <a:pt x="546" y="78"/>
                    <a:pt x="1" y="280"/>
                  </a:cubicBezTo>
                  <a:lnTo>
                    <a:pt x="232" y="1144"/>
                  </a:lnTo>
                  <a:lnTo>
                    <a:pt x="4630" y="1483"/>
                  </a:lnTo>
                  <a:cubicBezTo>
                    <a:pt x="4630" y="1483"/>
                    <a:pt x="4318" y="2062"/>
                    <a:pt x="4385" y="2351"/>
                  </a:cubicBezTo>
                  <a:cubicBezTo>
                    <a:pt x="4451" y="2641"/>
                    <a:pt x="4719" y="4397"/>
                    <a:pt x="4719" y="4397"/>
                  </a:cubicBezTo>
                  <a:lnTo>
                    <a:pt x="5276" y="4397"/>
                  </a:lnTo>
                  <a:cubicBezTo>
                    <a:pt x="5276" y="4397"/>
                    <a:pt x="5307" y="3982"/>
                    <a:pt x="5597" y="3938"/>
                  </a:cubicBezTo>
                  <a:cubicBezTo>
                    <a:pt x="5658" y="3928"/>
                    <a:pt x="5715" y="3925"/>
                    <a:pt x="5768" y="3925"/>
                  </a:cubicBezTo>
                  <a:cubicBezTo>
                    <a:pt x="5968" y="3925"/>
                    <a:pt x="6105" y="3977"/>
                    <a:pt x="6105" y="3977"/>
                  </a:cubicBezTo>
                  <a:lnTo>
                    <a:pt x="6105" y="779"/>
                  </a:lnTo>
                  <a:cubicBezTo>
                    <a:pt x="4646" y="571"/>
                    <a:pt x="3140" y="1"/>
                    <a:pt x="164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9"/>
            <p:cNvSpPr/>
            <p:nvPr/>
          </p:nvSpPr>
          <p:spPr>
            <a:xfrm>
              <a:off x="1733825" y="2961875"/>
              <a:ext cx="58475" cy="58600"/>
            </a:xfrm>
            <a:custGeom>
              <a:rect b="b" l="l" r="r" t="t"/>
              <a:pathLst>
                <a:path extrusionOk="0" h="2344" w="2339">
                  <a:moveTo>
                    <a:pt x="1171" y="102"/>
                  </a:moveTo>
                  <a:cubicBezTo>
                    <a:pt x="1759" y="102"/>
                    <a:pt x="2240" y="579"/>
                    <a:pt x="2240" y="1172"/>
                  </a:cubicBezTo>
                  <a:cubicBezTo>
                    <a:pt x="2240" y="1765"/>
                    <a:pt x="1759" y="2246"/>
                    <a:pt x="1171" y="2246"/>
                  </a:cubicBezTo>
                  <a:cubicBezTo>
                    <a:pt x="579" y="2246"/>
                    <a:pt x="97" y="1765"/>
                    <a:pt x="97" y="1172"/>
                  </a:cubicBezTo>
                  <a:cubicBezTo>
                    <a:pt x="97" y="579"/>
                    <a:pt x="579" y="102"/>
                    <a:pt x="1171" y="102"/>
                  </a:cubicBezTo>
                  <a:close/>
                  <a:moveTo>
                    <a:pt x="1171" y="1"/>
                  </a:moveTo>
                  <a:cubicBezTo>
                    <a:pt x="525" y="1"/>
                    <a:pt x="0" y="526"/>
                    <a:pt x="0" y="1172"/>
                  </a:cubicBezTo>
                  <a:cubicBezTo>
                    <a:pt x="0" y="1819"/>
                    <a:pt x="525" y="2344"/>
                    <a:pt x="1171" y="2344"/>
                  </a:cubicBezTo>
                  <a:cubicBezTo>
                    <a:pt x="1818" y="2344"/>
                    <a:pt x="2339" y="1819"/>
                    <a:pt x="2339" y="1172"/>
                  </a:cubicBezTo>
                  <a:cubicBezTo>
                    <a:pt x="2339" y="526"/>
                    <a:pt x="1818" y="1"/>
                    <a:pt x="117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59"/>
            <p:cNvSpPr/>
            <p:nvPr/>
          </p:nvSpPr>
          <p:spPr>
            <a:xfrm>
              <a:off x="1660725" y="2961875"/>
              <a:ext cx="58525" cy="58600"/>
            </a:xfrm>
            <a:custGeom>
              <a:rect b="b" l="l" r="r" t="t"/>
              <a:pathLst>
                <a:path extrusionOk="0" h="2344" w="2341">
                  <a:moveTo>
                    <a:pt x="1173" y="102"/>
                  </a:moveTo>
                  <a:cubicBezTo>
                    <a:pt x="1761" y="102"/>
                    <a:pt x="2242" y="579"/>
                    <a:pt x="2242" y="1172"/>
                  </a:cubicBezTo>
                  <a:cubicBezTo>
                    <a:pt x="2242" y="1765"/>
                    <a:pt x="1761" y="2246"/>
                    <a:pt x="1173" y="2246"/>
                  </a:cubicBezTo>
                  <a:cubicBezTo>
                    <a:pt x="580" y="2246"/>
                    <a:pt x="99" y="1765"/>
                    <a:pt x="99" y="1172"/>
                  </a:cubicBezTo>
                  <a:cubicBezTo>
                    <a:pt x="99" y="579"/>
                    <a:pt x="580" y="102"/>
                    <a:pt x="1173" y="102"/>
                  </a:cubicBezTo>
                  <a:close/>
                  <a:moveTo>
                    <a:pt x="1173" y="1"/>
                  </a:moveTo>
                  <a:cubicBezTo>
                    <a:pt x="527" y="1"/>
                    <a:pt x="1" y="526"/>
                    <a:pt x="1" y="1172"/>
                  </a:cubicBezTo>
                  <a:cubicBezTo>
                    <a:pt x="1" y="1819"/>
                    <a:pt x="527" y="2344"/>
                    <a:pt x="1173" y="2344"/>
                  </a:cubicBezTo>
                  <a:cubicBezTo>
                    <a:pt x="1818" y="2344"/>
                    <a:pt x="2340" y="1819"/>
                    <a:pt x="2340" y="1172"/>
                  </a:cubicBezTo>
                  <a:cubicBezTo>
                    <a:pt x="2340" y="526"/>
                    <a:pt x="1818" y="1"/>
                    <a:pt x="1173"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59"/>
            <p:cNvSpPr/>
            <p:nvPr/>
          </p:nvSpPr>
          <p:spPr>
            <a:xfrm>
              <a:off x="1718000" y="2989950"/>
              <a:ext cx="17050" cy="2450"/>
            </a:xfrm>
            <a:custGeom>
              <a:rect b="b" l="l" r="r" t="t"/>
              <a:pathLst>
                <a:path extrusionOk="0" h="98" w="682">
                  <a:moveTo>
                    <a:pt x="0" y="0"/>
                  </a:moveTo>
                  <a:lnTo>
                    <a:pt x="0" y="98"/>
                  </a:lnTo>
                  <a:lnTo>
                    <a:pt x="681" y="98"/>
                  </a:lnTo>
                  <a:lnTo>
                    <a:pt x="681"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9"/>
            <p:cNvSpPr/>
            <p:nvPr/>
          </p:nvSpPr>
          <p:spPr>
            <a:xfrm>
              <a:off x="1557800" y="4001000"/>
              <a:ext cx="120900" cy="681600"/>
            </a:xfrm>
            <a:custGeom>
              <a:rect b="b" l="l" r="r" t="t"/>
              <a:pathLst>
                <a:path extrusionOk="0" h="27264" w="4836">
                  <a:moveTo>
                    <a:pt x="184" y="0"/>
                  </a:moveTo>
                  <a:cubicBezTo>
                    <a:pt x="81" y="0"/>
                    <a:pt x="1" y="86"/>
                    <a:pt x="1" y="187"/>
                  </a:cubicBezTo>
                  <a:lnTo>
                    <a:pt x="1" y="27081"/>
                  </a:lnTo>
                  <a:cubicBezTo>
                    <a:pt x="1" y="27183"/>
                    <a:pt x="81" y="27263"/>
                    <a:pt x="184" y="27263"/>
                  </a:cubicBezTo>
                  <a:lnTo>
                    <a:pt x="4652" y="27263"/>
                  </a:lnTo>
                  <a:cubicBezTo>
                    <a:pt x="4751" y="27263"/>
                    <a:pt x="4835" y="27183"/>
                    <a:pt x="4835" y="27081"/>
                  </a:cubicBezTo>
                  <a:lnTo>
                    <a:pt x="4835" y="187"/>
                  </a:lnTo>
                  <a:cubicBezTo>
                    <a:pt x="4835" y="86"/>
                    <a:pt x="4751" y="0"/>
                    <a:pt x="465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9"/>
            <p:cNvSpPr/>
            <p:nvPr/>
          </p:nvSpPr>
          <p:spPr>
            <a:xfrm>
              <a:off x="1579200" y="4695375"/>
              <a:ext cx="56600" cy="614100"/>
            </a:xfrm>
            <a:custGeom>
              <a:rect b="b" l="l" r="r" t="t"/>
              <a:pathLst>
                <a:path extrusionOk="0" h="24564" w="2264">
                  <a:moveTo>
                    <a:pt x="0" y="1"/>
                  </a:moveTo>
                  <a:lnTo>
                    <a:pt x="0" y="24564"/>
                  </a:lnTo>
                  <a:lnTo>
                    <a:pt x="2264" y="24564"/>
                  </a:lnTo>
                  <a:lnTo>
                    <a:pt x="2264"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59"/>
            <p:cNvSpPr/>
            <p:nvPr/>
          </p:nvSpPr>
          <p:spPr>
            <a:xfrm>
              <a:off x="1557800" y="5102525"/>
              <a:ext cx="120900" cy="80750"/>
            </a:xfrm>
            <a:custGeom>
              <a:rect b="b" l="l" r="r" t="t"/>
              <a:pathLst>
                <a:path extrusionOk="0" h="3230" w="4836">
                  <a:moveTo>
                    <a:pt x="1" y="0"/>
                  </a:moveTo>
                  <a:lnTo>
                    <a:pt x="1" y="3230"/>
                  </a:lnTo>
                  <a:lnTo>
                    <a:pt x="4835" y="3230"/>
                  </a:lnTo>
                  <a:lnTo>
                    <a:pt x="4835"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59"/>
            <p:cNvSpPr/>
            <p:nvPr/>
          </p:nvSpPr>
          <p:spPr>
            <a:xfrm>
              <a:off x="1557800" y="4579425"/>
              <a:ext cx="120900" cy="523125"/>
            </a:xfrm>
            <a:custGeom>
              <a:rect b="b" l="l" r="r" t="t"/>
              <a:pathLst>
                <a:path extrusionOk="0" h="20925" w="4836">
                  <a:moveTo>
                    <a:pt x="1975" y="1"/>
                  </a:moveTo>
                  <a:cubicBezTo>
                    <a:pt x="887" y="1"/>
                    <a:pt x="1" y="887"/>
                    <a:pt x="1" y="1975"/>
                  </a:cubicBezTo>
                  <a:lnTo>
                    <a:pt x="1" y="20924"/>
                  </a:lnTo>
                  <a:lnTo>
                    <a:pt x="4835" y="20924"/>
                  </a:lnTo>
                  <a:lnTo>
                    <a:pt x="4835" y="1975"/>
                  </a:lnTo>
                  <a:cubicBezTo>
                    <a:pt x="4835" y="887"/>
                    <a:pt x="3944" y="1"/>
                    <a:pt x="286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59"/>
            <p:cNvSpPr/>
            <p:nvPr/>
          </p:nvSpPr>
          <p:spPr>
            <a:xfrm>
              <a:off x="1628650" y="5282050"/>
              <a:ext cx="25" cy="25"/>
            </a:xfrm>
            <a:custGeom>
              <a:rect b="b" l="l" r="r" t="t"/>
              <a:pathLst>
                <a:path extrusionOk="0" h="1" w="1">
                  <a:moveTo>
                    <a:pt x="0" y="1"/>
                  </a:move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59"/>
            <p:cNvSpPr/>
            <p:nvPr/>
          </p:nvSpPr>
          <p:spPr>
            <a:xfrm>
              <a:off x="1309850" y="5435000"/>
              <a:ext cx="325950" cy="41675"/>
            </a:xfrm>
            <a:custGeom>
              <a:rect b="b" l="l" r="r" t="t"/>
              <a:pathLst>
                <a:path extrusionOk="0" h="1667" w="13038">
                  <a:moveTo>
                    <a:pt x="309" y="0"/>
                  </a:moveTo>
                  <a:cubicBezTo>
                    <a:pt x="50" y="1498"/>
                    <a:pt x="1" y="1666"/>
                    <a:pt x="1" y="1666"/>
                  </a:cubicBezTo>
                  <a:lnTo>
                    <a:pt x="13038" y="1666"/>
                  </a:lnTo>
                  <a:lnTo>
                    <a:pt x="13038"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9"/>
            <p:cNvSpPr/>
            <p:nvPr/>
          </p:nvSpPr>
          <p:spPr>
            <a:xfrm>
              <a:off x="1317550" y="5284175"/>
              <a:ext cx="318250" cy="150850"/>
            </a:xfrm>
            <a:custGeom>
              <a:rect b="b" l="l" r="r" t="t"/>
              <a:pathLst>
                <a:path extrusionOk="0" h="6034" w="12730">
                  <a:moveTo>
                    <a:pt x="9522" y="0"/>
                  </a:moveTo>
                  <a:cubicBezTo>
                    <a:pt x="9522" y="0"/>
                    <a:pt x="9892" y="3498"/>
                    <a:pt x="7254" y="3753"/>
                  </a:cubicBezTo>
                  <a:cubicBezTo>
                    <a:pt x="4612" y="4006"/>
                    <a:pt x="290" y="4358"/>
                    <a:pt x="18" y="5940"/>
                  </a:cubicBezTo>
                  <a:cubicBezTo>
                    <a:pt x="9" y="5971"/>
                    <a:pt x="5" y="6002"/>
                    <a:pt x="1" y="6033"/>
                  </a:cubicBezTo>
                  <a:lnTo>
                    <a:pt x="12730" y="6033"/>
                  </a:lnTo>
                  <a:lnTo>
                    <a:pt x="12730" y="0"/>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9"/>
            <p:cNvSpPr/>
            <p:nvPr/>
          </p:nvSpPr>
          <p:spPr>
            <a:xfrm>
              <a:off x="1342050" y="5401200"/>
              <a:ext cx="145700" cy="34275"/>
            </a:xfrm>
            <a:custGeom>
              <a:rect b="b" l="l" r="r" t="t"/>
              <a:pathLst>
                <a:path extrusionOk="0" h="1371" w="5828">
                  <a:moveTo>
                    <a:pt x="2095" y="0"/>
                  </a:moveTo>
                  <a:cubicBezTo>
                    <a:pt x="991" y="0"/>
                    <a:pt x="15" y="34"/>
                    <a:pt x="0" y="34"/>
                  </a:cubicBezTo>
                  <a:lnTo>
                    <a:pt x="6" y="118"/>
                  </a:lnTo>
                  <a:cubicBezTo>
                    <a:pt x="20" y="118"/>
                    <a:pt x="993" y="83"/>
                    <a:pt x="2094" y="83"/>
                  </a:cubicBezTo>
                  <a:cubicBezTo>
                    <a:pt x="2645" y="83"/>
                    <a:pt x="3228" y="92"/>
                    <a:pt x="3739" y="118"/>
                  </a:cubicBezTo>
                  <a:cubicBezTo>
                    <a:pt x="5240" y="194"/>
                    <a:pt x="5744" y="1357"/>
                    <a:pt x="5748" y="1371"/>
                  </a:cubicBezTo>
                  <a:lnTo>
                    <a:pt x="5828" y="1340"/>
                  </a:lnTo>
                  <a:cubicBezTo>
                    <a:pt x="5819" y="1326"/>
                    <a:pt x="5299" y="110"/>
                    <a:pt x="3743" y="34"/>
                  </a:cubicBezTo>
                  <a:cubicBezTo>
                    <a:pt x="3231" y="9"/>
                    <a:pt x="2647" y="0"/>
                    <a:pt x="20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9"/>
            <p:cNvSpPr/>
            <p:nvPr/>
          </p:nvSpPr>
          <p:spPr>
            <a:xfrm>
              <a:off x="1486300" y="5284175"/>
              <a:ext cx="110525" cy="105500"/>
            </a:xfrm>
            <a:custGeom>
              <a:rect b="b" l="l" r="r" t="t"/>
              <a:pathLst>
                <a:path extrusionOk="0" h="4220" w="4421">
                  <a:moveTo>
                    <a:pt x="4314" y="0"/>
                  </a:moveTo>
                  <a:cubicBezTo>
                    <a:pt x="4314" y="37"/>
                    <a:pt x="4335" y="3529"/>
                    <a:pt x="3066" y="3979"/>
                  </a:cubicBezTo>
                  <a:cubicBezTo>
                    <a:pt x="2741" y="4095"/>
                    <a:pt x="2386" y="4138"/>
                    <a:pt x="2038" y="4138"/>
                  </a:cubicBezTo>
                  <a:cubicBezTo>
                    <a:pt x="1014" y="4138"/>
                    <a:pt x="45" y="3764"/>
                    <a:pt x="31" y="3761"/>
                  </a:cubicBezTo>
                  <a:lnTo>
                    <a:pt x="0" y="3837"/>
                  </a:lnTo>
                  <a:cubicBezTo>
                    <a:pt x="14" y="3841"/>
                    <a:pt x="999" y="4220"/>
                    <a:pt x="2042" y="4220"/>
                  </a:cubicBezTo>
                  <a:cubicBezTo>
                    <a:pt x="2398" y="4220"/>
                    <a:pt x="2763" y="4180"/>
                    <a:pt x="3093" y="4059"/>
                  </a:cubicBezTo>
                  <a:cubicBezTo>
                    <a:pt x="4421" y="3592"/>
                    <a:pt x="4398" y="144"/>
                    <a:pt x="43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9"/>
            <p:cNvSpPr/>
            <p:nvPr/>
          </p:nvSpPr>
          <p:spPr>
            <a:xfrm>
              <a:off x="1552575" y="5294750"/>
              <a:ext cx="43250" cy="29550"/>
            </a:xfrm>
            <a:custGeom>
              <a:rect b="b" l="l" r="r" t="t"/>
              <a:pathLst>
                <a:path extrusionOk="0" h="1182" w="1730">
                  <a:moveTo>
                    <a:pt x="1680" y="1"/>
                  </a:moveTo>
                  <a:lnTo>
                    <a:pt x="0" y="1111"/>
                  </a:lnTo>
                  <a:lnTo>
                    <a:pt x="49" y="1181"/>
                  </a:lnTo>
                  <a:lnTo>
                    <a:pt x="1729" y="68"/>
                  </a:lnTo>
                  <a:lnTo>
                    <a:pt x="168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9"/>
            <p:cNvSpPr/>
            <p:nvPr/>
          </p:nvSpPr>
          <p:spPr>
            <a:xfrm>
              <a:off x="1555250" y="5302450"/>
              <a:ext cx="37775" cy="21850"/>
            </a:xfrm>
            <a:custGeom>
              <a:rect b="b" l="l" r="r" t="t"/>
              <a:pathLst>
                <a:path extrusionOk="0" h="874" w="1511">
                  <a:moveTo>
                    <a:pt x="41" y="1"/>
                  </a:moveTo>
                  <a:lnTo>
                    <a:pt x="0" y="71"/>
                  </a:lnTo>
                  <a:lnTo>
                    <a:pt x="1470" y="873"/>
                  </a:lnTo>
                  <a:lnTo>
                    <a:pt x="1511" y="803"/>
                  </a:lnTo>
                  <a:lnTo>
                    <a:pt x="4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9"/>
            <p:cNvSpPr/>
            <p:nvPr/>
          </p:nvSpPr>
          <p:spPr>
            <a:xfrm>
              <a:off x="1540675" y="5335425"/>
              <a:ext cx="50150" cy="19400"/>
            </a:xfrm>
            <a:custGeom>
              <a:rect b="b" l="l" r="r" t="t"/>
              <a:pathLst>
                <a:path extrusionOk="0" h="776" w="2006">
                  <a:moveTo>
                    <a:pt x="1978" y="0"/>
                  </a:moveTo>
                  <a:lnTo>
                    <a:pt x="0" y="695"/>
                  </a:lnTo>
                  <a:lnTo>
                    <a:pt x="27" y="776"/>
                  </a:lnTo>
                  <a:lnTo>
                    <a:pt x="2005" y="80"/>
                  </a:lnTo>
                  <a:lnTo>
                    <a:pt x="19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9"/>
            <p:cNvSpPr/>
            <p:nvPr/>
          </p:nvSpPr>
          <p:spPr>
            <a:xfrm>
              <a:off x="1549000" y="5335525"/>
              <a:ext cx="35550" cy="25000"/>
            </a:xfrm>
            <a:custGeom>
              <a:rect b="b" l="l" r="r" t="t"/>
              <a:pathLst>
                <a:path extrusionOk="0" h="1000" w="1422">
                  <a:moveTo>
                    <a:pt x="46" y="1"/>
                  </a:moveTo>
                  <a:lnTo>
                    <a:pt x="1" y="72"/>
                  </a:lnTo>
                  <a:lnTo>
                    <a:pt x="1378" y="999"/>
                  </a:lnTo>
                  <a:lnTo>
                    <a:pt x="1422" y="928"/>
                  </a:lnTo>
                  <a:lnTo>
                    <a:pt x="4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9"/>
            <p:cNvSpPr/>
            <p:nvPr/>
          </p:nvSpPr>
          <p:spPr>
            <a:xfrm>
              <a:off x="1726900" y="4001000"/>
              <a:ext cx="120875" cy="681600"/>
            </a:xfrm>
            <a:custGeom>
              <a:rect b="b" l="l" r="r" t="t"/>
              <a:pathLst>
                <a:path extrusionOk="0" h="27264" w="4835">
                  <a:moveTo>
                    <a:pt x="183" y="0"/>
                  </a:moveTo>
                  <a:cubicBezTo>
                    <a:pt x="85" y="0"/>
                    <a:pt x="0" y="86"/>
                    <a:pt x="0" y="187"/>
                  </a:cubicBezTo>
                  <a:lnTo>
                    <a:pt x="0" y="27081"/>
                  </a:lnTo>
                  <a:cubicBezTo>
                    <a:pt x="0" y="27183"/>
                    <a:pt x="85" y="27263"/>
                    <a:pt x="183" y="27263"/>
                  </a:cubicBezTo>
                  <a:lnTo>
                    <a:pt x="4652" y="27263"/>
                  </a:lnTo>
                  <a:cubicBezTo>
                    <a:pt x="4754" y="27263"/>
                    <a:pt x="4834" y="27183"/>
                    <a:pt x="4834" y="27081"/>
                  </a:cubicBezTo>
                  <a:lnTo>
                    <a:pt x="4834" y="187"/>
                  </a:lnTo>
                  <a:cubicBezTo>
                    <a:pt x="4834" y="86"/>
                    <a:pt x="4754" y="0"/>
                    <a:pt x="465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9"/>
            <p:cNvSpPr/>
            <p:nvPr/>
          </p:nvSpPr>
          <p:spPr>
            <a:xfrm>
              <a:off x="1753400" y="4695375"/>
              <a:ext cx="56625" cy="614100"/>
            </a:xfrm>
            <a:custGeom>
              <a:rect b="b" l="l" r="r" t="t"/>
              <a:pathLst>
                <a:path extrusionOk="0" h="24564" w="2265">
                  <a:moveTo>
                    <a:pt x="1" y="1"/>
                  </a:moveTo>
                  <a:lnTo>
                    <a:pt x="1" y="24564"/>
                  </a:lnTo>
                  <a:lnTo>
                    <a:pt x="2265" y="24564"/>
                  </a:lnTo>
                  <a:lnTo>
                    <a:pt x="2265"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9"/>
            <p:cNvSpPr/>
            <p:nvPr/>
          </p:nvSpPr>
          <p:spPr>
            <a:xfrm>
              <a:off x="1726900" y="4579425"/>
              <a:ext cx="120875" cy="523125"/>
            </a:xfrm>
            <a:custGeom>
              <a:rect b="b" l="l" r="r" t="t"/>
              <a:pathLst>
                <a:path extrusionOk="0" h="20925" w="4835">
                  <a:moveTo>
                    <a:pt x="1974" y="1"/>
                  </a:moveTo>
                  <a:cubicBezTo>
                    <a:pt x="892" y="1"/>
                    <a:pt x="0" y="887"/>
                    <a:pt x="0" y="1975"/>
                  </a:cubicBezTo>
                  <a:lnTo>
                    <a:pt x="0" y="20924"/>
                  </a:lnTo>
                  <a:lnTo>
                    <a:pt x="4834" y="20924"/>
                  </a:lnTo>
                  <a:lnTo>
                    <a:pt x="4834" y="1975"/>
                  </a:lnTo>
                  <a:cubicBezTo>
                    <a:pt x="4834" y="887"/>
                    <a:pt x="3948" y="1"/>
                    <a:pt x="286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9"/>
            <p:cNvSpPr/>
            <p:nvPr/>
          </p:nvSpPr>
          <p:spPr>
            <a:xfrm>
              <a:off x="1726900" y="5102525"/>
              <a:ext cx="120875" cy="80750"/>
            </a:xfrm>
            <a:custGeom>
              <a:rect b="b" l="l" r="r" t="t"/>
              <a:pathLst>
                <a:path extrusionOk="0" h="3230" w="4835">
                  <a:moveTo>
                    <a:pt x="0" y="0"/>
                  </a:moveTo>
                  <a:lnTo>
                    <a:pt x="0" y="3230"/>
                  </a:lnTo>
                  <a:lnTo>
                    <a:pt x="4834" y="3230"/>
                  </a:lnTo>
                  <a:lnTo>
                    <a:pt x="4834"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9"/>
            <p:cNvSpPr/>
            <p:nvPr/>
          </p:nvSpPr>
          <p:spPr>
            <a:xfrm>
              <a:off x="1812550" y="5282050"/>
              <a:ext cx="25" cy="25"/>
            </a:xfrm>
            <a:custGeom>
              <a:rect b="b" l="l" r="r" t="t"/>
              <a:pathLst>
                <a:path extrusionOk="0" h="1" w="1">
                  <a:moveTo>
                    <a:pt x="0" y="1"/>
                  </a:move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59"/>
            <p:cNvSpPr/>
            <p:nvPr/>
          </p:nvSpPr>
          <p:spPr>
            <a:xfrm>
              <a:off x="1493875" y="5435000"/>
              <a:ext cx="325825" cy="41675"/>
            </a:xfrm>
            <a:custGeom>
              <a:rect b="b" l="l" r="r" t="t"/>
              <a:pathLst>
                <a:path extrusionOk="0" h="1667" w="13033">
                  <a:moveTo>
                    <a:pt x="304" y="0"/>
                  </a:moveTo>
                  <a:cubicBezTo>
                    <a:pt x="45" y="1498"/>
                    <a:pt x="1" y="1666"/>
                    <a:pt x="1" y="1666"/>
                  </a:cubicBezTo>
                  <a:lnTo>
                    <a:pt x="13033" y="1666"/>
                  </a:lnTo>
                  <a:lnTo>
                    <a:pt x="13033"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9"/>
            <p:cNvSpPr/>
            <p:nvPr/>
          </p:nvSpPr>
          <p:spPr>
            <a:xfrm>
              <a:off x="1501450" y="5284175"/>
              <a:ext cx="318250" cy="150850"/>
            </a:xfrm>
            <a:custGeom>
              <a:rect b="b" l="l" r="r" t="t"/>
              <a:pathLst>
                <a:path extrusionOk="0" h="6034" w="12730">
                  <a:moveTo>
                    <a:pt x="9522" y="0"/>
                  </a:moveTo>
                  <a:cubicBezTo>
                    <a:pt x="9522" y="0"/>
                    <a:pt x="9896" y="3498"/>
                    <a:pt x="7254" y="3753"/>
                  </a:cubicBezTo>
                  <a:cubicBezTo>
                    <a:pt x="4617" y="4006"/>
                    <a:pt x="290" y="4358"/>
                    <a:pt x="19" y="5940"/>
                  </a:cubicBezTo>
                  <a:cubicBezTo>
                    <a:pt x="13" y="5971"/>
                    <a:pt x="9" y="6002"/>
                    <a:pt x="1" y="6033"/>
                  </a:cubicBezTo>
                  <a:lnTo>
                    <a:pt x="12730" y="6033"/>
                  </a:lnTo>
                  <a:lnTo>
                    <a:pt x="12730" y="0"/>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59"/>
            <p:cNvSpPr/>
            <p:nvPr/>
          </p:nvSpPr>
          <p:spPr>
            <a:xfrm>
              <a:off x="1526075" y="5401200"/>
              <a:ext cx="145600" cy="34275"/>
            </a:xfrm>
            <a:custGeom>
              <a:rect b="b" l="l" r="r" t="t"/>
              <a:pathLst>
                <a:path extrusionOk="0" h="1371" w="5824">
                  <a:moveTo>
                    <a:pt x="2093" y="0"/>
                  </a:moveTo>
                  <a:cubicBezTo>
                    <a:pt x="990" y="0"/>
                    <a:pt x="15" y="34"/>
                    <a:pt x="0" y="34"/>
                  </a:cubicBezTo>
                  <a:lnTo>
                    <a:pt x="5" y="118"/>
                  </a:lnTo>
                  <a:cubicBezTo>
                    <a:pt x="17" y="118"/>
                    <a:pt x="989" y="83"/>
                    <a:pt x="2090" y="83"/>
                  </a:cubicBezTo>
                  <a:cubicBezTo>
                    <a:pt x="2640" y="83"/>
                    <a:pt x="3223" y="92"/>
                    <a:pt x="3733" y="118"/>
                  </a:cubicBezTo>
                  <a:cubicBezTo>
                    <a:pt x="5240" y="194"/>
                    <a:pt x="5744" y="1357"/>
                    <a:pt x="5748" y="1371"/>
                  </a:cubicBezTo>
                  <a:lnTo>
                    <a:pt x="5824" y="1340"/>
                  </a:lnTo>
                  <a:cubicBezTo>
                    <a:pt x="5819" y="1326"/>
                    <a:pt x="5298" y="110"/>
                    <a:pt x="3739" y="34"/>
                  </a:cubicBezTo>
                  <a:cubicBezTo>
                    <a:pt x="3228" y="9"/>
                    <a:pt x="2644" y="0"/>
                    <a:pt x="20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59"/>
            <p:cNvSpPr/>
            <p:nvPr/>
          </p:nvSpPr>
          <p:spPr>
            <a:xfrm>
              <a:off x="1670325" y="5284175"/>
              <a:ext cx="110400" cy="105500"/>
            </a:xfrm>
            <a:custGeom>
              <a:rect b="b" l="l" r="r" t="t"/>
              <a:pathLst>
                <a:path extrusionOk="0" h="4220" w="4416">
                  <a:moveTo>
                    <a:pt x="4313" y="0"/>
                  </a:moveTo>
                  <a:cubicBezTo>
                    <a:pt x="4313" y="37"/>
                    <a:pt x="4335" y="3529"/>
                    <a:pt x="3065" y="3979"/>
                  </a:cubicBezTo>
                  <a:cubicBezTo>
                    <a:pt x="2740" y="4095"/>
                    <a:pt x="2386" y="4138"/>
                    <a:pt x="2038" y="4138"/>
                  </a:cubicBezTo>
                  <a:cubicBezTo>
                    <a:pt x="1013" y="4138"/>
                    <a:pt x="44" y="3764"/>
                    <a:pt x="31" y="3761"/>
                  </a:cubicBezTo>
                  <a:lnTo>
                    <a:pt x="0" y="3837"/>
                  </a:lnTo>
                  <a:cubicBezTo>
                    <a:pt x="13" y="3841"/>
                    <a:pt x="998" y="4220"/>
                    <a:pt x="2041" y="4220"/>
                  </a:cubicBezTo>
                  <a:cubicBezTo>
                    <a:pt x="2397" y="4220"/>
                    <a:pt x="2758" y="4180"/>
                    <a:pt x="3092" y="4059"/>
                  </a:cubicBezTo>
                  <a:cubicBezTo>
                    <a:pt x="4416" y="3592"/>
                    <a:pt x="4397" y="144"/>
                    <a:pt x="43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9"/>
            <p:cNvSpPr/>
            <p:nvPr/>
          </p:nvSpPr>
          <p:spPr>
            <a:xfrm>
              <a:off x="1736600" y="5294750"/>
              <a:ext cx="43125" cy="29550"/>
            </a:xfrm>
            <a:custGeom>
              <a:rect b="b" l="l" r="r" t="t"/>
              <a:pathLst>
                <a:path extrusionOk="0" h="1182" w="1725">
                  <a:moveTo>
                    <a:pt x="1680" y="1"/>
                  </a:moveTo>
                  <a:lnTo>
                    <a:pt x="0" y="1111"/>
                  </a:lnTo>
                  <a:lnTo>
                    <a:pt x="44" y="1181"/>
                  </a:lnTo>
                  <a:lnTo>
                    <a:pt x="1724" y="68"/>
                  </a:lnTo>
                  <a:lnTo>
                    <a:pt x="168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9"/>
            <p:cNvSpPr/>
            <p:nvPr/>
          </p:nvSpPr>
          <p:spPr>
            <a:xfrm>
              <a:off x="1739275" y="5302450"/>
              <a:ext cx="37775" cy="21850"/>
            </a:xfrm>
            <a:custGeom>
              <a:rect b="b" l="l" r="r" t="t"/>
              <a:pathLst>
                <a:path extrusionOk="0" h="874" w="1511">
                  <a:moveTo>
                    <a:pt x="40" y="1"/>
                  </a:moveTo>
                  <a:lnTo>
                    <a:pt x="0" y="71"/>
                  </a:lnTo>
                  <a:lnTo>
                    <a:pt x="1471" y="873"/>
                  </a:lnTo>
                  <a:lnTo>
                    <a:pt x="1510" y="803"/>
                  </a:lnTo>
                  <a:lnTo>
                    <a:pt x="4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59"/>
            <p:cNvSpPr/>
            <p:nvPr/>
          </p:nvSpPr>
          <p:spPr>
            <a:xfrm>
              <a:off x="1724575" y="5335425"/>
              <a:ext cx="50150" cy="19400"/>
            </a:xfrm>
            <a:custGeom>
              <a:rect b="b" l="l" r="r" t="t"/>
              <a:pathLst>
                <a:path extrusionOk="0" h="776" w="2006">
                  <a:moveTo>
                    <a:pt x="1978" y="0"/>
                  </a:moveTo>
                  <a:lnTo>
                    <a:pt x="0" y="695"/>
                  </a:lnTo>
                  <a:lnTo>
                    <a:pt x="27" y="776"/>
                  </a:lnTo>
                  <a:lnTo>
                    <a:pt x="2005" y="80"/>
                  </a:lnTo>
                  <a:lnTo>
                    <a:pt x="19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59"/>
            <p:cNvSpPr/>
            <p:nvPr/>
          </p:nvSpPr>
          <p:spPr>
            <a:xfrm>
              <a:off x="1732900" y="5335525"/>
              <a:ext cx="35700" cy="25000"/>
            </a:xfrm>
            <a:custGeom>
              <a:rect b="b" l="l" r="r" t="t"/>
              <a:pathLst>
                <a:path extrusionOk="0" h="1000" w="1428">
                  <a:moveTo>
                    <a:pt x="50" y="1"/>
                  </a:moveTo>
                  <a:lnTo>
                    <a:pt x="1" y="72"/>
                  </a:lnTo>
                  <a:lnTo>
                    <a:pt x="1378" y="999"/>
                  </a:lnTo>
                  <a:lnTo>
                    <a:pt x="1427" y="928"/>
                  </a:lnTo>
                  <a:lnTo>
                    <a:pt x="5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59"/>
            <p:cNvSpPr/>
            <p:nvPr/>
          </p:nvSpPr>
          <p:spPr>
            <a:xfrm>
              <a:off x="1353750" y="3300275"/>
              <a:ext cx="774725" cy="703100"/>
            </a:xfrm>
            <a:custGeom>
              <a:rect b="b" l="l" r="r" t="t"/>
              <a:pathLst>
                <a:path extrusionOk="0" h="28124" w="30989">
                  <a:moveTo>
                    <a:pt x="10649" y="0"/>
                  </a:moveTo>
                  <a:cubicBezTo>
                    <a:pt x="10649" y="0"/>
                    <a:pt x="2259" y="1029"/>
                    <a:pt x="1128" y="2348"/>
                  </a:cubicBezTo>
                  <a:cubicBezTo>
                    <a:pt x="1" y="3667"/>
                    <a:pt x="3636" y="26479"/>
                    <a:pt x="5271" y="27860"/>
                  </a:cubicBezTo>
                  <a:cubicBezTo>
                    <a:pt x="5378" y="27954"/>
                    <a:pt x="5552" y="28039"/>
                    <a:pt x="5775" y="28123"/>
                  </a:cubicBezTo>
                  <a:lnTo>
                    <a:pt x="23699" y="28123"/>
                  </a:lnTo>
                  <a:cubicBezTo>
                    <a:pt x="25214" y="25115"/>
                    <a:pt x="30869" y="7017"/>
                    <a:pt x="30926" y="4483"/>
                  </a:cubicBezTo>
                  <a:cubicBezTo>
                    <a:pt x="30988" y="1783"/>
                    <a:pt x="27959" y="1212"/>
                    <a:pt x="24078" y="588"/>
                  </a:cubicBezTo>
                  <a:lnTo>
                    <a:pt x="10649" y="0"/>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59"/>
            <p:cNvSpPr/>
            <p:nvPr/>
          </p:nvSpPr>
          <p:spPr>
            <a:xfrm>
              <a:off x="1375350" y="3490950"/>
              <a:ext cx="107625" cy="507400"/>
            </a:xfrm>
            <a:custGeom>
              <a:rect b="b" l="l" r="r" t="t"/>
              <a:pathLst>
                <a:path extrusionOk="0" h="20296" w="4305">
                  <a:moveTo>
                    <a:pt x="99" y="1"/>
                  </a:moveTo>
                  <a:lnTo>
                    <a:pt x="1" y="14"/>
                  </a:lnTo>
                  <a:cubicBezTo>
                    <a:pt x="10" y="76"/>
                    <a:pt x="669" y="6608"/>
                    <a:pt x="1405" y="10257"/>
                  </a:cubicBezTo>
                  <a:cubicBezTo>
                    <a:pt x="1855" y="12489"/>
                    <a:pt x="3178" y="16949"/>
                    <a:pt x="4212" y="20295"/>
                  </a:cubicBezTo>
                  <a:lnTo>
                    <a:pt x="4305" y="20264"/>
                  </a:lnTo>
                  <a:cubicBezTo>
                    <a:pt x="3272" y="16923"/>
                    <a:pt x="1948" y="12468"/>
                    <a:pt x="1502" y="10235"/>
                  </a:cubicBezTo>
                  <a:cubicBezTo>
                    <a:pt x="767" y="6595"/>
                    <a:pt x="108" y="68"/>
                    <a:pt x="99"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59"/>
            <p:cNvSpPr/>
            <p:nvPr/>
          </p:nvSpPr>
          <p:spPr>
            <a:xfrm>
              <a:off x="1619950" y="3272650"/>
              <a:ext cx="292325" cy="125525"/>
            </a:xfrm>
            <a:custGeom>
              <a:rect b="b" l="l" r="r" t="t"/>
              <a:pathLst>
                <a:path extrusionOk="0" h="5021" w="11693">
                  <a:moveTo>
                    <a:pt x="6065" y="1"/>
                  </a:moveTo>
                  <a:lnTo>
                    <a:pt x="1" y="1105"/>
                  </a:lnTo>
                  <a:lnTo>
                    <a:pt x="3673" y="5021"/>
                  </a:lnTo>
                  <a:lnTo>
                    <a:pt x="11693" y="1617"/>
                  </a:lnTo>
                  <a:lnTo>
                    <a:pt x="6065"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9"/>
            <p:cNvSpPr/>
            <p:nvPr/>
          </p:nvSpPr>
          <p:spPr>
            <a:xfrm>
              <a:off x="1619950" y="3300275"/>
              <a:ext cx="292325" cy="703100"/>
            </a:xfrm>
            <a:custGeom>
              <a:rect b="b" l="l" r="r" t="t"/>
              <a:pathLst>
                <a:path extrusionOk="0" h="28124" w="11693">
                  <a:moveTo>
                    <a:pt x="1" y="0"/>
                  </a:moveTo>
                  <a:lnTo>
                    <a:pt x="465" y="28123"/>
                  </a:lnTo>
                  <a:lnTo>
                    <a:pt x="7731" y="28123"/>
                  </a:lnTo>
                  <a:lnTo>
                    <a:pt x="11693" y="512"/>
                  </a:lnTo>
                  <a:lnTo>
                    <a:pt x="3673" y="3916"/>
                  </a:lnTo>
                  <a:lnTo>
                    <a:pt x="1"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9"/>
            <p:cNvSpPr/>
            <p:nvPr/>
          </p:nvSpPr>
          <p:spPr>
            <a:xfrm>
              <a:off x="1710525" y="3398150"/>
              <a:ext cx="2600" cy="605225"/>
            </a:xfrm>
            <a:custGeom>
              <a:rect b="b" l="l" r="r" t="t"/>
              <a:pathLst>
                <a:path extrusionOk="0" h="24209" w="104">
                  <a:moveTo>
                    <a:pt x="1" y="1"/>
                  </a:moveTo>
                  <a:lnTo>
                    <a:pt x="1" y="24208"/>
                  </a:lnTo>
                  <a:lnTo>
                    <a:pt x="103" y="24208"/>
                  </a:lnTo>
                  <a:lnTo>
                    <a:pt x="103" y="1"/>
                  </a:lnTo>
                  <a:close/>
                </a:path>
              </a:pathLst>
            </a:custGeom>
            <a:solidFill>
              <a:srgbClr val="528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9"/>
            <p:cNvSpPr/>
            <p:nvPr/>
          </p:nvSpPr>
          <p:spPr>
            <a:xfrm>
              <a:off x="1711750" y="3313075"/>
              <a:ext cx="200525" cy="127575"/>
            </a:xfrm>
            <a:custGeom>
              <a:rect b="b" l="l" r="r" t="t"/>
              <a:pathLst>
                <a:path extrusionOk="0" h="5103" w="8021">
                  <a:moveTo>
                    <a:pt x="8021" y="0"/>
                  </a:moveTo>
                  <a:lnTo>
                    <a:pt x="1" y="3356"/>
                  </a:lnTo>
                  <a:lnTo>
                    <a:pt x="1471" y="5102"/>
                  </a:lnTo>
                  <a:lnTo>
                    <a:pt x="8021" y="0"/>
                  </a:lnTo>
                  <a:close/>
                </a:path>
              </a:pathLst>
            </a:custGeom>
            <a:solidFill>
              <a:srgbClr val="528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9"/>
            <p:cNvSpPr/>
            <p:nvPr/>
          </p:nvSpPr>
          <p:spPr>
            <a:xfrm>
              <a:off x="1619950" y="3300275"/>
              <a:ext cx="91825" cy="132125"/>
            </a:xfrm>
            <a:custGeom>
              <a:rect b="b" l="l" r="r" t="t"/>
              <a:pathLst>
                <a:path extrusionOk="0" h="5285" w="3673">
                  <a:moveTo>
                    <a:pt x="1" y="0"/>
                  </a:moveTo>
                  <a:lnTo>
                    <a:pt x="2127" y="5285"/>
                  </a:lnTo>
                  <a:lnTo>
                    <a:pt x="3673" y="3868"/>
                  </a:lnTo>
                  <a:lnTo>
                    <a:pt x="1" y="0"/>
                  </a:lnTo>
                  <a:close/>
                </a:path>
              </a:pathLst>
            </a:custGeom>
            <a:solidFill>
              <a:srgbClr val="528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9"/>
            <p:cNvSpPr/>
            <p:nvPr/>
          </p:nvSpPr>
          <p:spPr>
            <a:xfrm>
              <a:off x="1919725" y="3345700"/>
              <a:ext cx="282725" cy="618625"/>
            </a:xfrm>
            <a:custGeom>
              <a:rect b="b" l="l" r="r" t="t"/>
              <a:pathLst>
                <a:path extrusionOk="0" h="24745" w="11309">
                  <a:moveTo>
                    <a:pt x="6474" y="1"/>
                  </a:moveTo>
                  <a:cubicBezTo>
                    <a:pt x="0" y="661"/>
                    <a:pt x="2624" y="14178"/>
                    <a:pt x="3492" y="18683"/>
                  </a:cubicBezTo>
                  <a:cubicBezTo>
                    <a:pt x="4278" y="22751"/>
                    <a:pt x="5058" y="24744"/>
                    <a:pt x="6774" y="24744"/>
                  </a:cubicBezTo>
                  <a:cubicBezTo>
                    <a:pt x="6959" y="24744"/>
                    <a:pt x="7153" y="24721"/>
                    <a:pt x="7360" y="24675"/>
                  </a:cubicBezTo>
                  <a:cubicBezTo>
                    <a:pt x="9490" y="24203"/>
                    <a:pt x="11308" y="12757"/>
                    <a:pt x="11148" y="6996"/>
                  </a:cubicBezTo>
                  <a:cubicBezTo>
                    <a:pt x="10992" y="1231"/>
                    <a:pt x="6474" y="1"/>
                    <a:pt x="6474"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9"/>
            <p:cNvSpPr/>
            <p:nvPr/>
          </p:nvSpPr>
          <p:spPr>
            <a:xfrm>
              <a:off x="2012925" y="3789225"/>
              <a:ext cx="159925" cy="522350"/>
            </a:xfrm>
            <a:custGeom>
              <a:rect b="b" l="l" r="r" t="t"/>
              <a:pathLst>
                <a:path extrusionOk="0" h="20894" w="6397">
                  <a:moveTo>
                    <a:pt x="6313" y="0"/>
                  </a:moveTo>
                  <a:cubicBezTo>
                    <a:pt x="5865" y="0"/>
                    <a:pt x="3670" y="373"/>
                    <a:pt x="2051" y="2198"/>
                  </a:cubicBezTo>
                  <a:cubicBezTo>
                    <a:pt x="2051" y="2198"/>
                    <a:pt x="1" y="3513"/>
                    <a:pt x="237" y="8302"/>
                  </a:cubicBezTo>
                  <a:cubicBezTo>
                    <a:pt x="379" y="11194"/>
                    <a:pt x="679" y="16857"/>
                    <a:pt x="893" y="20893"/>
                  </a:cubicBezTo>
                  <a:lnTo>
                    <a:pt x="4323" y="20893"/>
                  </a:lnTo>
                  <a:cubicBezTo>
                    <a:pt x="5049" y="13569"/>
                    <a:pt x="6386" y="77"/>
                    <a:pt x="6394" y="15"/>
                  </a:cubicBezTo>
                  <a:cubicBezTo>
                    <a:pt x="6396" y="6"/>
                    <a:pt x="6368" y="0"/>
                    <a:pt x="6313"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59"/>
            <p:cNvSpPr/>
            <p:nvPr/>
          </p:nvSpPr>
          <p:spPr>
            <a:xfrm>
              <a:off x="2035225" y="4311550"/>
              <a:ext cx="85775" cy="115175"/>
            </a:xfrm>
            <a:custGeom>
              <a:rect b="b" l="l" r="r" t="t"/>
              <a:pathLst>
                <a:path extrusionOk="0" h="4607" w="3431">
                  <a:moveTo>
                    <a:pt x="1" y="0"/>
                  </a:moveTo>
                  <a:cubicBezTo>
                    <a:pt x="139" y="2655"/>
                    <a:pt x="245" y="4607"/>
                    <a:pt x="245" y="4607"/>
                  </a:cubicBezTo>
                  <a:lnTo>
                    <a:pt x="2977" y="4607"/>
                  </a:lnTo>
                  <a:cubicBezTo>
                    <a:pt x="2977" y="4607"/>
                    <a:pt x="3164" y="2731"/>
                    <a:pt x="3431"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59"/>
            <p:cNvSpPr/>
            <p:nvPr/>
          </p:nvSpPr>
          <p:spPr>
            <a:xfrm>
              <a:off x="1986475" y="4426250"/>
              <a:ext cx="123175" cy="161650"/>
            </a:xfrm>
            <a:custGeom>
              <a:rect b="b" l="l" r="r" t="t"/>
              <a:pathLst>
                <a:path extrusionOk="0" h="6466" w="4927">
                  <a:moveTo>
                    <a:pt x="1837" y="1"/>
                  </a:moveTo>
                  <a:cubicBezTo>
                    <a:pt x="1268" y="1"/>
                    <a:pt x="213" y="130"/>
                    <a:pt x="119" y="1080"/>
                  </a:cubicBezTo>
                  <a:cubicBezTo>
                    <a:pt x="1" y="2272"/>
                    <a:pt x="258" y="3438"/>
                    <a:pt x="474" y="3438"/>
                  </a:cubicBezTo>
                  <a:cubicBezTo>
                    <a:pt x="494" y="3438"/>
                    <a:pt x="514" y="3428"/>
                    <a:pt x="534" y="3406"/>
                  </a:cubicBezTo>
                  <a:cubicBezTo>
                    <a:pt x="745" y="3165"/>
                    <a:pt x="1275" y="2028"/>
                    <a:pt x="1572" y="2028"/>
                  </a:cubicBezTo>
                  <a:cubicBezTo>
                    <a:pt x="1587" y="2028"/>
                    <a:pt x="1602" y="2031"/>
                    <a:pt x="1616" y="2038"/>
                  </a:cubicBezTo>
                  <a:cubicBezTo>
                    <a:pt x="1901" y="2163"/>
                    <a:pt x="1581" y="6400"/>
                    <a:pt x="1951" y="6462"/>
                  </a:cubicBezTo>
                  <a:cubicBezTo>
                    <a:pt x="1965" y="6464"/>
                    <a:pt x="1981" y="6465"/>
                    <a:pt x="1997" y="6465"/>
                  </a:cubicBezTo>
                  <a:cubicBezTo>
                    <a:pt x="2388" y="6465"/>
                    <a:pt x="3251" y="5751"/>
                    <a:pt x="3666" y="4742"/>
                  </a:cubicBezTo>
                  <a:cubicBezTo>
                    <a:pt x="4098" y="3691"/>
                    <a:pt x="4927" y="19"/>
                    <a:pt x="4927" y="19"/>
                  </a:cubicBezTo>
                  <a:lnTo>
                    <a:pt x="2195" y="19"/>
                  </a:lnTo>
                  <a:cubicBezTo>
                    <a:pt x="2195" y="19"/>
                    <a:pt x="2051" y="1"/>
                    <a:pt x="183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6" name="Google Shape;3186;p59"/>
          <p:cNvGrpSpPr/>
          <p:nvPr/>
        </p:nvGrpSpPr>
        <p:grpSpPr>
          <a:xfrm>
            <a:off x="3227382" y="2040378"/>
            <a:ext cx="795037" cy="2561799"/>
            <a:chOff x="5570319" y="1722547"/>
            <a:chExt cx="795037" cy="2561799"/>
          </a:xfrm>
        </p:grpSpPr>
        <p:grpSp>
          <p:nvGrpSpPr>
            <p:cNvPr id="3187" name="Google Shape;3187;p59"/>
            <p:cNvGrpSpPr/>
            <p:nvPr/>
          </p:nvGrpSpPr>
          <p:grpSpPr>
            <a:xfrm flipH="1">
              <a:off x="5570319" y="1722547"/>
              <a:ext cx="795037" cy="1232953"/>
              <a:chOff x="1744650" y="1489149"/>
              <a:chExt cx="2063425" cy="3200814"/>
            </a:xfrm>
          </p:grpSpPr>
          <p:sp>
            <p:nvSpPr>
              <p:cNvPr id="3188" name="Google Shape;3188;p59"/>
              <p:cNvSpPr/>
              <p:nvPr/>
            </p:nvSpPr>
            <p:spPr>
              <a:xfrm>
                <a:off x="3210150" y="3476007"/>
                <a:ext cx="51" cy="51"/>
              </a:xfrm>
              <a:custGeom>
                <a:rect b="b" l="l" r="r" t="t"/>
                <a:pathLst>
                  <a:path extrusionOk="0" h="1" w="1">
                    <a:moveTo>
                      <a:pt x="0" y="1"/>
                    </a:moveTo>
                    <a:lnTo>
                      <a:pt x="0" y="1"/>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59"/>
              <p:cNvSpPr/>
              <p:nvPr/>
            </p:nvSpPr>
            <p:spPr>
              <a:xfrm>
                <a:off x="2668989" y="3393744"/>
                <a:ext cx="246432" cy="183549"/>
              </a:xfrm>
              <a:custGeom>
                <a:rect b="b" l="l" r="r" t="t"/>
                <a:pathLst>
                  <a:path extrusionOk="0" h="3599" w="4832">
                    <a:moveTo>
                      <a:pt x="4585" y="1"/>
                    </a:moveTo>
                    <a:cubicBezTo>
                      <a:pt x="4540" y="1"/>
                      <a:pt x="4494" y="15"/>
                      <a:pt x="4454" y="44"/>
                    </a:cubicBezTo>
                    <a:lnTo>
                      <a:pt x="121" y="3201"/>
                    </a:lnTo>
                    <a:cubicBezTo>
                      <a:pt x="20" y="3274"/>
                      <a:pt x="0" y="3412"/>
                      <a:pt x="71" y="3509"/>
                    </a:cubicBezTo>
                    <a:cubicBezTo>
                      <a:pt x="114" y="3569"/>
                      <a:pt x="181" y="3598"/>
                      <a:pt x="248" y="3598"/>
                    </a:cubicBezTo>
                    <a:cubicBezTo>
                      <a:pt x="295" y="3598"/>
                      <a:pt x="338" y="3586"/>
                      <a:pt x="378" y="3558"/>
                    </a:cubicBezTo>
                    <a:lnTo>
                      <a:pt x="4715" y="398"/>
                    </a:lnTo>
                    <a:cubicBezTo>
                      <a:pt x="4811" y="328"/>
                      <a:pt x="4831" y="191"/>
                      <a:pt x="4761" y="91"/>
                    </a:cubicBezTo>
                    <a:cubicBezTo>
                      <a:pt x="4719" y="32"/>
                      <a:pt x="4653" y="1"/>
                      <a:pt x="4585"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9"/>
              <p:cNvSpPr/>
              <p:nvPr/>
            </p:nvSpPr>
            <p:spPr>
              <a:xfrm>
                <a:off x="2841573" y="2429385"/>
                <a:ext cx="51" cy="51"/>
              </a:xfrm>
              <a:custGeom>
                <a:rect b="b" l="l" r="r" t="t"/>
                <a:pathLst>
                  <a:path extrusionOk="0" h="1" w="1">
                    <a:moveTo>
                      <a:pt x="1" y="0"/>
                    </a:move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59"/>
              <p:cNvSpPr/>
              <p:nvPr/>
            </p:nvSpPr>
            <p:spPr>
              <a:xfrm>
                <a:off x="2609880" y="1894497"/>
                <a:ext cx="226134" cy="396933"/>
              </a:xfrm>
              <a:custGeom>
                <a:rect b="b" l="l" r="r" t="t"/>
                <a:pathLst>
                  <a:path extrusionOk="0" h="7783" w="4434">
                    <a:moveTo>
                      <a:pt x="1444" y="1"/>
                    </a:moveTo>
                    <a:cubicBezTo>
                      <a:pt x="1196" y="1"/>
                      <a:pt x="921" y="44"/>
                      <a:pt x="618" y="142"/>
                    </a:cubicBezTo>
                    <a:lnTo>
                      <a:pt x="1" y="7782"/>
                    </a:lnTo>
                    <a:lnTo>
                      <a:pt x="4434" y="7542"/>
                    </a:lnTo>
                    <a:lnTo>
                      <a:pt x="3645" y="2234"/>
                    </a:lnTo>
                    <a:cubicBezTo>
                      <a:pt x="3645" y="2234"/>
                      <a:pt x="3228" y="1"/>
                      <a:pt x="1444"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59"/>
              <p:cNvSpPr/>
              <p:nvPr/>
            </p:nvSpPr>
            <p:spPr>
              <a:xfrm>
                <a:off x="2652414" y="1884195"/>
                <a:ext cx="158406" cy="225267"/>
              </a:xfrm>
              <a:custGeom>
                <a:rect b="b" l="l" r="r" t="t"/>
                <a:pathLst>
                  <a:path extrusionOk="0" h="4417" w="3106">
                    <a:moveTo>
                      <a:pt x="1112" y="1"/>
                    </a:moveTo>
                    <a:cubicBezTo>
                      <a:pt x="0" y="1"/>
                      <a:pt x="135" y="842"/>
                      <a:pt x="135" y="842"/>
                    </a:cubicBezTo>
                    <a:cubicBezTo>
                      <a:pt x="135" y="842"/>
                      <a:pt x="1976" y="4253"/>
                      <a:pt x="3105" y="4416"/>
                    </a:cubicBezTo>
                    <a:lnTo>
                      <a:pt x="2805" y="1978"/>
                    </a:lnTo>
                    <a:cubicBezTo>
                      <a:pt x="2805" y="1978"/>
                      <a:pt x="2437" y="57"/>
                      <a:pt x="1215" y="3"/>
                    </a:cubicBezTo>
                    <a:cubicBezTo>
                      <a:pt x="1179" y="2"/>
                      <a:pt x="1145" y="1"/>
                      <a:pt x="1112"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59"/>
              <p:cNvSpPr/>
              <p:nvPr/>
            </p:nvSpPr>
            <p:spPr>
              <a:xfrm>
                <a:off x="2558574" y="1509549"/>
                <a:ext cx="496230" cy="519537"/>
              </a:xfrm>
              <a:custGeom>
                <a:rect b="b" l="l" r="r" t="t"/>
                <a:pathLst>
                  <a:path extrusionOk="0" h="10187" w="9730">
                    <a:moveTo>
                      <a:pt x="4716" y="0"/>
                    </a:moveTo>
                    <a:cubicBezTo>
                      <a:pt x="3102" y="0"/>
                      <a:pt x="1792" y="507"/>
                      <a:pt x="1695" y="2108"/>
                    </a:cubicBezTo>
                    <a:cubicBezTo>
                      <a:pt x="1561" y="4362"/>
                      <a:pt x="1551" y="5445"/>
                      <a:pt x="1551" y="5445"/>
                    </a:cubicBezTo>
                    <a:cubicBezTo>
                      <a:pt x="1551" y="5445"/>
                      <a:pt x="1328" y="5100"/>
                      <a:pt x="974" y="5100"/>
                    </a:cubicBezTo>
                    <a:cubicBezTo>
                      <a:pt x="859" y="5100"/>
                      <a:pt x="731" y="5136"/>
                      <a:pt x="592" y="5232"/>
                    </a:cubicBezTo>
                    <a:cubicBezTo>
                      <a:pt x="21" y="5625"/>
                      <a:pt x="1" y="7412"/>
                      <a:pt x="612" y="7780"/>
                    </a:cubicBezTo>
                    <a:cubicBezTo>
                      <a:pt x="787" y="7886"/>
                      <a:pt x="945" y="7923"/>
                      <a:pt x="1081" y="7923"/>
                    </a:cubicBezTo>
                    <a:cubicBezTo>
                      <a:pt x="1420" y="7923"/>
                      <a:pt x="1624" y="7690"/>
                      <a:pt x="1624" y="7690"/>
                    </a:cubicBezTo>
                    <a:cubicBezTo>
                      <a:pt x="1624" y="7690"/>
                      <a:pt x="2506" y="9250"/>
                      <a:pt x="4651" y="9782"/>
                    </a:cubicBezTo>
                    <a:cubicBezTo>
                      <a:pt x="4651" y="9782"/>
                      <a:pt x="6530" y="10186"/>
                      <a:pt x="7817" y="10186"/>
                    </a:cubicBezTo>
                    <a:cubicBezTo>
                      <a:pt x="8179" y="10186"/>
                      <a:pt x="8494" y="10154"/>
                      <a:pt x="8707" y="10072"/>
                    </a:cubicBezTo>
                    <a:cubicBezTo>
                      <a:pt x="9673" y="9694"/>
                      <a:pt x="9730" y="8405"/>
                      <a:pt x="9429" y="6567"/>
                    </a:cubicBezTo>
                    <a:cubicBezTo>
                      <a:pt x="9128" y="4730"/>
                      <a:pt x="9208" y="665"/>
                      <a:pt x="6796" y="216"/>
                    </a:cubicBezTo>
                    <a:cubicBezTo>
                      <a:pt x="6093" y="86"/>
                      <a:pt x="5379" y="0"/>
                      <a:pt x="4716"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59"/>
              <p:cNvSpPr/>
              <p:nvPr/>
            </p:nvSpPr>
            <p:spPr>
              <a:xfrm>
                <a:off x="2737839" y="1709265"/>
                <a:ext cx="102306" cy="56355"/>
              </a:xfrm>
              <a:custGeom>
                <a:rect b="b" l="l" r="r" t="t"/>
                <a:pathLst>
                  <a:path extrusionOk="0" h="1105" w="2006">
                    <a:moveTo>
                      <a:pt x="958" y="0"/>
                    </a:moveTo>
                    <a:cubicBezTo>
                      <a:pt x="926" y="0"/>
                      <a:pt x="893" y="2"/>
                      <a:pt x="859" y="5"/>
                    </a:cubicBezTo>
                    <a:cubicBezTo>
                      <a:pt x="1" y="96"/>
                      <a:pt x="24" y="787"/>
                      <a:pt x="24" y="787"/>
                    </a:cubicBezTo>
                    <a:cubicBezTo>
                      <a:pt x="24" y="787"/>
                      <a:pt x="595" y="1105"/>
                      <a:pt x="1299" y="1105"/>
                    </a:cubicBezTo>
                    <a:cubicBezTo>
                      <a:pt x="1525" y="1105"/>
                      <a:pt x="1766" y="1072"/>
                      <a:pt x="2005" y="984"/>
                    </a:cubicBezTo>
                    <a:cubicBezTo>
                      <a:pt x="2005" y="984"/>
                      <a:pt x="1743" y="0"/>
                      <a:pt x="9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9"/>
              <p:cNvSpPr/>
              <p:nvPr/>
            </p:nvSpPr>
            <p:spPr>
              <a:xfrm>
                <a:off x="2927151" y="1687998"/>
                <a:ext cx="71247" cy="63852"/>
              </a:xfrm>
              <a:custGeom>
                <a:rect b="b" l="l" r="r" t="t"/>
                <a:pathLst>
                  <a:path extrusionOk="0" h="1252" w="1397">
                    <a:moveTo>
                      <a:pt x="905" y="0"/>
                    </a:moveTo>
                    <a:cubicBezTo>
                      <a:pt x="834" y="0"/>
                      <a:pt x="753" y="16"/>
                      <a:pt x="662" y="52"/>
                    </a:cubicBezTo>
                    <a:cubicBezTo>
                      <a:pt x="0" y="313"/>
                      <a:pt x="278" y="1251"/>
                      <a:pt x="278" y="1251"/>
                    </a:cubicBezTo>
                    <a:cubicBezTo>
                      <a:pt x="278" y="1251"/>
                      <a:pt x="1253" y="1081"/>
                      <a:pt x="1397" y="600"/>
                    </a:cubicBezTo>
                    <a:cubicBezTo>
                      <a:pt x="1397" y="600"/>
                      <a:pt x="1342" y="0"/>
                      <a:pt x="9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59"/>
              <p:cNvSpPr/>
              <p:nvPr/>
            </p:nvSpPr>
            <p:spPr>
              <a:xfrm>
                <a:off x="2735748" y="1704879"/>
                <a:ext cx="104397" cy="54621"/>
              </a:xfrm>
              <a:custGeom>
                <a:rect b="b" l="l" r="r" t="t"/>
                <a:pathLst>
                  <a:path extrusionOk="0" h="1071" w="2047">
                    <a:moveTo>
                      <a:pt x="949" y="1"/>
                    </a:moveTo>
                    <a:cubicBezTo>
                      <a:pt x="311" y="1"/>
                      <a:pt x="0" y="594"/>
                      <a:pt x="28" y="884"/>
                    </a:cubicBezTo>
                    <a:lnTo>
                      <a:pt x="65" y="873"/>
                    </a:lnTo>
                    <a:cubicBezTo>
                      <a:pt x="65" y="873"/>
                      <a:pt x="212" y="215"/>
                      <a:pt x="933" y="145"/>
                    </a:cubicBezTo>
                    <a:cubicBezTo>
                      <a:pt x="957" y="143"/>
                      <a:pt x="980" y="142"/>
                      <a:pt x="1003" y="142"/>
                    </a:cubicBezTo>
                    <a:cubicBezTo>
                      <a:pt x="1683" y="142"/>
                      <a:pt x="2046" y="1070"/>
                      <a:pt x="2046" y="1070"/>
                    </a:cubicBezTo>
                    <a:cubicBezTo>
                      <a:pt x="2046" y="1070"/>
                      <a:pt x="1835" y="108"/>
                      <a:pt x="1097" y="11"/>
                    </a:cubicBezTo>
                    <a:cubicBezTo>
                      <a:pt x="1046" y="4"/>
                      <a:pt x="996" y="1"/>
                      <a:pt x="94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59"/>
              <p:cNvSpPr/>
              <p:nvPr/>
            </p:nvSpPr>
            <p:spPr>
              <a:xfrm>
                <a:off x="2930670" y="1684071"/>
                <a:ext cx="67728" cy="67779"/>
              </a:xfrm>
              <a:custGeom>
                <a:rect b="b" l="l" r="r" t="t"/>
                <a:pathLst>
                  <a:path extrusionOk="0" h="1329" w="1328">
                    <a:moveTo>
                      <a:pt x="802" y="1"/>
                    </a:moveTo>
                    <a:cubicBezTo>
                      <a:pt x="749" y="1"/>
                      <a:pt x="690" y="9"/>
                      <a:pt x="626" y="29"/>
                    </a:cubicBezTo>
                    <a:cubicBezTo>
                      <a:pt x="1" y="219"/>
                      <a:pt x="58" y="980"/>
                      <a:pt x="209" y="1328"/>
                    </a:cubicBezTo>
                    <a:cubicBezTo>
                      <a:pt x="209" y="1328"/>
                      <a:pt x="21" y="653"/>
                      <a:pt x="539" y="216"/>
                    </a:cubicBezTo>
                    <a:cubicBezTo>
                      <a:pt x="641" y="130"/>
                      <a:pt x="733" y="95"/>
                      <a:pt x="816" y="95"/>
                    </a:cubicBezTo>
                    <a:cubicBezTo>
                      <a:pt x="1155" y="95"/>
                      <a:pt x="1328" y="677"/>
                      <a:pt x="1328" y="677"/>
                    </a:cubicBezTo>
                    <a:cubicBezTo>
                      <a:pt x="1328" y="677"/>
                      <a:pt x="1268" y="1"/>
                      <a:pt x="80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59"/>
              <p:cNvSpPr/>
              <p:nvPr/>
            </p:nvSpPr>
            <p:spPr>
              <a:xfrm>
                <a:off x="2776548" y="1710591"/>
                <a:ext cx="32895" cy="44625"/>
              </a:xfrm>
              <a:custGeom>
                <a:rect b="b" l="l" r="r" t="t"/>
                <a:pathLst>
                  <a:path extrusionOk="0" h="875" w="645">
                    <a:moveTo>
                      <a:pt x="285" y="0"/>
                    </a:moveTo>
                    <a:cubicBezTo>
                      <a:pt x="275" y="0"/>
                      <a:pt x="264" y="1"/>
                      <a:pt x="254" y="3"/>
                    </a:cubicBezTo>
                    <a:cubicBezTo>
                      <a:pt x="96" y="27"/>
                      <a:pt x="0" y="240"/>
                      <a:pt x="36" y="481"/>
                    </a:cubicBezTo>
                    <a:cubicBezTo>
                      <a:pt x="71" y="705"/>
                      <a:pt x="210" y="874"/>
                      <a:pt x="359" y="874"/>
                    </a:cubicBezTo>
                    <a:cubicBezTo>
                      <a:pt x="369" y="874"/>
                      <a:pt x="380" y="874"/>
                      <a:pt x="391" y="872"/>
                    </a:cubicBezTo>
                    <a:cubicBezTo>
                      <a:pt x="548" y="849"/>
                      <a:pt x="645" y="634"/>
                      <a:pt x="608" y="394"/>
                    </a:cubicBezTo>
                    <a:cubicBezTo>
                      <a:pt x="573" y="169"/>
                      <a:pt x="434" y="0"/>
                      <a:pt x="28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59"/>
              <p:cNvSpPr/>
              <p:nvPr/>
            </p:nvSpPr>
            <p:spPr>
              <a:xfrm>
                <a:off x="2944848" y="1693914"/>
                <a:ext cx="32895" cy="44778"/>
              </a:xfrm>
              <a:custGeom>
                <a:rect b="b" l="l" r="r" t="t"/>
                <a:pathLst>
                  <a:path extrusionOk="0" h="878" w="645">
                    <a:moveTo>
                      <a:pt x="286" y="0"/>
                    </a:moveTo>
                    <a:cubicBezTo>
                      <a:pt x="276" y="0"/>
                      <a:pt x="267" y="1"/>
                      <a:pt x="258" y="3"/>
                    </a:cubicBezTo>
                    <a:cubicBezTo>
                      <a:pt x="97" y="29"/>
                      <a:pt x="0" y="243"/>
                      <a:pt x="37" y="484"/>
                    </a:cubicBezTo>
                    <a:cubicBezTo>
                      <a:pt x="72" y="708"/>
                      <a:pt x="211" y="877"/>
                      <a:pt x="360" y="877"/>
                    </a:cubicBezTo>
                    <a:cubicBezTo>
                      <a:pt x="370" y="877"/>
                      <a:pt x="381" y="877"/>
                      <a:pt x="392" y="875"/>
                    </a:cubicBezTo>
                    <a:cubicBezTo>
                      <a:pt x="549" y="851"/>
                      <a:pt x="645" y="638"/>
                      <a:pt x="609" y="397"/>
                    </a:cubicBezTo>
                    <a:cubicBezTo>
                      <a:pt x="574" y="171"/>
                      <a:pt x="433" y="0"/>
                      <a:pt x="28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59"/>
              <p:cNvSpPr/>
              <p:nvPr/>
            </p:nvSpPr>
            <p:spPr>
              <a:xfrm>
                <a:off x="2884056" y="1730328"/>
                <a:ext cx="63240" cy="114546"/>
              </a:xfrm>
              <a:custGeom>
                <a:rect b="b" l="l" r="r" t="t"/>
                <a:pathLst>
                  <a:path extrusionOk="0" h="2246" w="1240">
                    <a:moveTo>
                      <a:pt x="127" y="1"/>
                    </a:moveTo>
                    <a:cubicBezTo>
                      <a:pt x="127" y="1"/>
                      <a:pt x="0" y="1233"/>
                      <a:pt x="264" y="1347"/>
                    </a:cubicBezTo>
                    <a:cubicBezTo>
                      <a:pt x="444" y="1424"/>
                      <a:pt x="753" y="1436"/>
                      <a:pt x="933" y="1436"/>
                    </a:cubicBezTo>
                    <a:cubicBezTo>
                      <a:pt x="1017" y="1436"/>
                      <a:pt x="1072" y="1433"/>
                      <a:pt x="1072" y="1433"/>
                    </a:cubicBezTo>
                    <a:lnTo>
                      <a:pt x="1072" y="1433"/>
                    </a:lnTo>
                    <a:lnTo>
                      <a:pt x="264" y="2181"/>
                    </a:lnTo>
                    <a:cubicBezTo>
                      <a:pt x="264" y="2181"/>
                      <a:pt x="251" y="2246"/>
                      <a:pt x="311" y="2246"/>
                    </a:cubicBezTo>
                    <a:cubicBezTo>
                      <a:pt x="319" y="2246"/>
                      <a:pt x="329" y="2245"/>
                      <a:pt x="341" y="2242"/>
                    </a:cubicBezTo>
                    <a:cubicBezTo>
                      <a:pt x="438" y="2215"/>
                      <a:pt x="1240" y="1416"/>
                      <a:pt x="1232" y="1396"/>
                    </a:cubicBezTo>
                    <a:cubicBezTo>
                      <a:pt x="1226" y="1373"/>
                      <a:pt x="381" y="1344"/>
                      <a:pt x="301" y="1203"/>
                    </a:cubicBezTo>
                    <a:cubicBezTo>
                      <a:pt x="221" y="1063"/>
                      <a:pt x="190" y="30"/>
                      <a:pt x="127"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59"/>
              <p:cNvSpPr/>
              <p:nvPr/>
            </p:nvSpPr>
            <p:spPr>
              <a:xfrm>
                <a:off x="2852997" y="1875576"/>
                <a:ext cx="101082" cy="28560"/>
              </a:xfrm>
              <a:custGeom>
                <a:rect b="b" l="l" r="r" t="t"/>
                <a:pathLst>
                  <a:path extrusionOk="0" h="560" w="1982">
                    <a:moveTo>
                      <a:pt x="1174" y="0"/>
                    </a:moveTo>
                    <a:cubicBezTo>
                      <a:pt x="383" y="0"/>
                      <a:pt x="0" y="239"/>
                      <a:pt x="0" y="239"/>
                    </a:cubicBezTo>
                    <a:cubicBezTo>
                      <a:pt x="0" y="239"/>
                      <a:pt x="118" y="486"/>
                      <a:pt x="910" y="553"/>
                    </a:cubicBezTo>
                    <a:cubicBezTo>
                      <a:pt x="958" y="557"/>
                      <a:pt x="1004" y="559"/>
                      <a:pt x="1048" y="559"/>
                    </a:cubicBezTo>
                    <a:cubicBezTo>
                      <a:pt x="1734" y="559"/>
                      <a:pt x="1982" y="75"/>
                      <a:pt x="1982" y="75"/>
                    </a:cubicBezTo>
                    <a:cubicBezTo>
                      <a:pt x="1677" y="21"/>
                      <a:pt x="1408" y="0"/>
                      <a:pt x="1174"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9"/>
              <p:cNvSpPr/>
              <p:nvPr/>
            </p:nvSpPr>
            <p:spPr>
              <a:xfrm>
                <a:off x="2852844" y="1889601"/>
                <a:ext cx="92922" cy="32130"/>
              </a:xfrm>
              <a:custGeom>
                <a:rect b="b" l="l" r="r" t="t"/>
                <a:pathLst>
                  <a:path extrusionOk="0" h="630" w="1822">
                    <a:moveTo>
                      <a:pt x="1821" y="1"/>
                    </a:moveTo>
                    <a:lnTo>
                      <a:pt x="1821" y="1"/>
                    </a:lnTo>
                    <a:cubicBezTo>
                      <a:pt x="1821" y="1"/>
                      <a:pt x="1397" y="328"/>
                      <a:pt x="899" y="341"/>
                    </a:cubicBezTo>
                    <a:cubicBezTo>
                      <a:pt x="885" y="342"/>
                      <a:pt x="871" y="342"/>
                      <a:pt x="857" y="342"/>
                    </a:cubicBezTo>
                    <a:cubicBezTo>
                      <a:pt x="376" y="342"/>
                      <a:pt x="0" y="68"/>
                      <a:pt x="0" y="68"/>
                    </a:cubicBezTo>
                    <a:lnTo>
                      <a:pt x="0" y="68"/>
                    </a:lnTo>
                    <a:cubicBezTo>
                      <a:pt x="0" y="68"/>
                      <a:pt x="239" y="630"/>
                      <a:pt x="902" y="630"/>
                    </a:cubicBezTo>
                    <a:cubicBezTo>
                      <a:pt x="946" y="630"/>
                      <a:pt x="992" y="627"/>
                      <a:pt x="1039" y="622"/>
                    </a:cubicBezTo>
                    <a:cubicBezTo>
                      <a:pt x="1807" y="535"/>
                      <a:pt x="1821" y="1"/>
                      <a:pt x="182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59"/>
              <p:cNvSpPr/>
              <p:nvPr/>
            </p:nvSpPr>
            <p:spPr>
              <a:xfrm>
                <a:off x="2825253" y="1859307"/>
                <a:ext cx="147747" cy="47787"/>
              </a:xfrm>
              <a:custGeom>
                <a:rect b="b" l="l" r="r" t="t"/>
                <a:pathLst>
                  <a:path extrusionOk="0" h="937" w="2897">
                    <a:moveTo>
                      <a:pt x="2897" y="0"/>
                    </a:moveTo>
                    <a:cubicBezTo>
                      <a:pt x="2897" y="1"/>
                      <a:pt x="2325" y="819"/>
                      <a:pt x="1460" y="832"/>
                    </a:cubicBezTo>
                    <a:cubicBezTo>
                      <a:pt x="1451" y="832"/>
                      <a:pt x="1441" y="832"/>
                      <a:pt x="1432" y="832"/>
                    </a:cubicBezTo>
                    <a:cubicBezTo>
                      <a:pt x="579" y="832"/>
                      <a:pt x="0" y="77"/>
                      <a:pt x="0" y="77"/>
                    </a:cubicBezTo>
                    <a:lnTo>
                      <a:pt x="0" y="77"/>
                    </a:lnTo>
                    <a:cubicBezTo>
                      <a:pt x="23" y="190"/>
                      <a:pt x="478" y="902"/>
                      <a:pt x="1440" y="935"/>
                    </a:cubicBezTo>
                    <a:cubicBezTo>
                      <a:pt x="1458" y="936"/>
                      <a:pt x="1476" y="936"/>
                      <a:pt x="1493" y="936"/>
                    </a:cubicBezTo>
                    <a:cubicBezTo>
                      <a:pt x="2420" y="936"/>
                      <a:pt x="2897" y="1"/>
                      <a:pt x="289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59"/>
              <p:cNvSpPr/>
              <p:nvPr/>
            </p:nvSpPr>
            <p:spPr>
              <a:xfrm>
                <a:off x="2747223" y="1780716"/>
                <a:ext cx="50643" cy="49521"/>
              </a:xfrm>
              <a:custGeom>
                <a:rect b="b" l="l" r="r" t="t"/>
                <a:pathLst>
                  <a:path extrusionOk="0" h="971" w="993">
                    <a:moveTo>
                      <a:pt x="499" y="1"/>
                    </a:moveTo>
                    <a:cubicBezTo>
                      <a:pt x="240" y="1"/>
                      <a:pt x="23" y="205"/>
                      <a:pt x="14" y="465"/>
                    </a:cubicBezTo>
                    <a:cubicBezTo>
                      <a:pt x="0" y="732"/>
                      <a:pt x="207" y="960"/>
                      <a:pt x="478" y="970"/>
                    </a:cubicBezTo>
                    <a:cubicBezTo>
                      <a:pt x="486" y="970"/>
                      <a:pt x="495" y="970"/>
                      <a:pt x="503" y="970"/>
                    </a:cubicBezTo>
                    <a:cubicBezTo>
                      <a:pt x="759" y="970"/>
                      <a:pt x="972" y="768"/>
                      <a:pt x="982" y="505"/>
                    </a:cubicBezTo>
                    <a:cubicBezTo>
                      <a:pt x="992" y="238"/>
                      <a:pt x="785" y="11"/>
                      <a:pt x="518" y="1"/>
                    </a:cubicBezTo>
                    <a:cubicBezTo>
                      <a:pt x="512" y="1"/>
                      <a:pt x="505" y="1"/>
                      <a:pt x="499"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59"/>
              <p:cNvSpPr/>
              <p:nvPr/>
            </p:nvSpPr>
            <p:spPr>
              <a:xfrm>
                <a:off x="2957649" y="1763172"/>
                <a:ext cx="50643" cy="49674"/>
              </a:xfrm>
              <a:custGeom>
                <a:rect b="b" l="l" r="r" t="t"/>
                <a:pathLst>
                  <a:path extrusionOk="0" h="974" w="993">
                    <a:moveTo>
                      <a:pt x="499" y="1"/>
                    </a:moveTo>
                    <a:cubicBezTo>
                      <a:pt x="240" y="1"/>
                      <a:pt x="23" y="205"/>
                      <a:pt x="13" y="465"/>
                    </a:cubicBezTo>
                    <a:cubicBezTo>
                      <a:pt x="0" y="732"/>
                      <a:pt x="207" y="960"/>
                      <a:pt x="478" y="973"/>
                    </a:cubicBezTo>
                    <a:cubicBezTo>
                      <a:pt x="485" y="973"/>
                      <a:pt x="491" y="973"/>
                      <a:pt x="497" y="973"/>
                    </a:cubicBezTo>
                    <a:cubicBezTo>
                      <a:pt x="756" y="973"/>
                      <a:pt x="972" y="769"/>
                      <a:pt x="982" y="509"/>
                    </a:cubicBezTo>
                    <a:cubicBezTo>
                      <a:pt x="992" y="242"/>
                      <a:pt x="785" y="14"/>
                      <a:pt x="518" y="1"/>
                    </a:cubicBezTo>
                    <a:cubicBezTo>
                      <a:pt x="512" y="1"/>
                      <a:pt x="505" y="1"/>
                      <a:pt x="499"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59"/>
              <p:cNvSpPr/>
              <p:nvPr/>
            </p:nvSpPr>
            <p:spPr>
              <a:xfrm>
                <a:off x="2589786" y="1807185"/>
                <a:ext cx="47226" cy="91188"/>
              </a:xfrm>
              <a:custGeom>
                <a:rect b="b" l="l" r="r" t="t"/>
                <a:pathLst>
                  <a:path extrusionOk="0" h="1788" w="926">
                    <a:moveTo>
                      <a:pt x="406" y="0"/>
                    </a:moveTo>
                    <a:cubicBezTo>
                      <a:pt x="204" y="0"/>
                      <a:pt x="24" y="227"/>
                      <a:pt x="0" y="253"/>
                    </a:cubicBezTo>
                    <a:lnTo>
                      <a:pt x="121" y="347"/>
                    </a:lnTo>
                    <a:cubicBezTo>
                      <a:pt x="160" y="292"/>
                      <a:pt x="299" y="150"/>
                      <a:pt x="409" y="150"/>
                    </a:cubicBezTo>
                    <a:cubicBezTo>
                      <a:pt x="419" y="150"/>
                      <a:pt x="429" y="151"/>
                      <a:pt x="438" y="153"/>
                    </a:cubicBezTo>
                    <a:cubicBezTo>
                      <a:pt x="491" y="167"/>
                      <a:pt x="591" y="247"/>
                      <a:pt x="639" y="611"/>
                    </a:cubicBezTo>
                    <a:cubicBezTo>
                      <a:pt x="759" y="1493"/>
                      <a:pt x="424" y="1644"/>
                      <a:pt x="424" y="1647"/>
                    </a:cubicBezTo>
                    <a:lnTo>
                      <a:pt x="475" y="1787"/>
                    </a:lnTo>
                    <a:cubicBezTo>
                      <a:pt x="495" y="1781"/>
                      <a:pt x="926" y="1607"/>
                      <a:pt x="789" y="591"/>
                    </a:cubicBezTo>
                    <a:cubicBezTo>
                      <a:pt x="739" y="244"/>
                      <a:pt x="639" y="53"/>
                      <a:pt x="475" y="10"/>
                    </a:cubicBezTo>
                    <a:cubicBezTo>
                      <a:pt x="452" y="3"/>
                      <a:pt x="429" y="0"/>
                      <a:pt x="406"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59"/>
              <p:cNvSpPr/>
              <p:nvPr/>
            </p:nvSpPr>
            <p:spPr>
              <a:xfrm>
                <a:off x="2920317" y="1642404"/>
                <a:ext cx="80478" cy="48246"/>
              </a:xfrm>
              <a:custGeom>
                <a:rect b="b" l="l" r="r" t="t"/>
                <a:pathLst>
                  <a:path extrusionOk="0" h="946" w="1578">
                    <a:moveTo>
                      <a:pt x="958" y="0"/>
                    </a:moveTo>
                    <a:cubicBezTo>
                      <a:pt x="868" y="0"/>
                      <a:pt x="767" y="18"/>
                      <a:pt x="655" y="61"/>
                    </a:cubicBezTo>
                    <a:cubicBezTo>
                      <a:pt x="0" y="314"/>
                      <a:pt x="31" y="946"/>
                      <a:pt x="31" y="946"/>
                    </a:cubicBezTo>
                    <a:cubicBezTo>
                      <a:pt x="31" y="946"/>
                      <a:pt x="381" y="153"/>
                      <a:pt x="971" y="153"/>
                    </a:cubicBezTo>
                    <a:cubicBezTo>
                      <a:pt x="1152" y="153"/>
                      <a:pt x="1355" y="227"/>
                      <a:pt x="1577" y="422"/>
                    </a:cubicBezTo>
                    <a:cubicBezTo>
                      <a:pt x="1577" y="422"/>
                      <a:pt x="1396" y="0"/>
                      <a:pt x="95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59"/>
              <p:cNvSpPr/>
              <p:nvPr/>
            </p:nvSpPr>
            <p:spPr>
              <a:xfrm>
                <a:off x="2714991" y="1668516"/>
                <a:ext cx="124440" cy="33405"/>
              </a:xfrm>
              <a:custGeom>
                <a:rect b="b" l="l" r="r" t="t"/>
                <a:pathLst>
                  <a:path extrusionOk="0" h="655" w="2440">
                    <a:moveTo>
                      <a:pt x="1287" y="1"/>
                    </a:moveTo>
                    <a:cubicBezTo>
                      <a:pt x="1191" y="1"/>
                      <a:pt x="1089" y="11"/>
                      <a:pt x="983" y="33"/>
                    </a:cubicBezTo>
                    <a:cubicBezTo>
                      <a:pt x="71" y="220"/>
                      <a:pt x="0" y="654"/>
                      <a:pt x="0" y="654"/>
                    </a:cubicBezTo>
                    <a:cubicBezTo>
                      <a:pt x="0" y="654"/>
                      <a:pt x="464" y="212"/>
                      <a:pt x="1230" y="212"/>
                    </a:cubicBezTo>
                    <a:cubicBezTo>
                      <a:pt x="1576" y="212"/>
                      <a:pt x="1984" y="302"/>
                      <a:pt x="2439" y="564"/>
                    </a:cubicBezTo>
                    <a:cubicBezTo>
                      <a:pt x="2439" y="564"/>
                      <a:pt x="2015" y="1"/>
                      <a:pt x="128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59"/>
              <p:cNvSpPr/>
              <p:nvPr/>
            </p:nvSpPr>
            <p:spPr>
              <a:xfrm>
                <a:off x="2404401" y="1489149"/>
                <a:ext cx="527034" cy="297483"/>
              </a:xfrm>
              <a:custGeom>
                <a:rect b="b" l="l" r="r" t="t"/>
                <a:pathLst>
                  <a:path extrusionOk="0" h="5833" w="10334">
                    <a:moveTo>
                      <a:pt x="7086" y="1"/>
                    </a:moveTo>
                    <a:cubicBezTo>
                      <a:pt x="6999" y="1"/>
                      <a:pt x="6910" y="2"/>
                      <a:pt x="6819" y="5"/>
                    </a:cubicBezTo>
                    <a:cubicBezTo>
                      <a:pt x="4638" y="79"/>
                      <a:pt x="1637" y="540"/>
                      <a:pt x="612" y="3516"/>
                    </a:cubicBezTo>
                    <a:cubicBezTo>
                      <a:pt x="1" y="5298"/>
                      <a:pt x="1344" y="5656"/>
                      <a:pt x="2524" y="5656"/>
                    </a:cubicBezTo>
                    <a:cubicBezTo>
                      <a:pt x="3317" y="5656"/>
                      <a:pt x="4036" y="5494"/>
                      <a:pt x="4036" y="5494"/>
                    </a:cubicBezTo>
                    <a:cubicBezTo>
                      <a:pt x="4036" y="5494"/>
                      <a:pt x="4563" y="5833"/>
                      <a:pt x="5141" y="5833"/>
                    </a:cubicBezTo>
                    <a:cubicBezTo>
                      <a:pt x="5535" y="5833"/>
                      <a:pt x="5952" y="5676"/>
                      <a:pt x="6244" y="5150"/>
                    </a:cubicBezTo>
                    <a:cubicBezTo>
                      <a:pt x="6969" y="3851"/>
                      <a:pt x="6505" y="2454"/>
                      <a:pt x="7968" y="1502"/>
                    </a:cubicBezTo>
                    <a:cubicBezTo>
                      <a:pt x="8949" y="864"/>
                      <a:pt x="9678" y="758"/>
                      <a:pt x="10052" y="758"/>
                    </a:cubicBezTo>
                    <a:cubicBezTo>
                      <a:pt x="10236" y="758"/>
                      <a:pt x="10334" y="784"/>
                      <a:pt x="10334" y="784"/>
                    </a:cubicBezTo>
                    <a:cubicBezTo>
                      <a:pt x="10334" y="784"/>
                      <a:pt x="9109" y="1"/>
                      <a:pt x="708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59"/>
              <p:cNvSpPr/>
              <p:nvPr/>
            </p:nvSpPr>
            <p:spPr>
              <a:xfrm>
                <a:off x="2701068" y="1699473"/>
                <a:ext cx="175185" cy="76041"/>
              </a:xfrm>
              <a:custGeom>
                <a:rect b="b" l="l" r="r" t="t"/>
                <a:pathLst>
                  <a:path extrusionOk="0" h="1491" w="3435">
                    <a:moveTo>
                      <a:pt x="3077" y="151"/>
                    </a:moveTo>
                    <a:cubicBezTo>
                      <a:pt x="3190" y="151"/>
                      <a:pt x="3284" y="241"/>
                      <a:pt x="3284" y="358"/>
                    </a:cubicBezTo>
                    <a:lnTo>
                      <a:pt x="3284" y="1133"/>
                    </a:lnTo>
                    <a:cubicBezTo>
                      <a:pt x="3284" y="1247"/>
                      <a:pt x="3190" y="1340"/>
                      <a:pt x="3077" y="1340"/>
                    </a:cubicBezTo>
                    <a:lnTo>
                      <a:pt x="354" y="1340"/>
                    </a:lnTo>
                    <a:cubicBezTo>
                      <a:pt x="241" y="1340"/>
                      <a:pt x="147" y="1247"/>
                      <a:pt x="147" y="1133"/>
                    </a:cubicBezTo>
                    <a:lnTo>
                      <a:pt x="147" y="358"/>
                    </a:lnTo>
                    <a:cubicBezTo>
                      <a:pt x="147" y="241"/>
                      <a:pt x="241" y="151"/>
                      <a:pt x="354" y="151"/>
                    </a:cubicBezTo>
                    <a:close/>
                    <a:moveTo>
                      <a:pt x="354" y="0"/>
                    </a:moveTo>
                    <a:cubicBezTo>
                      <a:pt x="157" y="0"/>
                      <a:pt x="0" y="161"/>
                      <a:pt x="0" y="358"/>
                    </a:cubicBezTo>
                    <a:lnTo>
                      <a:pt x="0" y="1133"/>
                    </a:lnTo>
                    <a:cubicBezTo>
                      <a:pt x="0" y="1330"/>
                      <a:pt x="157" y="1491"/>
                      <a:pt x="354" y="1491"/>
                    </a:cubicBezTo>
                    <a:lnTo>
                      <a:pt x="3077" y="1491"/>
                    </a:lnTo>
                    <a:cubicBezTo>
                      <a:pt x="3274" y="1491"/>
                      <a:pt x="3434" y="1330"/>
                      <a:pt x="3434" y="1133"/>
                    </a:cubicBezTo>
                    <a:lnTo>
                      <a:pt x="3434" y="358"/>
                    </a:lnTo>
                    <a:cubicBezTo>
                      <a:pt x="3434" y="161"/>
                      <a:pt x="3274" y="0"/>
                      <a:pt x="3077"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9"/>
              <p:cNvSpPr/>
              <p:nvPr/>
            </p:nvSpPr>
            <p:spPr>
              <a:xfrm>
                <a:off x="2917920" y="1699473"/>
                <a:ext cx="147951" cy="76041"/>
              </a:xfrm>
              <a:custGeom>
                <a:rect b="b" l="l" r="r" t="t"/>
                <a:pathLst>
                  <a:path extrusionOk="0" h="1491" w="2901">
                    <a:moveTo>
                      <a:pt x="2543" y="151"/>
                    </a:moveTo>
                    <a:cubicBezTo>
                      <a:pt x="2660" y="151"/>
                      <a:pt x="2753" y="241"/>
                      <a:pt x="2753" y="358"/>
                    </a:cubicBezTo>
                    <a:lnTo>
                      <a:pt x="2753" y="1133"/>
                    </a:lnTo>
                    <a:cubicBezTo>
                      <a:pt x="2753" y="1247"/>
                      <a:pt x="2660" y="1340"/>
                      <a:pt x="2543" y="1340"/>
                    </a:cubicBezTo>
                    <a:lnTo>
                      <a:pt x="358" y="1340"/>
                    </a:lnTo>
                    <a:cubicBezTo>
                      <a:pt x="244" y="1340"/>
                      <a:pt x="151" y="1247"/>
                      <a:pt x="151" y="1133"/>
                    </a:cubicBezTo>
                    <a:lnTo>
                      <a:pt x="151" y="358"/>
                    </a:lnTo>
                    <a:cubicBezTo>
                      <a:pt x="151" y="241"/>
                      <a:pt x="244" y="151"/>
                      <a:pt x="358" y="151"/>
                    </a:cubicBezTo>
                    <a:close/>
                    <a:moveTo>
                      <a:pt x="358" y="0"/>
                    </a:moveTo>
                    <a:cubicBezTo>
                      <a:pt x="161" y="0"/>
                      <a:pt x="1" y="161"/>
                      <a:pt x="1" y="358"/>
                    </a:cubicBezTo>
                    <a:lnTo>
                      <a:pt x="1" y="1133"/>
                    </a:lnTo>
                    <a:cubicBezTo>
                      <a:pt x="1" y="1330"/>
                      <a:pt x="161" y="1491"/>
                      <a:pt x="358" y="1491"/>
                    </a:cubicBezTo>
                    <a:lnTo>
                      <a:pt x="2543" y="1491"/>
                    </a:lnTo>
                    <a:cubicBezTo>
                      <a:pt x="2740" y="1491"/>
                      <a:pt x="2901" y="1330"/>
                      <a:pt x="2901" y="1133"/>
                    </a:cubicBezTo>
                    <a:lnTo>
                      <a:pt x="2901" y="358"/>
                    </a:lnTo>
                    <a:cubicBezTo>
                      <a:pt x="2901" y="161"/>
                      <a:pt x="2740" y="0"/>
                      <a:pt x="2543"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9"/>
              <p:cNvSpPr/>
              <p:nvPr/>
            </p:nvSpPr>
            <p:spPr>
              <a:xfrm>
                <a:off x="2872428" y="1728288"/>
                <a:ext cx="49470" cy="7701"/>
              </a:xfrm>
              <a:custGeom>
                <a:rect b="b" l="l" r="r" t="t"/>
                <a:pathLst>
                  <a:path extrusionOk="0" h="151" w="970">
                    <a:moveTo>
                      <a:pt x="0" y="0"/>
                    </a:moveTo>
                    <a:lnTo>
                      <a:pt x="0" y="150"/>
                    </a:lnTo>
                    <a:lnTo>
                      <a:pt x="970" y="150"/>
                    </a:lnTo>
                    <a:lnTo>
                      <a:pt x="97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9"/>
              <p:cNvSpPr/>
              <p:nvPr/>
            </p:nvSpPr>
            <p:spPr>
              <a:xfrm>
                <a:off x="2388081" y="1709367"/>
                <a:ext cx="291567" cy="363783"/>
              </a:xfrm>
              <a:custGeom>
                <a:rect b="b" l="l" r="r" t="t"/>
                <a:pathLst>
                  <a:path extrusionOk="0" h="7133" w="5717">
                    <a:moveTo>
                      <a:pt x="782" y="0"/>
                    </a:moveTo>
                    <a:cubicBezTo>
                      <a:pt x="782" y="0"/>
                      <a:pt x="0" y="3124"/>
                      <a:pt x="1363" y="5078"/>
                    </a:cubicBezTo>
                    <a:cubicBezTo>
                      <a:pt x="2726" y="7033"/>
                      <a:pt x="4694" y="7133"/>
                      <a:pt x="4694" y="7133"/>
                    </a:cubicBezTo>
                    <a:lnTo>
                      <a:pt x="5716" y="552"/>
                    </a:lnTo>
                    <a:lnTo>
                      <a:pt x="782"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4" name="Google Shape;3214;p59"/>
              <p:cNvGrpSpPr/>
              <p:nvPr/>
            </p:nvGrpSpPr>
            <p:grpSpPr>
              <a:xfrm>
                <a:off x="1744650" y="2279088"/>
                <a:ext cx="2063425" cy="2410875"/>
                <a:chOff x="2006917" y="4293350"/>
                <a:chExt cx="1011483" cy="1181801"/>
              </a:xfrm>
            </p:grpSpPr>
            <p:sp>
              <p:nvSpPr>
                <p:cNvPr id="3215" name="Google Shape;3215;p59"/>
                <p:cNvSpPr/>
                <p:nvPr/>
              </p:nvSpPr>
              <p:spPr>
                <a:xfrm>
                  <a:off x="2587225" y="4367025"/>
                  <a:ext cx="218350" cy="484525"/>
                </a:xfrm>
                <a:custGeom>
                  <a:rect b="b" l="l" r="r" t="t"/>
                  <a:pathLst>
                    <a:path extrusionOk="0" h="19381" w="8734">
                      <a:moveTo>
                        <a:pt x="2339" y="0"/>
                      </a:moveTo>
                      <a:cubicBezTo>
                        <a:pt x="1" y="1120"/>
                        <a:pt x="358" y="2757"/>
                        <a:pt x="472" y="4461"/>
                      </a:cubicBezTo>
                      <a:cubicBezTo>
                        <a:pt x="585" y="6168"/>
                        <a:pt x="4765" y="19380"/>
                        <a:pt x="4765" y="19380"/>
                      </a:cubicBezTo>
                      <a:lnTo>
                        <a:pt x="8734" y="18361"/>
                      </a:lnTo>
                      <a:cubicBezTo>
                        <a:pt x="8734" y="18361"/>
                        <a:pt x="7137" y="4327"/>
                        <a:pt x="6191" y="2205"/>
                      </a:cubicBezTo>
                      <a:cubicBezTo>
                        <a:pt x="5243" y="88"/>
                        <a:pt x="2339" y="0"/>
                        <a:pt x="2339" y="0"/>
                      </a:cubicBez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59"/>
                <p:cNvSpPr/>
                <p:nvPr/>
              </p:nvSpPr>
              <p:spPr>
                <a:xfrm>
                  <a:off x="2696725" y="4791700"/>
                  <a:ext cx="228050" cy="380575"/>
                </a:xfrm>
                <a:custGeom>
                  <a:rect b="b" l="l" r="r" t="t"/>
                  <a:pathLst>
                    <a:path extrusionOk="0" h="15223" w="9122">
                      <a:moveTo>
                        <a:pt x="1995" y="1"/>
                      </a:moveTo>
                      <a:cubicBezTo>
                        <a:pt x="1287" y="1"/>
                        <a:pt x="662" y="459"/>
                        <a:pt x="411" y="1699"/>
                      </a:cubicBezTo>
                      <a:cubicBezTo>
                        <a:pt x="1" y="3733"/>
                        <a:pt x="4437" y="11133"/>
                        <a:pt x="7203" y="15222"/>
                      </a:cubicBezTo>
                      <a:lnTo>
                        <a:pt x="9121" y="13198"/>
                      </a:lnTo>
                      <a:cubicBezTo>
                        <a:pt x="7494" y="8748"/>
                        <a:pt x="5059" y="2267"/>
                        <a:pt x="4354" y="1374"/>
                      </a:cubicBezTo>
                      <a:cubicBezTo>
                        <a:pt x="3768" y="632"/>
                        <a:pt x="2824" y="1"/>
                        <a:pt x="1995" y="1"/>
                      </a:cubicBez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59"/>
                <p:cNvSpPr/>
                <p:nvPr/>
              </p:nvSpPr>
              <p:spPr>
                <a:xfrm>
                  <a:off x="2876800" y="5121625"/>
                  <a:ext cx="90875" cy="133775"/>
                </a:xfrm>
                <a:custGeom>
                  <a:rect b="b" l="l" r="r" t="t"/>
                  <a:pathLst>
                    <a:path extrusionOk="0" h="5351" w="3635">
                      <a:moveTo>
                        <a:pt x="1918" y="1"/>
                      </a:moveTo>
                      <a:lnTo>
                        <a:pt x="0" y="2025"/>
                      </a:lnTo>
                      <a:cubicBezTo>
                        <a:pt x="889" y="3345"/>
                        <a:pt x="1607" y="4321"/>
                        <a:pt x="1931" y="4658"/>
                      </a:cubicBezTo>
                      <a:cubicBezTo>
                        <a:pt x="2409" y="5159"/>
                        <a:pt x="2779" y="5350"/>
                        <a:pt x="3041" y="5350"/>
                      </a:cubicBezTo>
                      <a:cubicBezTo>
                        <a:pt x="3504" y="5350"/>
                        <a:pt x="3635" y="4756"/>
                        <a:pt x="3445" y="4227"/>
                      </a:cubicBezTo>
                      <a:cubicBezTo>
                        <a:pt x="3445" y="4227"/>
                        <a:pt x="2800" y="2409"/>
                        <a:pt x="1918"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59"/>
                <p:cNvSpPr/>
                <p:nvPr/>
              </p:nvSpPr>
              <p:spPr>
                <a:xfrm>
                  <a:off x="2906200" y="5189500"/>
                  <a:ext cx="112200" cy="212375"/>
                </a:xfrm>
                <a:custGeom>
                  <a:rect b="b" l="l" r="r" t="t"/>
                  <a:pathLst>
                    <a:path extrusionOk="0" h="8495" w="4488">
                      <a:moveTo>
                        <a:pt x="957" y="0"/>
                      </a:moveTo>
                      <a:cubicBezTo>
                        <a:pt x="935" y="0"/>
                        <a:pt x="913" y="2"/>
                        <a:pt x="892" y="5"/>
                      </a:cubicBezTo>
                      <a:cubicBezTo>
                        <a:pt x="1" y="152"/>
                        <a:pt x="883" y="2812"/>
                        <a:pt x="949" y="3811"/>
                      </a:cubicBezTo>
                      <a:cubicBezTo>
                        <a:pt x="1013" y="4763"/>
                        <a:pt x="1993" y="7014"/>
                        <a:pt x="2429" y="7014"/>
                      </a:cubicBezTo>
                      <a:cubicBezTo>
                        <a:pt x="2451" y="7014"/>
                        <a:pt x="2471" y="7009"/>
                        <a:pt x="2489" y="6998"/>
                      </a:cubicBezTo>
                      <a:cubicBezTo>
                        <a:pt x="2887" y="6757"/>
                        <a:pt x="1991" y="5297"/>
                        <a:pt x="2011" y="4853"/>
                      </a:cubicBezTo>
                      <a:cubicBezTo>
                        <a:pt x="2024" y="4532"/>
                        <a:pt x="2144" y="4386"/>
                        <a:pt x="2259" y="4386"/>
                      </a:cubicBezTo>
                      <a:cubicBezTo>
                        <a:pt x="2302" y="4386"/>
                        <a:pt x="2343" y="4406"/>
                        <a:pt x="2379" y="4445"/>
                      </a:cubicBezTo>
                      <a:cubicBezTo>
                        <a:pt x="2379" y="4445"/>
                        <a:pt x="2964" y="5023"/>
                        <a:pt x="3154" y="5735"/>
                      </a:cubicBezTo>
                      <a:cubicBezTo>
                        <a:pt x="3335" y="6405"/>
                        <a:pt x="3751" y="8494"/>
                        <a:pt x="4087" y="8494"/>
                      </a:cubicBezTo>
                      <a:cubicBezTo>
                        <a:pt x="4106" y="8494"/>
                        <a:pt x="4124" y="8488"/>
                        <a:pt x="4143" y="8474"/>
                      </a:cubicBezTo>
                      <a:cubicBezTo>
                        <a:pt x="4487" y="8210"/>
                        <a:pt x="4280" y="5765"/>
                        <a:pt x="3936" y="4292"/>
                      </a:cubicBezTo>
                      <a:cubicBezTo>
                        <a:pt x="3603" y="2853"/>
                        <a:pt x="1869" y="0"/>
                        <a:pt x="957"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59"/>
                <p:cNvSpPr/>
                <p:nvPr/>
              </p:nvSpPr>
              <p:spPr>
                <a:xfrm>
                  <a:off x="2239865" y="4369487"/>
                  <a:ext cx="536936" cy="593815"/>
                </a:xfrm>
                <a:custGeom>
                  <a:rect b="b" l="l" r="r" t="t"/>
                  <a:pathLst>
                    <a:path extrusionOk="0" h="25374" w="22946">
                      <a:moveTo>
                        <a:pt x="16129" y="1"/>
                      </a:moveTo>
                      <a:cubicBezTo>
                        <a:pt x="14697" y="1"/>
                        <a:pt x="13448" y="100"/>
                        <a:pt x="13448" y="100"/>
                      </a:cubicBezTo>
                      <a:lnTo>
                        <a:pt x="10348" y="60"/>
                      </a:lnTo>
                      <a:cubicBezTo>
                        <a:pt x="10348" y="60"/>
                        <a:pt x="4825" y="652"/>
                        <a:pt x="2927" y="909"/>
                      </a:cubicBezTo>
                      <a:cubicBezTo>
                        <a:pt x="1027" y="1163"/>
                        <a:pt x="1" y="3378"/>
                        <a:pt x="225" y="6024"/>
                      </a:cubicBezTo>
                      <a:cubicBezTo>
                        <a:pt x="446" y="8666"/>
                        <a:pt x="3012" y="13517"/>
                        <a:pt x="3813" y="15241"/>
                      </a:cubicBezTo>
                      <a:cubicBezTo>
                        <a:pt x="4615" y="16965"/>
                        <a:pt x="5958" y="24922"/>
                        <a:pt x="5958" y="24922"/>
                      </a:cubicBezTo>
                      <a:lnTo>
                        <a:pt x="16337" y="25374"/>
                      </a:lnTo>
                      <a:cubicBezTo>
                        <a:pt x="16337" y="25374"/>
                        <a:pt x="16625" y="25050"/>
                        <a:pt x="16745" y="23366"/>
                      </a:cubicBezTo>
                      <a:cubicBezTo>
                        <a:pt x="16869" y="21682"/>
                        <a:pt x="18161" y="17620"/>
                        <a:pt x="20554" y="12321"/>
                      </a:cubicBezTo>
                      <a:cubicBezTo>
                        <a:pt x="22946" y="7022"/>
                        <a:pt x="21268" y="1584"/>
                        <a:pt x="20099" y="622"/>
                      </a:cubicBezTo>
                      <a:cubicBezTo>
                        <a:pt x="19488" y="120"/>
                        <a:pt x="17699" y="1"/>
                        <a:pt x="16129" y="1"/>
                      </a:cubicBez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59"/>
                <p:cNvSpPr/>
                <p:nvPr/>
              </p:nvSpPr>
              <p:spPr>
                <a:xfrm>
                  <a:off x="2625459" y="4555266"/>
                  <a:ext cx="123699" cy="377849"/>
                </a:xfrm>
                <a:custGeom>
                  <a:rect b="b" l="l" r="r" t="t"/>
                  <a:pathLst>
                    <a:path extrusionOk="0" h="15667" w="5129">
                      <a:moveTo>
                        <a:pt x="4978" y="1"/>
                      </a:moveTo>
                      <a:cubicBezTo>
                        <a:pt x="4978" y="28"/>
                        <a:pt x="4962" y="2507"/>
                        <a:pt x="3579" y="5116"/>
                      </a:cubicBezTo>
                      <a:cubicBezTo>
                        <a:pt x="2186" y="7742"/>
                        <a:pt x="101" y="13639"/>
                        <a:pt x="1" y="15660"/>
                      </a:cubicBezTo>
                      <a:lnTo>
                        <a:pt x="151" y="15666"/>
                      </a:lnTo>
                      <a:cubicBezTo>
                        <a:pt x="248" y="13662"/>
                        <a:pt x="2323" y="7798"/>
                        <a:pt x="3709" y="5183"/>
                      </a:cubicBezTo>
                      <a:cubicBezTo>
                        <a:pt x="5109" y="2543"/>
                        <a:pt x="5129" y="28"/>
                        <a:pt x="512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59"/>
                <p:cNvSpPr/>
                <p:nvPr/>
              </p:nvSpPr>
              <p:spPr>
                <a:xfrm>
                  <a:off x="2424275" y="4293350"/>
                  <a:ext cx="131825" cy="118700"/>
                </a:xfrm>
                <a:custGeom>
                  <a:rect b="b" l="l" r="r" t="t"/>
                  <a:pathLst>
                    <a:path extrusionOk="0" h="4748" w="5273">
                      <a:moveTo>
                        <a:pt x="4705" y="1"/>
                      </a:moveTo>
                      <a:lnTo>
                        <a:pt x="272" y="241"/>
                      </a:lnTo>
                      <a:lnTo>
                        <a:pt x="1" y="3589"/>
                      </a:lnTo>
                      <a:cubicBezTo>
                        <a:pt x="1" y="3589"/>
                        <a:pt x="1114" y="4595"/>
                        <a:pt x="2640" y="4735"/>
                      </a:cubicBezTo>
                      <a:cubicBezTo>
                        <a:pt x="2735" y="4744"/>
                        <a:pt x="2829" y="4748"/>
                        <a:pt x="2920" y="4748"/>
                      </a:cubicBezTo>
                      <a:cubicBezTo>
                        <a:pt x="4303" y="4748"/>
                        <a:pt x="5273" y="3816"/>
                        <a:pt x="5273" y="3816"/>
                      </a:cubicBezTo>
                      <a:lnTo>
                        <a:pt x="4705" y="1"/>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59"/>
                <p:cNvSpPr/>
                <p:nvPr/>
              </p:nvSpPr>
              <p:spPr>
                <a:xfrm>
                  <a:off x="2289475" y="4592700"/>
                  <a:ext cx="84800" cy="84875"/>
                </a:xfrm>
                <a:custGeom>
                  <a:rect b="b" l="l" r="r" t="t"/>
                  <a:pathLst>
                    <a:path extrusionOk="0" h="3395" w="3392">
                      <a:moveTo>
                        <a:pt x="1879" y="1"/>
                      </a:moveTo>
                      <a:lnTo>
                        <a:pt x="1621" y="207"/>
                      </a:lnTo>
                      <a:lnTo>
                        <a:pt x="1" y="1514"/>
                      </a:lnTo>
                      <a:lnTo>
                        <a:pt x="696" y="2376"/>
                      </a:lnTo>
                      <a:lnTo>
                        <a:pt x="1515" y="3395"/>
                      </a:lnTo>
                      <a:lnTo>
                        <a:pt x="3392" y="1882"/>
                      </a:lnTo>
                      <a:lnTo>
                        <a:pt x="1879"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59"/>
                <p:cNvSpPr/>
                <p:nvPr/>
              </p:nvSpPr>
              <p:spPr>
                <a:xfrm>
                  <a:off x="2371575" y="4694750"/>
                  <a:ext cx="84875" cy="84825"/>
                </a:xfrm>
                <a:custGeom>
                  <a:rect b="b" l="l" r="r" t="t"/>
                  <a:pathLst>
                    <a:path extrusionOk="0" h="3393" w="3395">
                      <a:moveTo>
                        <a:pt x="1882" y="1"/>
                      </a:moveTo>
                      <a:lnTo>
                        <a:pt x="1" y="1514"/>
                      </a:lnTo>
                      <a:lnTo>
                        <a:pt x="1514" y="3392"/>
                      </a:lnTo>
                      <a:lnTo>
                        <a:pt x="3395" y="1878"/>
                      </a:lnTo>
                      <a:lnTo>
                        <a:pt x="1882"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59"/>
                <p:cNvSpPr/>
                <p:nvPr/>
              </p:nvSpPr>
              <p:spPr>
                <a:xfrm>
                  <a:off x="2533175" y="4685000"/>
                  <a:ext cx="84825" cy="84875"/>
                </a:xfrm>
                <a:custGeom>
                  <a:rect b="b" l="l" r="r" t="t"/>
                  <a:pathLst>
                    <a:path extrusionOk="0" h="3395" w="3393">
                      <a:moveTo>
                        <a:pt x="1879" y="0"/>
                      </a:moveTo>
                      <a:lnTo>
                        <a:pt x="1" y="1513"/>
                      </a:lnTo>
                      <a:lnTo>
                        <a:pt x="1515" y="3394"/>
                      </a:lnTo>
                      <a:lnTo>
                        <a:pt x="3393" y="1881"/>
                      </a:lnTo>
                      <a:lnTo>
                        <a:pt x="187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59"/>
                <p:cNvSpPr/>
                <p:nvPr/>
              </p:nvSpPr>
              <p:spPr>
                <a:xfrm>
                  <a:off x="2458950" y="4613675"/>
                  <a:ext cx="84875" cy="84800"/>
                </a:xfrm>
                <a:custGeom>
                  <a:rect b="b" l="l" r="r" t="t"/>
                  <a:pathLst>
                    <a:path extrusionOk="0" h="3392" w="3395">
                      <a:moveTo>
                        <a:pt x="1881" y="0"/>
                      </a:moveTo>
                      <a:lnTo>
                        <a:pt x="0" y="1513"/>
                      </a:lnTo>
                      <a:lnTo>
                        <a:pt x="1514" y="3391"/>
                      </a:lnTo>
                      <a:lnTo>
                        <a:pt x="3395" y="1881"/>
                      </a:lnTo>
                      <a:lnTo>
                        <a:pt x="1881"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59"/>
                <p:cNvSpPr/>
                <p:nvPr/>
              </p:nvSpPr>
              <p:spPr>
                <a:xfrm>
                  <a:off x="2597175" y="4592700"/>
                  <a:ext cx="84875" cy="84875"/>
                </a:xfrm>
                <a:custGeom>
                  <a:rect b="b" l="l" r="r" t="t"/>
                  <a:pathLst>
                    <a:path extrusionOk="0" h="3395" w="3395">
                      <a:moveTo>
                        <a:pt x="1881" y="1"/>
                      </a:moveTo>
                      <a:lnTo>
                        <a:pt x="1036" y="682"/>
                      </a:lnTo>
                      <a:lnTo>
                        <a:pt x="736" y="923"/>
                      </a:lnTo>
                      <a:lnTo>
                        <a:pt x="0" y="1514"/>
                      </a:lnTo>
                      <a:lnTo>
                        <a:pt x="1374" y="3221"/>
                      </a:lnTo>
                      <a:lnTo>
                        <a:pt x="1514" y="3395"/>
                      </a:lnTo>
                      <a:lnTo>
                        <a:pt x="1638" y="3294"/>
                      </a:lnTo>
                      <a:lnTo>
                        <a:pt x="1701" y="3245"/>
                      </a:lnTo>
                      <a:lnTo>
                        <a:pt x="3394" y="1882"/>
                      </a:lnTo>
                      <a:lnTo>
                        <a:pt x="2456" y="712"/>
                      </a:lnTo>
                      <a:lnTo>
                        <a:pt x="1881"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59"/>
                <p:cNvSpPr/>
                <p:nvPr/>
              </p:nvSpPr>
              <p:spPr>
                <a:xfrm>
                  <a:off x="2098625" y="4383625"/>
                  <a:ext cx="279150" cy="471500"/>
                </a:xfrm>
                <a:custGeom>
                  <a:rect b="b" l="l" r="r" t="t"/>
                  <a:pathLst>
                    <a:path extrusionOk="0" h="18860" w="11166">
                      <a:moveTo>
                        <a:pt x="8071" y="1"/>
                      </a:moveTo>
                      <a:cubicBezTo>
                        <a:pt x="6108" y="1"/>
                        <a:pt x="5533" y="1390"/>
                        <a:pt x="4765" y="2717"/>
                      </a:cubicBezTo>
                      <a:cubicBezTo>
                        <a:pt x="3910" y="4197"/>
                        <a:pt x="1" y="17494"/>
                        <a:pt x="1" y="17494"/>
                      </a:cubicBezTo>
                      <a:lnTo>
                        <a:pt x="3863" y="18860"/>
                      </a:lnTo>
                      <a:cubicBezTo>
                        <a:pt x="3863" y="18860"/>
                        <a:pt x="10371" y="6325"/>
                        <a:pt x="10768" y="4037"/>
                      </a:cubicBezTo>
                      <a:cubicBezTo>
                        <a:pt x="11166" y="1752"/>
                        <a:pt x="8804" y="58"/>
                        <a:pt x="8804" y="58"/>
                      </a:cubicBezTo>
                      <a:cubicBezTo>
                        <a:pt x="8540" y="19"/>
                        <a:pt x="8296" y="1"/>
                        <a:pt x="8071" y="1"/>
                      </a:cubicBez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59"/>
                <p:cNvSpPr/>
                <p:nvPr/>
              </p:nvSpPr>
              <p:spPr>
                <a:xfrm>
                  <a:off x="2060800" y="4787700"/>
                  <a:ext cx="136575" cy="394500"/>
                </a:xfrm>
                <a:custGeom>
                  <a:rect b="b" l="l" r="r" t="t"/>
                  <a:pathLst>
                    <a:path extrusionOk="0" h="15780" w="5463">
                      <a:moveTo>
                        <a:pt x="3423" y="0"/>
                      </a:moveTo>
                      <a:cubicBezTo>
                        <a:pt x="2980" y="0"/>
                        <a:pt x="2476" y="223"/>
                        <a:pt x="1925" y="766"/>
                      </a:cubicBezTo>
                      <a:cubicBezTo>
                        <a:pt x="448" y="2226"/>
                        <a:pt x="1" y="10842"/>
                        <a:pt x="14" y="15780"/>
                      </a:cubicBezTo>
                      <a:lnTo>
                        <a:pt x="2737" y="15169"/>
                      </a:lnTo>
                      <a:cubicBezTo>
                        <a:pt x="3870" y="10571"/>
                        <a:pt x="5463" y="3830"/>
                        <a:pt x="5376" y="2697"/>
                      </a:cubicBezTo>
                      <a:cubicBezTo>
                        <a:pt x="5280" y="1442"/>
                        <a:pt x="4550" y="0"/>
                        <a:pt x="3423" y="0"/>
                      </a:cubicBez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59"/>
                <p:cNvSpPr/>
                <p:nvPr/>
              </p:nvSpPr>
              <p:spPr>
                <a:xfrm>
                  <a:off x="2061125" y="5166900"/>
                  <a:ext cx="68100" cy="128675"/>
                </a:xfrm>
                <a:custGeom>
                  <a:rect b="b" l="l" r="r" t="t"/>
                  <a:pathLst>
                    <a:path extrusionOk="0" h="5147" w="2724">
                      <a:moveTo>
                        <a:pt x="2724" y="1"/>
                      </a:moveTo>
                      <a:lnTo>
                        <a:pt x="1" y="612"/>
                      </a:lnTo>
                      <a:cubicBezTo>
                        <a:pt x="5" y="2202"/>
                        <a:pt x="54" y="3415"/>
                        <a:pt x="135" y="3876"/>
                      </a:cubicBezTo>
                      <a:cubicBezTo>
                        <a:pt x="295" y="4809"/>
                        <a:pt x="609" y="5147"/>
                        <a:pt x="912" y="5147"/>
                      </a:cubicBezTo>
                      <a:cubicBezTo>
                        <a:pt x="1223" y="5147"/>
                        <a:pt x="1522" y="4793"/>
                        <a:pt x="1632" y="4360"/>
                      </a:cubicBezTo>
                      <a:cubicBezTo>
                        <a:pt x="1632" y="4360"/>
                        <a:pt x="2109" y="2496"/>
                        <a:pt x="2724"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9"/>
                <p:cNvSpPr/>
                <p:nvPr/>
              </p:nvSpPr>
              <p:spPr>
                <a:xfrm flipH="1" rot="-2014062">
                  <a:off x="2056273" y="5249475"/>
                  <a:ext cx="112196" cy="212367"/>
                </a:xfrm>
                <a:custGeom>
                  <a:rect b="b" l="l" r="r" t="t"/>
                  <a:pathLst>
                    <a:path extrusionOk="0" h="8495" w="4488">
                      <a:moveTo>
                        <a:pt x="957" y="0"/>
                      </a:moveTo>
                      <a:cubicBezTo>
                        <a:pt x="935" y="0"/>
                        <a:pt x="913" y="2"/>
                        <a:pt x="892" y="5"/>
                      </a:cubicBezTo>
                      <a:cubicBezTo>
                        <a:pt x="1" y="152"/>
                        <a:pt x="883" y="2812"/>
                        <a:pt x="949" y="3811"/>
                      </a:cubicBezTo>
                      <a:cubicBezTo>
                        <a:pt x="1013" y="4763"/>
                        <a:pt x="1993" y="7014"/>
                        <a:pt x="2429" y="7014"/>
                      </a:cubicBezTo>
                      <a:cubicBezTo>
                        <a:pt x="2451" y="7014"/>
                        <a:pt x="2471" y="7009"/>
                        <a:pt x="2489" y="6998"/>
                      </a:cubicBezTo>
                      <a:cubicBezTo>
                        <a:pt x="2887" y="6757"/>
                        <a:pt x="1991" y="5297"/>
                        <a:pt x="2011" y="4853"/>
                      </a:cubicBezTo>
                      <a:cubicBezTo>
                        <a:pt x="2024" y="4532"/>
                        <a:pt x="2144" y="4386"/>
                        <a:pt x="2259" y="4386"/>
                      </a:cubicBezTo>
                      <a:cubicBezTo>
                        <a:pt x="2302" y="4386"/>
                        <a:pt x="2343" y="4406"/>
                        <a:pt x="2379" y="4445"/>
                      </a:cubicBezTo>
                      <a:cubicBezTo>
                        <a:pt x="2379" y="4445"/>
                        <a:pt x="2964" y="5023"/>
                        <a:pt x="3154" y="5735"/>
                      </a:cubicBezTo>
                      <a:cubicBezTo>
                        <a:pt x="3335" y="6405"/>
                        <a:pt x="3751" y="8494"/>
                        <a:pt x="4087" y="8494"/>
                      </a:cubicBezTo>
                      <a:cubicBezTo>
                        <a:pt x="4106" y="8494"/>
                        <a:pt x="4124" y="8488"/>
                        <a:pt x="4143" y="8474"/>
                      </a:cubicBezTo>
                      <a:cubicBezTo>
                        <a:pt x="4487" y="8210"/>
                        <a:pt x="4280" y="5765"/>
                        <a:pt x="3936" y="4292"/>
                      </a:cubicBezTo>
                      <a:cubicBezTo>
                        <a:pt x="3603" y="2853"/>
                        <a:pt x="1869" y="0"/>
                        <a:pt x="957"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1" name="Google Shape;3231;p59"/>
              <p:cNvSpPr/>
              <p:nvPr/>
            </p:nvSpPr>
            <p:spPr>
              <a:xfrm>
                <a:off x="2795724" y="2008380"/>
                <a:ext cx="587877" cy="840531"/>
              </a:xfrm>
              <a:custGeom>
                <a:rect b="b" l="l" r="r" t="t"/>
                <a:pathLst>
                  <a:path extrusionOk="0" h="16481" w="11527">
                    <a:moveTo>
                      <a:pt x="1" y="1"/>
                    </a:moveTo>
                    <a:lnTo>
                      <a:pt x="1208" y="8108"/>
                    </a:lnTo>
                    <a:cubicBezTo>
                      <a:pt x="1208" y="8108"/>
                      <a:pt x="1532" y="13557"/>
                      <a:pt x="3476" y="15325"/>
                    </a:cubicBezTo>
                    <a:cubicBezTo>
                      <a:pt x="4285" y="16059"/>
                      <a:pt x="5341" y="16481"/>
                      <a:pt x="6396" y="16481"/>
                    </a:cubicBezTo>
                    <a:cubicBezTo>
                      <a:pt x="7882" y="16481"/>
                      <a:pt x="9367" y="15645"/>
                      <a:pt x="10164" y="13664"/>
                    </a:cubicBezTo>
                    <a:cubicBezTo>
                      <a:pt x="11527" y="10277"/>
                      <a:pt x="6282" y="5309"/>
                      <a:pt x="4375" y="4240"/>
                    </a:cubicBezTo>
                    <a:cubicBezTo>
                      <a:pt x="2467" y="3174"/>
                      <a:pt x="2030" y="331"/>
                      <a:pt x="2030" y="331"/>
                    </a:cubicBezTo>
                    <a:lnTo>
                      <a:pt x="1"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2" name="Google Shape;3232;p59"/>
            <p:cNvGrpSpPr/>
            <p:nvPr/>
          </p:nvGrpSpPr>
          <p:grpSpPr>
            <a:xfrm>
              <a:off x="5613916" y="2546483"/>
              <a:ext cx="592455" cy="1737862"/>
              <a:chOff x="9828857" y="2471504"/>
              <a:chExt cx="614070" cy="1801641"/>
            </a:xfrm>
          </p:grpSpPr>
          <p:sp>
            <p:nvSpPr>
              <p:cNvPr id="3233" name="Google Shape;3233;p59"/>
              <p:cNvSpPr/>
              <p:nvPr/>
            </p:nvSpPr>
            <p:spPr>
              <a:xfrm>
                <a:off x="9961756" y="2601337"/>
                <a:ext cx="294862" cy="708636"/>
              </a:xfrm>
              <a:custGeom>
                <a:rect b="b" l="l" r="r" t="t"/>
                <a:pathLst>
                  <a:path extrusionOk="0" h="29135" w="12123">
                    <a:moveTo>
                      <a:pt x="8132" y="0"/>
                    </a:moveTo>
                    <a:cubicBezTo>
                      <a:pt x="6515" y="0"/>
                      <a:pt x="5160" y="1385"/>
                      <a:pt x="4362" y="2370"/>
                    </a:cubicBezTo>
                    <a:cubicBezTo>
                      <a:pt x="2994" y="4055"/>
                      <a:pt x="374" y="19457"/>
                      <a:pt x="183" y="22901"/>
                    </a:cubicBezTo>
                    <a:cubicBezTo>
                      <a:pt x="1" y="26155"/>
                      <a:pt x="468" y="29134"/>
                      <a:pt x="2459" y="29134"/>
                    </a:cubicBezTo>
                    <a:cubicBezTo>
                      <a:pt x="2575" y="29134"/>
                      <a:pt x="2697" y="29124"/>
                      <a:pt x="2824" y="29103"/>
                    </a:cubicBezTo>
                    <a:cubicBezTo>
                      <a:pt x="5123" y="28721"/>
                      <a:pt x="5890" y="22901"/>
                      <a:pt x="9005" y="15322"/>
                    </a:cubicBezTo>
                    <a:cubicBezTo>
                      <a:pt x="12123" y="7744"/>
                      <a:pt x="11855" y="2718"/>
                      <a:pt x="11855" y="2718"/>
                    </a:cubicBezTo>
                    <a:cubicBezTo>
                      <a:pt x="10553" y="695"/>
                      <a:pt x="9277" y="0"/>
                      <a:pt x="813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59"/>
              <p:cNvSpPr/>
              <p:nvPr/>
            </p:nvSpPr>
            <p:spPr>
              <a:xfrm>
                <a:off x="9913281" y="2626584"/>
                <a:ext cx="358197" cy="849609"/>
              </a:xfrm>
              <a:custGeom>
                <a:rect b="b" l="l" r="r" t="t"/>
                <a:pathLst>
                  <a:path extrusionOk="0" h="34931" w="14727">
                    <a:moveTo>
                      <a:pt x="8822" y="0"/>
                    </a:moveTo>
                    <a:cubicBezTo>
                      <a:pt x="7071" y="0"/>
                      <a:pt x="5586" y="951"/>
                      <a:pt x="5508" y="1425"/>
                    </a:cubicBezTo>
                    <a:cubicBezTo>
                      <a:pt x="5352" y="2353"/>
                      <a:pt x="691" y="20946"/>
                      <a:pt x="700" y="25031"/>
                    </a:cubicBezTo>
                    <a:cubicBezTo>
                      <a:pt x="705" y="29117"/>
                      <a:pt x="1" y="33893"/>
                      <a:pt x="4087" y="34820"/>
                    </a:cubicBezTo>
                    <a:cubicBezTo>
                      <a:pt x="4419" y="34895"/>
                      <a:pt x="4735" y="34930"/>
                      <a:pt x="5035" y="34930"/>
                    </a:cubicBezTo>
                    <a:cubicBezTo>
                      <a:pt x="8424" y="34930"/>
                      <a:pt x="9776" y="30433"/>
                      <a:pt x="9563" y="27883"/>
                    </a:cubicBezTo>
                    <a:cubicBezTo>
                      <a:pt x="9330" y="25107"/>
                      <a:pt x="10101" y="23721"/>
                      <a:pt x="12414" y="17198"/>
                    </a:cubicBezTo>
                    <a:cubicBezTo>
                      <a:pt x="14726" y="10675"/>
                      <a:pt x="13541" y="3751"/>
                      <a:pt x="13541" y="3751"/>
                    </a:cubicBezTo>
                    <a:cubicBezTo>
                      <a:pt x="12371" y="849"/>
                      <a:pt x="10477" y="0"/>
                      <a:pt x="8822"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9"/>
              <p:cNvSpPr/>
              <p:nvPr/>
            </p:nvSpPr>
            <p:spPr>
              <a:xfrm>
                <a:off x="9953364" y="3189528"/>
                <a:ext cx="244976" cy="995715"/>
              </a:xfrm>
              <a:custGeom>
                <a:rect b="b" l="l" r="r" t="t"/>
                <a:pathLst>
                  <a:path extrusionOk="0" h="40938" w="10072">
                    <a:moveTo>
                      <a:pt x="2518" y="0"/>
                    </a:moveTo>
                    <a:cubicBezTo>
                      <a:pt x="1217" y="0"/>
                      <a:pt x="0" y="1091"/>
                      <a:pt x="117" y="2461"/>
                    </a:cubicBezTo>
                    <a:cubicBezTo>
                      <a:pt x="322" y="4853"/>
                      <a:pt x="6574" y="37767"/>
                      <a:pt x="7121" y="39807"/>
                    </a:cubicBezTo>
                    <a:cubicBezTo>
                      <a:pt x="7346" y="40637"/>
                      <a:pt x="7680" y="40937"/>
                      <a:pt x="8017" y="40937"/>
                    </a:cubicBezTo>
                    <a:cubicBezTo>
                      <a:pt x="8508" y="40937"/>
                      <a:pt x="9002" y="40298"/>
                      <a:pt x="9167" y="39727"/>
                    </a:cubicBezTo>
                    <a:cubicBezTo>
                      <a:pt x="9759" y="37691"/>
                      <a:pt x="10071" y="20438"/>
                      <a:pt x="8560" y="13849"/>
                    </a:cubicBezTo>
                    <a:cubicBezTo>
                      <a:pt x="7051" y="7264"/>
                      <a:pt x="5063" y="2180"/>
                      <a:pt x="5063" y="2180"/>
                    </a:cubicBezTo>
                    <a:cubicBezTo>
                      <a:pt x="4517" y="613"/>
                      <a:pt x="3494" y="0"/>
                      <a:pt x="251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9"/>
              <p:cNvSpPr/>
              <p:nvPr/>
            </p:nvSpPr>
            <p:spPr>
              <a:xfrm>
                <a:off x="9921088" y="3178170"/>
                <a:ext cx="309115" cy="833265"/>
              </a:xfrm>
              <a:custGeom>
                <a:rect b="b" l="l" r="r" t="t"/>
                <a:pathLst>
                  <a:path extrusionOk="0" h="34259" w="12709">
                    <a:moveTo>
                      <a:pt x="4311" y="0"/>
                    </a:moveTo>
                    <a:cubicBezTo>
                      <a:pt x="1842" y="0"/>
                      <a:pt x="1" y="1980"/>
                      <a:pt x="339" y="4972"/>
                    </a:cubicBezTo>
                    <a:cubicBezTo>
                      <a:pt x="339" y="4972"/>
                      <a:pt x="527" y="15301"/>
                      <a:pt x="990" y="19618"/>
                    </a:cubicBezTo>
                    <a:cubicBezTo>
                      <a:pt x="1454" y="23931"/>
                      <a:pt x="3146" y="34259"/>
                      <a:pt x="3146" y="34259"/>
                    </a:cubicBezTo>
                    <a:lnTo>
                      <a:pt x="12708" y="34259"/>
                    </a:lnTo>
                    <a:cubicBezTo>
                      <a:pt x="12708" y="34259"/>
                      <a:pt x="9780" y="12525"/>
                      <a:pt x="9780" y="11371"/>
                    </a:cubicBezTo>
                    <a:cubicBezTo>
                      <a:pt x="9780" y="10212"/>
                      <a:pt x="9201" y="4283"/>
                      <a:pt x="9201" y="4283"/>
                    </a:cubicBezTo>
                    <a:cubicBezTo>
                      <a:pt x="9201" y="4283"/>
                      <a:pt x="9474" y="1583"/>
                      <a:pt x="6153" y="348"/>
                    </a:cubicBezTo>
                    <a:cubicBezTo>
                      <a:pt x="5518" y="112"/>
                      <a:pt x="4897" y="0"/>
                      <a:pt x="4311"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59"/>
              <p:cNvSpPr/>
              <p:nvPr/>
            </p:nvSpPr>
            <p:spPr>
              <a:xfrm>
                <a:off x="9983500" y="3914655"/>
                <a:ext cx="234007" cy="2821"/>
              </a:xfrm>
              <a:custGeom>
                <a:rect b="b" l="l" r="r" t="t"/>
                <a:pathLst>
                  <a:path extrusionOk="0" h="116" w="9621">
                    <a:moveTo>
                      <a:pt x="1" y="0"/>
                    </a:moveTo>
                    <a:lnTo>
                      <a:pt x="1" y="111"/>
                    </a:lnTo>
                    <a:cubicBezTo>
                      <a:pt x="255" y="111"/>
                      <a:pt x="4251" y="116"/>
                      <a:pt x="7015" y="116"/>
                    </a:cubicBezTo>
                    <a:cubicBezTo>
                      <a:pt x="8444" y="116"/>
                      <a:pt x="9549" y="116"/>
                      <a:pt x="9620" y="111"/>
                    </a:cubicBezTo>
                    <a:lnTo>
                      <a:pt x="9616" y="0"/>
                    </a:lnTo>
                    <a:cubicBezTo>
                      <a:pt x="9545" y="3"/>
                      <a:pt x="8464" y="4"/>
                      <a:pt x="7050" y="4"/>
                    </a:cubicBezTo>
                    <a:cubicBezTo>
                      <a:pt x="4223" y="4"/>
                      <a:pt x="66" y="0"/>
                      <a:pt x="1"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59"/>
              <p:cNvSpPr/>
              <p:nvPr/>
            </p:nvSpPr>
            <p:spPr>
              <a:xfrm>
                <a:off x="10183115" y="4045778"/>
                <a:ext cx="24" cy="24"/>
              </a:xfrm>
              <a:custGeom>
                <a:rect b="b" l="l" r="r" t="t"/>
                <a:pathLst>
                  <a:path extrusionOk="0" h="1" w="1">
                    <a:moveTo>
                      <a:pt x="1" y="1"/>
                    </a:move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59"/>
              <p:cNvSpPr/>
              <p:nvPr/>
            </p:nvSpPr>
            <p:spPr>
              <a:xfrm>
                <a:off x="9828857" y="4215792"/>
                <a:ext cx="362332" cy="46432"/>
              </a:xfrm>
              <a:custGeom>
                <a:rect b="b" l="l" r="r" t="t"/>
                <a:pathLst>
                  <a:path extrusionOk="0" h="1909" w="14897">
                    <a:moveTo>
                      <a:pt x="348" y="1"/>
                    </a:moveTo>
                    <a:cubicBezTo>
                      <a:pt x="54" y="1712"/>
                      <a:pt x="1" y="1908"/>
                      <a:pt x="1" y="1908"/>
                    </a:cubicBezTo>
                    <a:lnTo>
                      <a:pt x="14896" y="1908"/>
                    </a:lnTo>
                    <a:lnTo>
                      <a:pt x="14896"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59"/>
              <p:cNvSpPr/>
              <p:nvPr/>
            </p:nvSpPr>
            <p:spPr>
              <a:xfrm>
                <a:off x="9837322" y="4048137"/>
                <a:ext cx="353868" cy="167679"/>
              </a:xfrm>
              <a:custGeom>
                <a:rect b="b" l="l" r="r" t="t"/>
                <a:pathLst>
                  <a:path extrusionOk="0" h="6894" w="14549">
                    <a:moveTo>
                      <a:pt x="10881" y="1"/>
                    </a:moveTo>
                    <a:cubicBezTo>
                      <a:pt x="10881" y="1"/>
                      <a:pt x="11304" y="3998"/>
                      <a:pt x="8287" y="4288"/>
                    </a:cubicBezTo>
                    <a:cubicBezTo>
                      <a:pt x="5272" y="4578"/>
                      <a:pt x="335" y="4979"/>
                      <a:pt x="23" y="6787"/>
                    </a:cubicBezTo>
                    <a:cubicBezTo>
                      <a:pt x="14" y="6827"/>
                      <a:pt x="10" y="6863"/>
                      <a:pt x="0" y="6894"/>
                    </a:cubicBezTo>
                    <a:lnTo>
                      <a:pt x="14548" y="6894"/>
                    </a:lnTo>
                    <a:lnTo>
                      <a:pt x="14548" y="1"/>
                    </a:lnTo>
                    <a:close/>
                  </a:path>
                </a:pathLst>
              </a:custGeom>
              <a:solidFill>
                <a:srgbClr val="4A18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59"/>
              <p:cNvSpPr/>
              <p:nvPr/>
            </p:nvSpPr>
            <p:spPr>
              <a:xfrm>
                <a:off x="9864611" y="4178214"/>
                <a:ext cx="161939" cy="38040"/>
              </a:xfrm>
              <a:custGeom>
                <a:rect b="b" l="l" r="r" t="t"/>
                <a:pathLst>
                  <a:path extrusionOk="0" h="1564" w="6658">
                    <a:moveTo>
                      <a:pt x="2394" y="1"/>
                    </a:moveTo>
                    <a:cubicBezTo>
                      <a:pt x="1134" y="1"/>
                      <a:pt x="19" y="40"/>
                      <a:pt x="1" y="40"/>
                    </a:cubicBezTo>
                    <a:lnTo>
                      <a:pt x="6" y="133"/>
                    </a:lnTo>
                    <a:cubicBezTo>
                      <a:pt x="24" y="133"/>
                      <a:pt x="1137" y="96"/>
                      <a:pt x="2394" y="96"/>
                    </a:cubicBezTo>
                    <a:cubicBezTo>
                      <a:pt x="3023" y="96"/>
                      <a:pt x="3688" y="105"/>
                      <a:pt x="4270" y="133"/>
                    </a:cubicBezTo>
                    <a:cubicBezTo>
                      <a:pt x="5989" y="223"/>
                      <a:pt x="6564" y="1550"/>
                      <a:pt x="6569" y="1564"/>
                    </a:cubicBezTo>
                    <a:lnTo>
                      <a:pt x="6657" y="1529"/>
                    </a:lnTo>
                    <a:cubicBezTo>
                      <a:pt x="6653" y="1515"/>
                      <a:pt x="6057" y="129"/>
                      <a:pt x="4274" y="40"/>
                    </a:cubicBezTo>
                    <a:cubicBezTo>
                      <a:pt x="3690" y="10"/>
                      <a:pt x="3024" y="1"/>
                      <a:pt x="23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59"/>
              <p:cNvSpPr/>
              <p:nvPr/>
            </p:nvSpPr>
            <p:spPr>
              <a:xfrm>
                <a:off x="10025018" y="4048137"/>
                <a:ext cx="122804" cy="117405"/>
              </a:xfrm>
              <a:custGeom>
                <a:rect b="b" l="l" r="r" t="t"/>
                <a:pathLst>
                  <a:path extrusionOk="0" h="4827" w="5049">
                    <a:moveTo>
                      <a:pt x="4928" y="1"/>
                    </a:moveTo>
                    <a:cubicBezTo>
                      <a:pt x="4928" y="41"/>
                      <a:pt x="4950" y="4038"/>
                      <a:pt x="3502" y="4551"/>
                    </a:cubicBezTo>
                    <a:cubicBezTo>
                      <a:pt x="3132" y="4681"/>
                      <a:pt x="2729" y="4730"/>
                      <a:pt x="2332" y="4730"/>
                    </a:cubicBezTo>
                    <a:cubicBezTo>
                      <a:pt x="1160" y="4730"/>
                      <a:pt x="49" y="4303"/>
                      <a:pt x="36" y="4296"/>
                    </a:cubicBezTo>
                    <a:lnTo>
                      <a:pt x="0" y="4385"/>
                    </a:lnTo>
                    <a:cubicBezTo>
                      <a:pt x="14" y="4390"/>
                      <a:pt x="1141" y="4827"/>
                      <a:pt x="2331" y="4827"/>
                    </a:cubicBezTo>
                    <a:cubicBezTo>
                      <a:pt x="2736" y="4827"/>
                      <a:pt x="3151" y="4773"/>
                      <a:pt x="3534" y="4640"/>
                    </a:cubicBezTo>
                    <a:cubicBezTo>
                      <a:pt x="5049" y="4105"/>
                      <a:pt x="5022" y="167"/>
                      <a:pt x="50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9"/>
              <p:cNvSpPr/>
              <p:nvPr/>
            </p:nvSpPr>
            <p:spPr>
              <a:xfrm>
                <a:off x="10098691" y="4059860"/>
                <a:ext cx="47940" cy="32860"/>
              </a:xfrm>
              <a:custGeom>
                <a:rect b="b" l="l" r="r" t="t"/>
                <a:pathLst>
                  <a:path extrusionOk="0" h="1351" w="1971">
                    <a:moveTo>
                      <a:pt x="1917" y="0"/>
                    </a:moveTo>
                    <a:lnTo>
                      <a:pt x="1" y="1270"/>
                    </a:lnTo>
                    <a:lnTo>
                      <a:pt x="54" y="1351"/>
                    </a:lnTo>
                    <a:lnTo>
                      <a:pt x="1971" y="80"/>
                    </a:lnTo>
                    <a:lnTo>
                      <a:pt x="19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59"/>
              <p:cNvSpPr/>
              <p:nvPr/>
            </p:nvSpPr>
            <p:spPr>
              <a:xfrm>
                <a:off x="10101634" y="4068422"/>
                <a:ext cx="41956" cy="24395"/>
              </a:xfrm>
              <a:custGeom>
                <a:rect b="b" l="l" r="r" t="t"/>
                <a:pathLst>
                  <a:path extrusionOk="0" h="1003" w="1725">
                    <a:moveTo>
                      <a:pt x="46" y="1"/>
                    </a:moveTo>
                    <a:lnTo>
                      <a:pt x="1" y="85"/>
                    </a:lnTo>
                    <a:lnTo>
                      <a:pt x="1681" y="1003"/>
                    </a:lnTo>
                    <a:lnTo>
                      <a:pt x="1724" y="918"/>
                    </a:lnTo>
                    <a:lnTo>
                      <a:pt x="4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59"/>
              <p:cNvSpPr/>
              <p:nvPr/>
            </p:nvSpPr>
            <p:spPr>
              <a:xfrm>
                <a:off x="10085387" y="4105149"/>
                <a:ext cx="55723" cy="21598"/>
              </a:xfrm>
              <a:custGeom>
                <a:rect b="b" l="l" r="r" t="t"/>
                <a:pathLst>
                  <a:path extrusionOk="0" h="888" w="2291">
                    <a:moveTo>
                      <a:pt x="2259" y="1"/>
                    </a:moveTo>
                    <a:lnTo>
                      <a:pt x="0" y="794"/>
                    </a:lnTo>
                    <a:lnTo>
                      <a:pt x="31" y="887"/>
                    </a:lnTo>
                    <a:lnTo>
                      <a:pt x="2291" y="90"/>
                    </a:lnTo>
                    <a:lnTo>
                      <a:pt x="22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9"/>
              <p:cNvSpPr/>
              <p:nvPr/>
            </p:nvSpPr>
            <p:spPr>
              <a:xfrm>
                <a:off x="10094702" y="4105271"/>
                <a:ext cx="39573" cy="27655"/>
              </a:xfrm>
              <a:custGeom>
                <a:rect b="b" l="l" r="r" t="t"/>
                <a:pathLst>
                  <a:path extrusionOk="0" h="1137" w="1627">
                    <a:moveTo>
                      <a:pt x="54" y="0"/>
                    </a:moveTo>
                    <a:lnTo>
                      <a:pt x="0" y="80"/>
                    </a:lnTo>
                    <a:lnTo>
                      <a:pt x="1573" y="1137"/>
                    </a:lnTo>
                    <a:lnTo>
                      <a:pt x="1627" y="1061"/>
                    </a:lnTo>
                    <a:lnTo>
                      <a:pt x="5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9"/>
              <p:cNvSpPr/>
              <p:nvPr/>
            </p:nvSpPr>
            <p:spPr>
              <a:xfrm>
                <a:off x="10002058" y="2471504"/>
                <a:ext cx="421776" cy="379139"/>
              </a:xfrm>
              <a:custGeom>
                <a:rect b="b" l="l" r="r" t="t"/>
                <a:pathLst>
                  <a:path extrusionOk="0" h="15588" w="17341">
                    <a:moveTo>
                      <a:pt x="4424" y="1"/>
                    </a:moveTo>
                    <a:cubicBezTo>
                      <a:pt x="4424" y="1"/>
                      <a:pt x="3097" y="1560"/>
                      <a:pt x="2370" y="4416"/>
                    </a:cubicBezTo>
                    <a:cubicBezTo>
                      <a:pt x="1578" y="7539"/>
                      <a:pt x="0" y="10395"/>
                      <a:pt x="4375" y="14129"/>
                    </a:cubicBezTo>
                    <a:cubicBezTo>
                      <a:pt x="5560" y="15139"/>
                      <a:pt x="7288" y="15588"/>
                      <a:pt x="9082" y="15588"/>
                    </a:cubicBezTo>
                    <a:cubicBezTo>
                      <a:pt x="13049" y="15588"/>
                      <a:pt x="17341" y="13393"/>
                      <a:pt x="16820" y="10213"/>
                    </a:cubicBezTo>
                    <a:cubicBezTo>
                      <a:pt x="16062" y="5592"/>
                      <a:pt x="12284" y="1"/>
                      <a:pt x="1228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59"/>
              <p:cNvSpPr/>
              <p:nvPr/>
            </p:nvSpPr>
            <p:spPr>
              <a:xfrm>
                <a:off x="10246937" y="2493929"/>
                <a:ext cx="98336" cy="57036"/>
              </a:xfrm>
              <a:custGeom>
                <a:rect b="b" l="l" r="r" t="t"/>
                <a:pathLst>
                  <a:path extrusionOk="0" h="2345" w="4043">
                    <a:moveTo>
                      <a:pt x="113" y="1"/>
                    </a:moveTo>
                    <a:lnTo>
                      <a:pt x="1" y="5"/>
                    </a:lnTo>
                    <a:cubicBezTo>
                      <a:pt x="1" y="36"/>
                      <a:pt x="60" y="780"/>
                      <a:pt x="1333" y="1769"/>
                    </a:cubicBezTo>
                    <a:cubicBezTo>
                      <a:pt x="1917" y="2219"/>
                      <a:pt x="2532" y="2344"/>
                      <a:pt x="3027" y="2344"/>
                    </a:cubicBezTo>
                    <a:cubicBezTo>
                      <a:pt x="3615" y="2344"/>
                      <a:pt x="4038" y="2170"/>
                      <a:pt x="4043" y="2166"/>
                    </a:cubicBezTo>
                    <a:lnTo>
                      <a:pt x="3998" y="2063"/>
                    </a:lnTo>
                    <a:cubicBezTo>
                      <a:pt x="3991" y="2066"/>
                      <a:pt x="3588" y="2232"/>
                      <a:pt x="3025" y="2232"/>
                    </a:cubicBezTo>
                    <a:cubicBezTo>
                      <a:pt x="2551" y="2232"/>
                      <a:pt x="1963" y="2114"/>
                      <a:pt x="1401" y="1680"/>
                    </a:cubicBezTo>
                    <a:cubicBezTo>
                      <a:pt x="175" y="727"/>
                      <a:pt x="113" y="9"/>
                      <a:pt x="113"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59"/>
              <p:cNvSpPr/>
              <p:nvPr/>
            </p:nvSpPr>
            <p:spPr>
              <a:xfrm>
                <a:off x="10089935" y="2492640"/>
                <a:ext cx="225299" cy="2724"/>
              </a:xfrm>
              <a:custGeom>
                <a:rect b="b" l="l" r="r" t="t"/>
                <a:pathLst>
                  <a:path extrusionOk="0" h="112" w="9263">
                    <a:moveTo>
                      <a:pt x="0" y="0"/>
                    </a:moveTo>
                    <a:lnTo>
                      <a:pt x="0" y="111"/>
                    </a:lnTo>
                    <a:lnTo>
                      <a:pt x="9263" y="111"/>
                    </a:lnTo>
                    <a:lnTo>
                      <a:pt x="9263"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9"/>
              <p:cNvSpPr/>
              <p:nvPr/>
            </p:nvSpPr>
            <p:spPr>
              <a:xfrm>
                <a:off x="10119657" y="2655212"/>
                <a:ext cx="294862" cy="690954"/>
              </a:xfrm>
              <a:custGeom>
                <a:rect b="b" l="l" r="r" t="t"/>
                <a:pathLst>
                  <a:path extrusionOk="0" h="28408" w="12123">
                    <a:moveTo>
                      <a:pt x="7749" y="1"/>
                    </a:moveTo>
                    <a:cubicBezTo>
                      <a:pt x="6329" y="1"/>
                      <a:pt x="5062" y="781"/>
                      <a:pt x="4361" y="1644"/>
                    </a:cubicBezTo>
                    <a:cubicBezTo>
                      <a:pt x="2998" y="3328"/>
                      <a:pt x="374" y="18731"/>
                      <a:pt x="181" y="22175"/>
                    </a:cubicBezTo>
                    <a:cubicBezTo>
                      <a:pt x="1" y="25428"/>
                      <a:pt x="472" y="28408"/>
                      <a:pt x="2459" y="28408"/>
                    </a:cubicBezTo>
                    <a:cubicBezTo>
                      <a:pt x="2576" y="28408"/>
                      <a:pt x="2697" y="28398"/>
                      <a:pt x="2824" y="28377"/>
                    </a:cubicBezTo>
                    <a:cubicBezTo>
                      <a:pt x="5123" y="27993"/>
                      <a:pt x="5889" y="22175"/>
                      <a:pt x="9009" y="14595"/>
                    </a:cubicBezTo>
                    <a:cubicBezTo>
                      <a:pt x="12123" y="7017"/>
                      <a:pt x="11859" y="2722"/>
                      <a:pt x="11859" y="2722"/>
                    </a:cubicBezTo>
                    <a:cubicBezTo>
                      <a:pt x="10589" y="707"/>
                      <a:pt x="9100" y="1"/>
                      <a:pt x="774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9"/>
              <p:cNvSpPr/>
              <p:nvPr/>
            </p:nvSpPr>
            <p:spPr>
              <a:xfrm>
                <a:off x="10084633" y="2637529"/>
                <a:ext cx="358295" cy="849609"/>
              </a:xfrm>
              <a:custGeom>
                <a:rect b="b" l="l" r="r" t="t"/>
                <a:pathLst>
                  <a:path extrusionOk="0" h="34931" w="14731">
                    <a:moveTo>
                      <a:pt x="8823" y="0"/>
                    </a:moveTo>
                    <a:cubicBezTo>
                      <a:pt x="7072" y="0"/>
                      <a:pt x="5588" y="952"/>
                      <a:pt x="5507" y="1426"/>
                    </a:cubicBezTo>
                    <a:cubicBezTo>
                      <a:pt x="5355" y="2353"/>
                      <a:pt x="695" y="20950"/>
                      <a:pt x="700" y="25031"/>
                    </a:cubicBezTo>
                    <a:cubicBezTo>
                      <a:pt x="704" y="29117"/>
                      <a:pt x="0" y="33898"/>
                      <a:pt x="4086" y="34819"/>
                    </a:cubicBezTo>
                    <a:cubicBezTo>
                      <a:pt x="4420" y="34895"/>
                      <a:pt x="4738" y="34931"/>
                      <a:pt x="5039" y="34931"/>
                    </a:cubicBezTo>
                    <a:cubicBezTo>
                      <a:pt x="8428" y="34931"/>
                      <a:pt x="9774" y="30432"/>
                      <a:pt x="9561" y="27883"/>
                    </a:cubicBezTo>
                    <a:cubicBezTo>
                      <a:pt x="9330" y="25111"/>
                      <a:pt x="10101" y="23721"/>
                      <a:pt x="12417" y="17198"/>
                    </a:cubicBezTo>
                    <a:cubicBezTo>
                      <a:pt x="14730" y="10675"/>
                      <a:pt x="13540" y="3751"/>
                      <a:pt x="13540" y="3751"/>
                    </a:cubicBezTo>
                    <a:cubicBezTo>
                      <a:pt x="12369" y="849"/>
                      <a:pt x="10477" y="0"/>
                      <a:pt x="882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59"/>
              <p:cNvSpPr/>
              <p:nvPr/>
            </p:nvSpPr>
            <p:spPr>
              <a:xfrm>
                <a:off x="10111144" y="3217986"/>
                <a:ext cx="244952" cy="995666"/>
              </a:xfrm>
              <a:custGeom>
                <a:rect b="b" l="l" r="r" t="t"/>
                <a:pathLst>
                  <a:path extrusionOk="0" h="40936" w="10071">
                    <a:moveTo>
                      <a:pt x="2517" y="1"/>
                    </a:moveTo>
                    <a:cubicBezTo>
                      <a:pt x="1215" y="1"/>
                      <a:pt x="0" y="1091"/>
                      <a:pt x="118" y="2459"/>
                    </a:cubicBezTo>
                    <a:cubicBezTo>
                      <a:pt x="323" y="4851"/>
                      <a:pt x="6569" y="37763"/>
                      <a:pt x="7122" y="39805"/>
                    </a:cubicBezTo>
                    <a:cubicBezTo>
                      <a:pt x="7347" y="40634"/>
                      <a:pt x="7680" y="40935"/>
                      <a:pt x="8016" y="40935"/>
                    </a:cubicBezTo>
                    <a:cubicBezTo>
                      <a:pt x="8506" y="40935"/>
                      <a:pt x="9000" y="40295"/>
                      <a:pt x="9166" y="39724"/>
                    </a:cubicBezTo>
                    <a:cubicBezTo>
                      <a:pt x="9754" y="37687"/>
                      <a:pt x="10071" y="20436"/>
                      <a:pt x="8561" y="13847"/>
                    </a:cubicBezTo>
                    <a:cubicBezTo>
                      <a:pt x="7046" y="7261"/>
                      <a:pt x="5063" y="2177"/>
                      <a:pt x="5063" y="2177"/>
                    </a:cubicBezTo>
                    <a:cubicBezTo>
                      <a:pt x="4515" y="612"/>
                      <a:pt x="3492" y="1"/>
                      <a:pt x="251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59"/>
              <p:cNvSpPr/>
              <p:nvPr/>
            </p:nvSpPr>
            <p:spPr>
              <a:xfrm>
                <a:off x="10092440" y="3189188"/>
                <a:ext cx="309188" cy="833216"/>
              </a:xfrm>
              <a:custGeom>
                <a:rect b="b" l="l" r="r" t="t"/>
                <a:pathLst>
                  <a:path extrusionOk="0" h="34257" w="12712">
                    <a:moveTo>
                      <a:pt x="4312" y="0"/>
                    </a:moveTo>
                    <a:cubicBezTo>
                      <a:pt x="1843" y="0"/>
                      <a:pt x="0" y="1982"/>
                      <a:pt x="338" y="4970"/>
                    </a:cubicBezTo>
                    <a:cubicBezTo>
                      <a:pt x="338" y="4970"/>
                      <a:pt x="531" y="15298"/>
                      <a:pt x="989" y="19615"/>
                    </a:cubicBezTo>
                    <a:cubicBezTo>
                      <a:pt x="1452" y="23933"/>
                      <a:pt x="3150" y="34256"/>
                      <a:pt x="3150" y="34256"/>
                    </a:cubicBezTo>
                    <a:lnTo>
                      <a:pt x="12711" y="34256"/>
                    </a:lnTo>
                    <a:cubicBezTo>
                      <a:pt x="12711" y="34256"/>
                      <a:pt x="9780" y="12527"/>
                      <a:pt x="9780" y="11368"/>
                    </a:cubicBezTo>
                    <a:cubicBezTo>
                      <a:pt x="9780" y="10214"/>
                      <a:pt x="9205" y="4279"/>
                      <a:pt x="9205" y="4279"/>
                    </a:cubicBezTo>
                    <a:cubicBezTo>
                      <a:pt x="9205" y="4279"/>
                      <a:pt x="9472" y="1579"/>
                      <a:pt x="6157" y="349"/>
                    </a:cubicBezTo>
                    <a:cubicBezTo>
                      <a:pt x="5521" y="112"/>
                      <a:pt x="4899" y="0"/>
                      <a:pt x="431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59"/>
              <p:cNvSpPr/>
              <p:nvPr/>
            </p:nvSpPr>
            <p:spPr>
              <a:xfrm>
                <a:off x="10154949" y="3925600"/>
                <a:ext cx="234007" cy="2821"/>
              </a:xfrm>
              <a:custGeom>
                <a:rect b="b" l="l" r="r" t="t"/>
                <a:pathLst>
                  <a:path extrusionOk="0" h="116" w="9621">
                    <a:moveTo>
                      <a:pt x="1" y="0"/>
                    </a:moveTo>
                    <a:lnTo>
                      <a:pt x="1" y="111"/>
                    </a:lnTo>
                    <a:cubicBezTo>
                      <a:pt x="254" y="111"/>
                      <a:pt x="4247" y="116"/>
                      <a:pt x="7009" y="116"/>
                    </a:cubicBezTo>
                    <a:cubicBezTo>
                      <a:pt x="8444" y="116"/>
                      <a:pt x="9544" y="116"/>
                      <a:pt x="9620" y="111"/>
                    </a:cubicBezTo>
                    <a:lnTo>
                      <a:pt x="9611" y="0"/>
                    </a:lnTo>
                    <a:cubicBezTo>
                      <a:pt x="9541" y="3"/>
                      <a:pt x="8461" y="4"/>
                      <a:pt x="7047" y="4"/>
                    </a:cubicBezTo>
                    <a:cubicBezTo>
                      <a:pt x="4221" y="4"/>
                      <a:pt x="63" y="0"/>
                      <a:pt x="1"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59"/>
              <p:cNvSpPr/>
              <p:nvPr/>
            </p:nvSpPr>
            <p:spPr>
              <a:xfrm>
                <a:off x="10336565" y="4056723"/>
                <a:ext cx="24" cy="24"/>
              </a:xfrm>
              <a:custGeom>
                <a:rect b="b" l="l" r="r" t="t"/>
                <a:pathLst>
                  <a:path extrusionOk="0" h="1" w="1">
                    <a:moveTo>
                      <a:pt x="1" y="1"/>
                    </a:move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59"/>
              <p:cNvSpPr/>
              <p:nvPr/>
            </p:nvSpPr>
            <p:spPr>
              <a:xfrm>
                <a:off x="9982308" y="4226859"/>
                <a:ext cx="362186" cy="46286"/>
              </a:xfrm>
              <a:custGeom>
                <a:rect b="b" l="l" r="r" t="t"/>
                <a:pathLst>
                  <a:path extrusionOk="0" h="1903" w="14891">
                    <a:moveTo>
                      <a:pt x="348" y="0"/>
                    </a:moveTo>
                    <a:cubicBezTo>
                      <a:pt x="54" y="1707"/>
                      <a:pt x="1" y="1902"/>
                      <a:pt x="1" y="1902"/>
                    </a:cubicBezTo>
                    <a:lnTo>
                      <a:pt x="14891" y="1902"/>
                    </a:lnTo>
                    <a:lnTo>
                      <a:pt x="14891"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59"/>
              <p:cNvSpPr/>
              <p:nvPr/>
            </p:nvSpPr>
            <p:spPr>
              <a:xfrm>
                <a:off x="9990772" y="4059106"/>
                <a:ext cx="353722" cy="167777"/>
              </a:xfrm>
              <a:custGeom>
                <a:rect b="b" l="l" r="r" t="t"/>
                <a:pathLst>
                  <a:path extrusionOk="0" h="6898" w="14543">
                    <a:moveTo>
                      <a:pt x="10880" y="0"/>
                    </a:moveTo>
                    <a:cubicBezTo>
                      <a:pt x="10880" y="0"/>
                      <a:pt x="11304" y="3997"/>
                      <a:pt x="8287" y="4287"/>
                    </a:cubicBezTo>
                    <a:cubicBezTo>
                      <a:pt x="5272" y="4576"/>
                      <a:pt x="335" y="4982"/>
                      <a:pt x="18" y="6790"/>
                    </a:cubicBezTo>
                    <a:cubicBezTo>
                      <a:pt x="14" y="6827"/>
                      <a:pt x="10" y="6862"/>
                      <a:pt x="0" y="6897"/>
                    </a:cubicBezTo>
                    <a:lnTo>
                      <a:pt x="14543" y="6897"/>
                    </a:lnTo>
                    <a:lnTo>
                      <a:pt x="14543" y="0"/>
                    </a:lnTo>
                    <a:close/>
                  </a:path>
                </a:pathLst>
              </a:custGeom>
              <a:solidFill>
                <a:srgbClr val="4A18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59"/>
              <p:cNvSpPr/>
              <p:nvPr/>
            </p:nvSpPr>
            <p:spPr>
              <a:xfrm>
                <a:off x="10018062" y="4189207"/>
                <a:ext cx="161939" cy="38113"/>
              </a:xfrm>
              <a:custGeom>
                <a:rect b="b" l="l" r="r" t="t"/>
                <a:pathLst>
                  <a:path extrusionOk="0" h="1567" w="6658">
                    <a:moveTo>
                      <a:pt x="2392" y="1"/>
                    </a:moveTo>
                    <a:cubicBezTo>
                      <a:pt x="1132" y="1"/>
                      <a:pt x="19" y="38"/>
                      <a:pt x="1" y="38"/>
                    </a:cubicBezTo>
                    <a:lnTo>
                      <a:pt x="6" y="136"/>
                    </a:lnTo>
                    <a:cubicBezTo>
                      <a:pt x="20" y="133"/>
                      <a:pt x="1108" y="95"/>
                      <a:pt x="2347" y="95"/>
                    </a:cubicBezTo>
                    <a:cubicBezTo>
                      <a:pt x="2990" y="95"/>
                      <a:pt x="3673" y="105"/>
                      <a:pt x="4270" y="136"/>
                    </a:cubicBezTo>
                    <a:cubicBezTo>
                      <a:pt x="5989" y="221"/>
                      <a:pt x="6564" y="1552"/>
                      <a:pt x="6569" y="1566"/>
                    </a:cubicBezTo>
                    <a:lnTo>
                      <a:pt x="6657" y="1531"/>
                    </a:lnTo>
                    <a:cubicBezTo>
                      <a:pt x="6649" y="1513"/>
                      <a:pt x="6057" y="127"/>
                      <a:pt x="4274" y="38"/>
                    </a:cubicBezTo>
                    <a:cubicBezTo>
                      <a:pt x="3689" y="10"/>
                      <a:pt x="3022" y="1"/>
                      <a:pt x="23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9"/>
              <p:cNvSpPr/>
              <p:nvPr/>
            </p:nvSpPr>
            <p:spPr>
              <a:xfrm>
                <a:off x="10178469" y="4059106"/>
                <a:ext cx="122804" cy="117380"/>
              </a:xfrm>
              <a:custGeom>
                <a:rect b="b" l="l" r="r" t="t"/>
                <a:pathLst>
                  <a:path extrusionOk="0" h="4826" w="5049">
                    <a:moveTo>
                      <a:pt x="4924" y="0"/>
                    </a:moveTo>
                    <a:cubicBezTo>
                      <a:pt x="4924" y="41"/>
                      <a:pt x="4950" y="4037"/>
                      <a:pt x="3502" y="4549"/>
                    </a:cubicBezTo>
                    <a:cubicBezTo>
                      <a:pt x="3130" y="4681"/>
                      <a:pt x="2724" y="4731"/>
                      <a:pt x="2326" y="4731"/>
                    </a:cubicBezTo>
                    <a:cubicBezTo>
                      <a:pt x="1155" y="4731"/>
                      <a:pt x="49" y="4302"/>
                      <a:pt x="36" y="4295"/>
                    </a:cubicBezTo>
                    <a:lnTo>
                      <a:pt x="0" y="4384"/>
                    </a:lnTo>
                    <a:cubicBezTo>
                      <a:pt x="14" y="4388"/>
                      <a:pt x="1137" y="4826"/>
                      <a:pt x="2330" y="4826"/>
                    </a:cubicBezTo>
                    <a:cubicBezTo>
                      <a:pt x="2736" y="4826"/>
                      <a:pt x="3151" y="4777"/>
                      <a:pt x="3533" y="4639"/>
                    </a:cubicBezTo>
                    <a:cubicBezTo>
                      <a:pt x="5049" y="4104"/>
                      <a:pt x="5022" y="165"/>
                      <a:pt x="50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9"/>
              <p:cNvSpPr/>
              <p:nvPr/>
            </p:nvSpPr>
            <p:spPr>
              <a:xfrm>
                <a:off x="10252142" y="4070806"/>
                <a:ext cx="47940" cy="32860"/>
              </a:xfrm>
              <a:custGeom>
                <a:rect b="b" l="l" r="r" t="t"/>
                <a:pathLst>
                  <a:path extrusionOk="0" h="1351" w="1971">
                    <a:moveTo>
                      <a:pt x="1917" y="0"/>
                    </a:moveTo>
                    <a:lnTo>
                      <a:pt x="1" y="1275"/>
                    </a:lnTo>
                    <a:lnTo>
                      <a:pt x="50" y="1351"/>
                    </a:lnTo>
                    <a:lnTo>
                      <a:pt x="1971" y="80"/>
                    </a:lnTo>
                    <a:lnTo>
                      <a:pt x="19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9"/>
              <p:cNvSpPr/>
              <p:nvPr/>
            </p:nvSpPr>
            <p:spPr>
              <a:xfrm>
                <a:off x="10255085" y="4079367"/>
                <a:ext cx="41956" cy="24420"/>
              </a:xfrm>
              <a:custGeom>
                <a:rect b="b" l="l" r="r" t="t"/>
                <a:pathLst>
                  <a:path extrusionOk="0" h="1004" w="1725">
                    <a:moveTo>
                      <a:pt x="46" y="0"/>
                    </a:moveTo>
                    <a:lnTo>
                      <a:pt x="1" y="86"/>
                    </a:lnTo>
                    <a:lnTo>
                      <a:pt x="1681" y="1003"/>
                    </a:lnTo>
                    <a:lnTo>
                      <a:pt x="1724" y="919"/>
                    </a:lnTo>
                    <a:lnTo>
                      <a:pt x="4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9"/>
              <p:cNvSpPr/>
              <p:nvPr/>
            </p:nvSpPr>
            <p:spPr>
              <a:xfrm>
                <a:off x="10238740" y="4116094"/>
                <a:ext cx="55820" cy="21598"/>
              </a:xfrm>
              <a:custGeom>
                <a:rect b="b" l="l" r="r" t="t"/>
                <a:pathLst>
                  <a:path extrusionOk="0" h="888" w="2295">
                    <a:moveTo>
                      <a:pt x="2263" y="1"/>
                    </a:moveTo>
                    <a:lnTo>
                      <a:pt x="0" y="799"/>
                    </a:lnTo>
                    <a:lnTo>
                      <a:pt x="35" y="887"/>
                    </a:lnTo>
                    <a:lnTo>
                      <a:pt x="2295" y="90"/>
                    </a:lnTo>
                    <a:lnTo>
                      <a:pt x="226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9"/>
              <p:cNvSpPr/>
              <p:nvPr/>
            </p:nvSpPr>
            <p:spPr>
              <a:xfrm>
                <a:off x="10248153" y="4116216"/>
                <a:ext cx="39475" cy="27776"/>
              </a:xfrm>
              <a:custGeom>
                <a:rect b="b" l="l" r="r" t="t"/>
                <a:pathLst>
                  <a:path extrusionOk="0" h="1142" w="1623">
                    <a:moveTo>
                      <a:pt x="54" y="0"/>
                    </a:moveTo>
                    <a:lnTo>
                      <a:pt x="0" y="80"/>
                    </a:lnTo>
                    <a:lnTo>
                      <a:pt x="1573" y="1141"/>
                    </a:lnTo>
                    <a:lnTo>
                      <a:pt x="1622" y="1061"/>
                    </a:lnTo>
                    <a:lnTo>
                      <a:pt x="5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64" name="Google Shape;3264;p59"/>
          <p:cNvSpPr txBox="1"/>
          <p:nvPr>
            <p:ph idx="4294967295" type="ctrTitle"/>
          </p:nvPr>
        </p:nvSpPr>
        <p:spPr>
          <a:xfrm flipH="1">
            <a:off x="4876088" y="1093275"/>
            <a:ext cx="1300500" cy="94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aleway"/>
                <a:ea typeface="Raleway"/>
                <a:cs typeface="Raleway"/>
                <a:sym typeface="Raleway"/>
              </a:rPr>
              <a:t>UX </a:t>
            </a:r>
            <a:endParaRPr sz="1600">
              <a:latin typeface="Raleway"/>
              <a:ea typeface="Raleway"/>
              <a:cs typeface="Raleway"/>
              <a:sym typeface="Raleway"/>
            </a:endParaRPr>
          </a:p>
          <a:p>
            <a:pPr indent="0" lvl="0" marL="0" rtl="0" algn="ctr">
              <a:spcBef>
                <a:spcPts val="0"/>
              </a:spcBef>
              <a:spcAft>
                <a:spcPts val="0"/>
              </a:spcAft>
              <a:buNone/>
            </a:pPr>
            <a:r>
              <a:rPr lang="en" sz="1600">
                <a:latin typeface="Raleway"/>
                <a:ea typeface="Raleway"/>
                <a:cs typeface="Raleway"/>
                <a:sym typeface="Raleway"/>
              </a:rPr>
              <a:t>designer</a:t>
            </a:r>
            <a:endParaRPr sz="1600">
              <a:latin typeface="Raleway"/>
              <a:ea typeface="Raleway"/>
              <a:cs typeface="Raleway"/>
              <a:sym typeface="Raleway"/>
            </a:endParaRPr>
          </a:p>
        </p:txBody>
      </p:sp>
      <p:sp>
        <p:nvSpPr>
          <p:cNvPr id="3265" name="Google Shape;3265;p59"/>
          <p:cNvSpPr txBox="1"/>
          <p:nvPr>
            <p:ph idx="4294967295" type="ctrTitle"/>
          </p:nvPr>
        </p:nvSpPr>
        <p:spPr>
          <a:xfrm flipH="1">
            <a:off x="3008850" y="1093275"/>
            <a:ext cx="1232100" cy="94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aleway"/>
                <a:ea typeface="Raleway"/>
                <a:cs typeface="Raleway"/>
                <a:sym typeface="Raleway"/>
              </a:rPr>
              <a:t>UI </a:t>
            </a:r>
            <a:endParaRPr sz="1600">
              <a:latin typeface="Raleway"/>
              <a:ea typeface="Raleway"/>
              <a:cs typeface="Raleway"/>
              <a:sym typeface="Raleway"/>
            </a:endParaRPr>
          </a:p>
          <a:p>
            <a:pPr indent="0" lvl="0" marL="0" rtl="0" algn="ctr">
              <a:spcBef>
                <a:spcPts val="0"/>
              </a:spcBef>
              <a:spcAft>
                <a:spcPts val="0"/>
              </a:spcAft>
              <a:buNone/>
            </a:pPr>
            <a:r>
              <a:rPr lang="en" sz="1600">
                <a:latin typeface="Raleway"/>
                <a:ea typeface="Raleway"/>
                <a:cs typeface="Raleway"/>
                <a:sym typeface="Raleway"/>
              </a:rPr>
              <a:t>designer</a:t>
            </a:r>
            <a:endParaRPr sz="1600">
              <a:latin typeface="Raleway"/>
              <a:ea typeface="Raleway"/>
              <a:cs typeface="Raleway"/>
              <a:sym typeface="Raleway"/>
            </a:endParaRPr>
          </a:p>
        </p:txBody>
      </p:sp>
      <p:grpSp>
        <p:nvGrpSpPr>
          <p:cNvPr id="3266" name="Google Shape;3266;p59"/>
          <p:cNvGrpSpPr/>
          <p:nvPr/>
        </p:nvGrpSpPr>
        <p:grpSpPr>
          <a:xfrm>
            <a:off x="1328833" y="2031857"/>
            <a:ext cx="1043733" cy="2570320"/>
            <a:chOff x="6543075" y="1641125"/>
            <a:chExt cx="468525" cy="1153800"/>
          </a:xfrm>
        </p:grpSpPr>
        <p:sp>
          <p:nvSpPr>
            <p:cNvPr id="3267" name="Google Shape;3267;p59"/>
            <p:cNvSpPr/>
            <p:nvPr/>
          </p:nvSpPr>
          <p:spPr>
            <a:xfrm>
              <a:off x="6842800" y="1742400"/>
              <a:ext cx="117875" cy="124100"/>
            </a:xfrm>
            <a:custGeom>
              <a:rect b="b" l="l" r="r" t="t"/>
              <a:pathLst>
                <a:path extrusionOk="0" h="4964" w="4715">
                  <a:moveTo>
                    <a:pt x="687" y="1"/>
                  </a:moveTo>
                  <a:lnTo>
                    <a:pt x="282" y="89"/>
                  </a:lnTo>
                  <a:cubicBezTo>
                    <a:pt x="282" y="89"/>
                    <a:pt x="1" y="607"/>
                    <a:pt x="103" y="2473"/>
                  </a:cubicBezTo>
                  <a:cubicBezTo>
                    <a:pt x="201" y="4173"/>
                    <a:pt x="1326" y="4964"/>
                    <a:pt x="2654" y="4964"/>
                  </a:cubicBezTo>
                  <a:cubicBezTo>
                    <a:pt x="2781" y="4964"/>
                    <a:pt x="2910" y="4956"/>
                    <a:pt x="3040" y="4942"/>
                  </a:cubicBezTo>
                  <a:cubicBezTo>
                    <a:pt x="4527" y="4782"/>
                    <a:pt x="4714" y="3899"/>
                    <a:pt x="4545" y="2291"/>
                  </a:cubicBezTo>
                  <a:cubicBezTo>
                    <a:pt x="4415" y="1051"/>
                    <a:pt x="3485" y="611"/>
                    <a:pt x="2621" y="611"/>
                  </a:cubicBezTo>
                  <a:cubicBezTo>
                    <a:pt x="2364" y="611"/>
                    <a:pt x="2113" y="650"/>
                    <a:pt x="1890" y="718"/>
                  </a:cubicBezTo>
                  <a:cubicBezTo>
                    <a:pt x="1765" y="756"/>
                    <a:pt x="1652" y="773"/>
                    <a:pt x="1551" y="773"/>
                  </a:cubicBezTo>
                  <a:cubicBezTo>
                    <a:pt x="859" y="773"/>
                    <a:pt x="687" y="1"/>
                    <a:pt x="687"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9"/>
            <p:cNvSpPr/>
            <p:nvPr/>
          </p:nvSpPr>
          <p:spPr>
            <a:xfrm>
              <a:off x="6725900" y="2045750"/>
              <a:ext cx="136525" cy="318050"/>
            </a:xfrm>
            <a:custGeom>
              <a:rect b="b" l="l" r="r" t="t"/>
              <a:pathLst>
                <a:path extrusionOk="0" h="12722" w="5461">
                  <a:moveTo>
                    <a:pt x="3553" y="0"/>
                  </a:moveTo>
                  <a:cubicBezTo>
                    <a:pt x="2764" y="0"/>
                    <a:pt x="2069" y="569"/>
                    <a:pt x="1727" y="992"/>
                  </a:cubicBezTo>
                  <a:cubicBezTo>
                    <a:pt x="1130" y="1723"/>
                    <a:pt x="163" y="8998"/>
                    <a:pt x="79" y="10501"/>
                  </a:cubicBezTo>
                  <a:cubicBezTo>
                    <a:pt x="1" y="11880"/>
                    <a:pt x="344" y="12721"/>
                    <a:pt x="1178" y="12721"/>
                  </a:cubicBezTo>
                  <a:cubicBezTo>
                    <a:pt x="1252" y="12721"/>
                    <a:pt x="1329" y="12715"/>
                    <a:pt x="1411" y="12702"/>
                  </a:cubicBezTo>
                  <a:cubicBezTo>
                    <a:pt x="2413" y="12537"/>
                    <a:pt x="2743" y="10001"/>
                    <a:pt x="4102" y="6699"/>
                  </a:cubicBezTo>
                  <a:cubicBezTo>
                    <a:pt x="5460" y="3398"/>
                    <a:pt x="5345" y="1206"/>
                    <a:pt x="5345" y="1206"/>
                  </a:cubicBezTo>
                  <a:cubicBezTo>
                    <a:pt x="4765" y="308"/>
                    <a:pt x="4134" y="0"/>
                    <a:pt x="355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59"/>
            <p:cNvSpPr/>
            <p:nvPr/>
          </p:nvSpPr>
          <p:spPr>
            <a:xfrm>
              <a:off x="6726700" y="2309750"/>
              <a:ext cx="105650" cy="339800"/>
            </a:xfrm>
            <a:custGeom>
              <a:rect b="b" l="l" r="r" t="t"/>
              <a:pathLst>
                <a:path extrusionOk="0" h="13592" w="4226">
                  <a:moveTo>
                    <a:pt x="1096" y="0"/>
                  </a:moveTo>
                  <a:cubicBezTo>
                    <a:pt x="529" y="0"/>
                    <a:pt x="0" y="476"/>
                    <a:pt x="51" y="1072"/>
                  </a:cubicBezTo>
                  <a:cubicBezTo>
                    <a:pt x="114" y="1798"/>
                    <a:pt x="1459" y="9003"/>
                    <a:pt x="2346" y="13592"/>
                  </a:cubicBezTo>
                  <a:lnTo>
                    <a:pt x="4199" y="13592"/>
                  </a:lnTo>
                  <a:cubicBezTo>
                    <a:pt x="4225" y="10990"/>
                    <a:pt x="4114" y="7711"/>
                    <a:pt x="3727" y="6031"/>
                  </a:cubicBezTo>
                  <a:cubicBezTo>
                    <a:pt x="3067" y="3162"/>
                    <a:pt x="2203" y="947"/>
                    <a:pt x="2203" y="947"/>
                  </a:cubicBezTo>
                  <a:cubicBezTo>
                    <a:pt x="1965" y="267"/>
                    <a:pt x="1520" y="0"/>
                    <a:pt x="109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59"/>
            <p:cNvSpPr/>
            <p:nvPr/>
          </p:nvSpPr>
          <p:spPr>
            <a:xfrm>
              <a:off x="6785325" y="2649525"/>
              <a:ext cx="46350" cy="106000"/>
            </a:xfrm>
            <a:custGeom>
              <a:rect b="b" l="l" r="r" t="t"/>
              <a:pathLst>
                <a:path extrusionOk="0" h="4240" w="1854">
                  <a:moveTo>
                    <a:pt x="1" y="1"/>
                  </a:moveTo>
                  <a:cubicBezTo>
                    <a:pt x="383" y="1983"/>
                    <a:pt x="683" y="3480"/>
                    <a:pt x="753" y="3748"/>
                  </a:cubicBezTo>
                  <a:cubicBezTo>
                    <a:pt x="851" y="4109"/>
                    <a:pt x="997" y="4239"/>
                    <a:pt x="1144" y="4239"/>
                  </a:cubicBezTo>
                  <a:cubicBezTo>
                    <a:pt x="1358" y="4239"/>
                    <a:pt x="1573" y="3961"/>
                    <a:pt x="1645" y="3712"/>
                  </a:cubicBezTo>
                  <a:cubicBezTo>
                    <a:pt x="1752" y="3347"/>
                    <a:pt x="1837" y="1841"/>
                    <a:pt x="1854"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9"/>
            <p:cNvSpPr/>
            <p:nvPr/>
          </p:nvSpPr>
          <p:spPr>
            <a:xfrm>
              <a:off x="6829550" y="2693075"/>
              <a:ext cx="25" cy="25"/>
            </a:xfrm>
            <a:custGeom>
              <a:rect b="b" l="l" r="r" t="t"/>
              <a:pathLst>
                <a:path extrusionOk="0" h="1" w="1">
                  <a:moveTo>
                    <a:pt x="0" y="1"/>
                  </a:move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59"/>
            <p:cNvSpPr/>
            <p:nvPr/>
          </p:nvSpPr>
          <p:spPr>
            <a:xfrm>
              <a:off x="6670925" y="2769150"/>
              <a:ext cx="162225" cy="20850"/>
            </a:xfrm>
            <a:custGeom>
              <a:rect b="b" l="l" r="r" t="t"/>
              <a:pathLst>
                <a:path extrusionOk="0" h="834" w="6489">
                  <a:moveTo>
                    <a:pt x="153" y="1"/>
                  </a:moveTo>
                  <a:cubicBezTo>
                    <a:pt x="23" y="749"/>
                    <a:pt x="1" y="834"/>
                    <a:pt x="1" y="834"/>
                  </a:cubicBezTo>
                  <a:lnTo>
                    <a:pt x="6488" y="834"/>
                  </a:lnTo>
                  <a:lnTo>
                    <a:pt x="6488" y="1"/>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59"/>
            <p:cNvSpPr/>
            <p:nvPr/>
          </p:nvSpPr>
          <p:spPr>
            <a:xfrm>
              <a:off x="6674725" y="2694100"/>
              <a:ext cx="158425" cy="75075"/>
            </a:xfrm>
            <a:custGeom>
              <a:rect b="b" l="l" r="r" t="t"/>
              <a:pathLst>
                <a:path extrusionOk="0" h="3003" w="6337">
                  <a:moveTo>
                    <a:pt x="4737" y="0"/>
                  </a:moveTo>
                  <a:cubicBezTo>
                    <a:pt x="4737" y="0"/>
                    <a:pt x="4924" y="1742"/>
                    <a:pt x="3610" y="1867"/>
                  </a:cubicBezTo>
                  <a:cubicBezTo>
                    <a:pt x="2294" y="1997"/>
                    <a:pt x="143" y="2170"/>
                    <a:pt x="9" y="2959"/>
                  </a:cubicBezTo>
                  <a:cubicBezTo>
                    <a:pt x="5" y="2976"/>
                    <a:pt x="5" y="2990"/>
                    <a:pt x="1" y="3003"/>
                  </a:cubicBezTo>
                  <a:lnTo>
                    <a:pt x="6336" y="3003"/>
                  </a:lnTo>
                  <a:lnTo>
                    <a:pt x="6336"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59"/>
            <p:cNvSpPr/>
            <p:nvPr/>
          </p:nvSpPr>
          <p:spPr>
            <a:xfrm>
              <a:off x="6686975" y="2752350"/>
              <a:ext cx="72425" cy="17075"/>
            </a:xfrm>
            <a:custGeom>
              <a:rect b="b" l="l" r="r" t="t"/>
              <a:pathLst>
                <a:path extrusionOk="0" h="683" w="2897">
                  <a:moveTo>
                    <a:pt x="1040" y="0"/>
                  </a:moveTo>
                  <a:cubicBezTo>
                    <a:pt x="491" y="0"/>
                    <a:pt x="6" y="19"/>
                    <a:pt x="1" y="19"/>
                  </a:cubicBezTo>
                  <a:lnTo>
                    <a:pt x="1" y="58"/>
                  </a:lnTo>
                  <a:cubicBezTo>
                    <a:pt x="6" y="58"/>
                    <a:pt x="491" y="42"/>
                    <a:pt x="1040" y="42"/>
                  </a:cubicBezTo>
                  <a:cubicBezTo>
                    <a:pt x="1314" y="42"/>
                    <a:pt x="1604" y="46"/>
                    <a:pt x="1858" y="58"/>
                  </a:cubicBezTo>
                  <a:cubicBezTo>
                    <a:pt x="2606" y="99"/>
                    <a:pt x="2857" y="677"/>
                    <a:pt x="2861" y="683"/>
                  </a:cubicBezTo>
                  <a:lnTo>
                    <a:pt x="2896" y="669"/>
                  </a:lnTo>
                  <a:cubicBezTo>
                    <a:pt x="2896" y="660"/>
                    <a:pt x="2633" y="58"/>
                    <a:pt x="1858" y="19"/>
                  </a:cubicBezTo>
                  <a:cubicBezTo>
                    <a:pt x="1604" y="5"/>
                    <a:pt x="1314" y="0"/>
                    <a:pt x="10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59"/>
            <p:cNvSpPr/>
            <p:nvPr/>
          </p:nvSpPr>
          <p:spPr>
            <a:xfrm>
              <a:off x="6758700" y="2694100"/>
              <a:ext cx="55075" cy="52600"/>
            </a:xfrm>
            <a:custGeom>
              <a:rect b="b" l="l" r="r" t="t"/>
              <a:pathLst>
                <a:path extrusionOk="0" h="2104" w="2203">
                  <a:moveTo>
                    <a:pt x="2149" y="0"/>
                  </a:moveTo>
                  <a:cubicBezTo>
                    <a:pt x="2149" y="19"/>
                    <a:pt x="2157" y="1760"/>
                    <a:pt x="1524" y="1983"/>
                  </a:cubicBezTo>
                  <a:cubicBezTo>
                    <a:pt x="1363" y="2041"/>
                    <a:pt x="1187" y="2062"/>
                    <a:pt x="1014" y="2062"/>
                  </a:cubicBezTo>
                  <a:cubicBezTo>
                    <a:pt x="506" y="2062"/>
                    <a:pt x="25" y="1875"/>
                    <a:pt x="19" y="1872"/>
                  </a:cubicBezTo>
                  <a:lnTo>
                    <a:pt x="0" y="1911"/>
                  </a:lnTo>
                  <a:cubicBezTo>
                    <a:pt x="10" y="1917"/>
                    <a:pt x="496" y="2104"/>
                    <a:pt x="1016" y="2104"/>
                  </a:cubicBezTo>
                  <a:cubicBezTo>
                    <a:pt x="1195" y="2104"/>
                    <a:pt x="1374" y="2081"/>
                    <a:pt x="1542" y="2023"/>
                  </a:cubicBezTo>
                  <a:cubicBezTo>
                    <a:pt x="2202" y="1787"/>
                    <a:pt x="2188" y="76"/>
                    <a:pt x="21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9"/>
            <p:cNvSpPr/>
            <p:nvPr/>
          </p:nvSpPr>
          <p:spPr>
            <a:xfrm>
              <a:off x="6791700" y="2699450"/>
              <a:ext cx="21500" cy="14725"/>
            </a:xfrm>
            <a:custGeom>
              <a:rect b="b" l="l" r="r" t="t"/>
              <a:pathLst>
                <a:path extrusionOk="0" h="589" w="860">
                  <a:moveTo>
                    <a:pt x="837" y="0"/>
                  </a:moveTo>
                  <a:lnTo>
                    <a:pt x="0" y="553"/>
                  </a:lnTo>
                  <a:lnTo>
                    <a:pt x="21" y="588"/>
                  </a:lnTo>
                  <a:lnTo>
                    <a:pt x="860" y="31"/>
                  </a:lnTo>
                  <a:lnTo>
                    <a:pt x="83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9"/>
            <p:cNvSpPr/>
            <p:nvPr/>
          </p:nvSpPr>
          <p:spPr>
            <a:xfrm>
              <a:off x="6793025" y="2703250"/>
              <a:ext cx="18850" cy="10925"/>
            </a:xfrm>
            <a:custGeom>
              <a:rect b="b" l="l" r="r" t="t"/>
              <a:pathLst>
                <a:path extrusionOk="0" h="437" w="754">
                  <a:moveTo>
                    <a:pt x="22" y="0"/>
                  </a:moveTo>
                  <a:lnTo>
                    <a:pt x="1" y="35"/>
                  </a:lnTo>
                  <a:lnTo>
                    <a:pt x="731" y="436"/>
                  </a:lnTo>
                  <a:lnTo>
                    <a:pt x="753" y="401"/>
                  </a:lnTo>
                  <a:lnTo>
                    <a:pt x="2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9"/>
            <p:cNvSpPr/>
            <p:nvPr/>
          </p:nvSpPr>
          <p:spPr>
            <a:xfrm>
              <a:off x="6785775" y="2719700"/>
              <a:ext cx="24975" cy="9625"/>
            </a:xfrm>
            <a:custGeom>
              <a:rect b="b" l="l" r="r" t="t"/>
              <a:pathLst>
                <a:path extrusionOk="0" h="385" w="999">
                  <a:moveTo>
                    <a:pt x="986" y="1"/>
                  </a:moveTo>
                  <a:lnTo>
                    <a:pt x="1" y="344"/>
                  </a:lnTo>
                  <a:lnTo>
                    <a:pt x="14" y="385"/>
                  </a:lnTo>
                  <a:lnTo>
                    <a:pt x="998" y="37"/>
                  </a:lnTo>
                  <a:lnTo>
                    <a:pt x="98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9"/>
            <p:cNvSpPr/>
            <p:nvPr/>
          </p:nvSpPr>
          <p:spPr>
            <a:xfrm>
              <a:off x="6789900" y="2719700"/>
              <a:ext cx="17725" cy="12400"/>
            </a:xfrm>
            <a:custGeom>
              <a:rect b="b" l="l" r="r" t="t"/>
              <a:pathLst>
                <a:path extrusionOk="0" h="496" w="709">
                  <a:moveTo>
                    <a:pt x="23" y="1"/>
                  </a:moveTo>
                  <a:lnTo>
                    <a:pt x="0" y="37"/>
                  </a:lnTo>
                  <a:lnTo>
                    <a:pt x="687" y="496"/>
                  </a:lnTo>
                  <a:lnTo>
                    <a:pt x="708" y="465"/>
                  </a:lnTo>
                  <a:lnTo>
                    <a:pt x="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9"/>
            <p:cNvSpPr/>
            <p:nvPr/>
          </p:nvSpPr>
          <p:spPr>
            <a:xfrm>
              <a:off x="6694550" y="1820600"/>
              <a:ext cx="96250" cy="220450"/>
            </a:xfrm>
            <a:custGeom>
              <a:rect b="b" l="l" r="r" t="t"/>
              <a:pathLst>
                <a:path extrusionOk="0" h="8818" w="3850">
                  <a:moveTo>
                    <a:pt x="2732" y="0"/>
                  </a:moveTo>
                  <a:cubicBezTo>
                    <a:pt x="2166" y="0"/>
                    <a:pt x="1720" y="724"/>
                    <a:pt x="1658" y="958"/>
                  </a:cubicBezTo>
                  <a:cubicBezTo>
                    <a:pt x="1658" y="958"/>
                    <a:pt x="0" y="7049"/>
                    <a:pt x="179" y="8145"/>
                  </a:cubicBezTo>
                  <a:cubicBezTo>
                    <a:pt x="257" y="8626"/>
                    <a:pt x="539" y="8817"/>
                    <a:pt x="862" y="8817"/>
                  </a:cubicBezTo>
                  <a:cubicBezTo>
                    <a:pt x="1279" y="8817"/>
                    <a:pt x="1764" y="8498"/>
                    <a:pt x="1966" y="8069"/>
                  </a:cubicBezTo>
                  <a:cubicBezTo>
                    <a:pt x="2322" y="7307"/>
                    <a:pt x="3726" y="2184"/>
                    <a:pt x="3707" y="1804"/>
                  </a:cubicBezTo>
                  <a:cubicBezTo>
                    <a:pt x="3694" y="1426"/>
                    <a:pt x="3850" y="570"/>
                    <a:pt x="3115" y="116"/>
                  </a:cubicBezTo>
                  <a:cubicBezTo>
                    <a:pt x="2983" y="35"/>
                    <a:pt x="2855" y="0"/>
                    <a:pt x="2732" y="0"/>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9"/>
            <p:cNvSpPr/>
            <p:nvPr/>
          </p:nvSpPr>
          <p:spPr>
            <a:xfrm>
              <a:off x="6723275" y="1839250"/>
              <a:ext cx="69775" cy="103225"/>
            </a:xfrm>
            <a:custGeom>
              <a:rect b="b" l="l" r="r" t="t"/>
              <a:pathLst>
                <a:path extrusionOk="0" h="4129" w="2791">
                  <a:moveTo>
                    <a:pt x="1283" y="1"/>
                  </a:moveTo>
                  <a:cubicBezTo>
                    <a:pt x="825" y="1"/>
                    <a:pt x="452" y="348"/>
                    <a:pt x="313" y="711"/>
                  </a:cubicBezTo>
                  <a:cubicBezTo>
                    <a:pt x="103" y="1255"/>
                    <a:pt x="1" y="2057"/>
                    <a:pt x="1" y="2057"/>
                  </a:cubicBezTo>
                  <a:lnTo>
                    <a:pt x="1752" y="4128"/>
                  </a:lnTo>
                  <a:lnTo>
                    <a:pt x="2349" y="1954"/>
                  </a:lnTo>
                  <a:cubicBezTo>
                    <a:pt x="2349" y="1954"/>
                    <a:pt x="2791" y="974"/>
                    <a:pt x="2028" y="315"/>
                  </a:cubicBezTo>
                  <a:cubicBezTo>
                    <a:pt x="1771" y="91"/>
                    <a:pt x="1516" y="1"/>
                    <a:pt x="1283"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9"/>
            <p:cNvSpPr/>
            <p:nvPr/>
          </p:nvSpPr>
          <p:spPr>
            <a:xfrm>
              <a:off x="6719150" y="1794425"/>
              <a:ext cx="81575" cy="143825"/>
            </a:xfrm>
            <a:custGeom>
              <a:rect b="b" l="l" r="r" t="t"/>
              <a:pathLst>
                <a:path extrusionOk="0" h="5753" w="3263">
                  <a:moveTo>
                    <a:pt x="2193" y="0"/>
                  </a:moveTo>
                  <a:cubicBezTo>
                    <a:pt x="2193" y="0"/>
                    <a:pt x="865" y="40"/>
                    <a:pt x="433" y="1007"/>
                  </a:cubicBezTo>
                  <a:lnTo>
                    <a:pt x="1" y="1979"/>
                  </a:lnTo>
                  <a:lnTo>
                    <a:pt x="2064" y="5752"/>
                  </a:lnTo>
                  <a:cubicBezTo>
                    <a:pt x="2064" y="5752"/>
                    <a:pt x="2995" y="2820"/>
                    <a:pt x="3044" y="2041"/>
                  </a:cubicBezTo>
                  <a:cubicBezTo>
                    <a:pt x="3098" y="1261"/>
                    <a:pt x="3262" y="513"/>
                    <a:pt x="2193"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59"/>
            <p:cNvSpPr/>
            <p:nvPr/>
          </p:nvSpPr>
          <p:spPr>
            <a:xfrm>
              <a:off x="6567900" y="1863700"/>
              <a:ext cx="174100" cy="177400"/>
            </a:xfrm>
            <a:custGeom>
              <a:rect b="b" l="l" r="r" t="t"/>
              <a:pathLst>
                <a:path extrusionOk="0" h="7096" w="6964">
                  <a:moveTo>
                    <a:pt x="338" y="0"/>
                  </a:moveTo>
                  <a:cubicBezTo>
                    <a:pt x="132" y="0"/>
                    <a:pt x="1" y="199"/>
                    <a:pt x="250" y="718"/>
                  </a:cubicBezTo>
                  <a:cubicBezTo>
                    <a:pt x="624" y="1511"/>
                    <a:pt x="4496" y="6866"/>
                    <a:pt x="5734" y="7072"/>
                  </a:cubicBezTo>
                  <a:cubicBezTo>
                    <a:pt x="5834" y="7088"/>
                    <a:pt x="5925" y="7096"/>
                    <a:pt x="6008" y="7096"/>
                  </a:cubicBezTo>
                  <a:cubicBezTo>
                    <a:pt x="6964" y="7096"/>
                    <a:pt x="6892" y="6072"/>
                    <a:pt x="6514" y="5441"/>
                  </a:cubicBezTo>
                  <a:cubicBezTo>
                    <a:pt x="6100" y="4750"/>
                    <a:pt x="678" y="143"/>
                    <a:pt x="678" y="143"/>
                  </a:cubicBezTo>
                  <a:cubicBezTo>
                    <a:pt x="573" y="54"/>
                    <a:pt x="446" y="0"/>
                    <a:pt x="338" y="0"/>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59"/>
            <p:cNvSpPr/>
            <p:nvPr/>
          </p:nvSpPr>
          <p:spPr>
            <a:xfrm>
              <a:off x="6543075" y="1820325"/>
              <a:ext cx="40800" cy="57550"/>
            </a:xfrm>
            <a:custGeom>
              <a:rect b="b" l="l" r="r" t="t"/>
              <a:pathLst>
                <a:path extrusionOk="0" h="2302" w="1632">
                  <a:moveTo>
                    <a:pt x="19" y="1"/>
                  </a:moveTo>
                  <a:cubicBezTo>
                    <a:pt x="16" y="1"/>
                    <a:pt x="14" y="3"/>
                    <a:pt x="13" y="7"/>
                  </a:cubicBezTo>
                  <a:cubicBezTo>
                    <a:pt x="0" y="136"/>
                    <a:pt x="494" y="880"/>
                    <a:pt x="494" y="880"/>
                  </a:cubicBezTo>
                  <a:cubicBezTo>
                    <a:pt x="494" y="880"/>
                    <a:pt x="75" y="1250"/>
                    <a:pt x="62" y="1420"/>
                  </a:cubicBezTo>
                  <a:cubicBezTo>
                    <a:pt x="44" y="1584"/>
                    <a:pt x="1230" y="2302"/>
                    <a:pt x="1230" y="2302"/>
                  </a:cubicBezTo>
                  <a:lnTo>
                    <a:pt x="1631" y="1847"/>
                  </a:lnTo>
                  <a:cubicBezTo>
                    <a:pt x="1631" y="1847"/>
                    <a:pt x="127" y="1"/>
                    <a:pt x="19" y="1"/>
                  </a:cubicBezTo>
                  <a:close/>
                </a:path>
              </a:pathLst>
            </a:custGeom>
            <a:solidFill>
              <a:srgbClr val="FF2E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9"/>
            <p:cNvSpPr/>
            <p:nvPr/>
          </p:nvSpPr>
          <p:spPr>
            <a:xfrm>
              <a:off x="6783425" y="1792075"/>
              <a:ext cx="108650" cy="43900"/>
            </a:xfrm>
            <a:custGeom>
              <a:rect b="b" l="l" r="r" t="t"/>
              <a:pathLst>
                <a:path extrusionOk="0" h="1756" w="4346">
                  <a:moveTo>
                    <a:pt x="700" y="0"/>
                  </a:moveTo>
                  <a:cubicBezTo>
                    <a:pt x="469" y="0"/>
                    <a:pt x="222" y="8"/>
                    <a:pt x="1" y="31"/>
                  </a:cubicBezTo>
                  <a:cubicBezTo>
                    <a:pt x="375" y="780"/>
                    <a:pt x="1035" y="1404"/>
                    <a:pt x="1779" y="1662"/>
                  </a:cubicBezTo>
                  <a:cubicBezTo>
                    <a:pt x="1956" y="1726"/>
                    <a:pt x="2132" y="1756"/>
                    <a:pt x="2303" y="1756"/>
                  </a:cubicBezTo>
                  <a:cubicBezTo>
                    <a:pt x="3167" y="1756"/>
                    <a:pt x="3928" y="1007"/>
                    <a:pt x="4345" y="214"/>
                  </a:cubicBezTo>
                  <a:cubicBezTo>
                    <a:pt x="3574" y="126"/>
                    <a:pt x="2585" y="19"/>
                    <a:pt x="2585" y="19"/>
                  </a:cubicBezTo>
                  <a:lnTo>
                    <a:pt x="1561" y="31"/>
                  </a:lnTo>
                  <a:cubicBezTo>
                    <a:pt x="1561" y="31"/>
                    <a:pt x="1162" y="0"/>
                    <a:pt x="70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9"/>
            <p:cNvSpPr/>
            <p:nvPr/>
          </p:nvSpPr>
          <p:spPr>
            <a:xfrm>
              <a:off x="6744225" y="1792850"/>
              <a:ext cx="189050" cy="208325"/>
            </a:xfrm>
            <a:custGeom>
              <a:rect b="b" l="l" r="r" t="t"/>
              <a:pathLst>
                <a:path extrusionOk="0" h="8333" w="7562">
                  <a:moveTo>
                    <a:pt x="1569" y="0"/>
                  </a:moveTo>
                  <a:cubicBezTo>
                    <a:pt x="1288" y="27"/>
                    <a:pt x="1052" y="81"/>
                    <a:pt x="937" y="175"/>
                  </a:cubicBezTo>
                  <a:cubicBezTo>
                    <a:pt x="548" y="491"/>
                    <a:pt x="1" y="2282"/>
                    <a:pt x="785" y="4029"/>
                  </a:cubicBezTo>
                  <a:cubicBezTo>
                    <a:pt x="1573" y="5775"/>
                    <a:pt x="2001" y="7117"/>
                    <a:pt x="2041" y="7673"/>
                  </a:cubicBezTo>
                  <a:cubicBezTo>
                    <a:pt x="2081" y="8226"/>
                    <a:pt x="2175" y="8333"/>
                    <a:pt x="2175" y="8333"/>
                  </a:cubicBezTo>
                  <a:lnTo>
                    <a:pt x="5597" y="8186"/>
                  </a:lnTo>
                  <a:cubicBezTo>
                    <a:pt x="5597" y="8186"/>
                    <a:pt x="6043" y="5561"/>
                    <a:pt x="6305" y="4991"/>
                  </a:cubicBezTo>
                  <a:cubicBezTo>
                    <a:pt x="6568" y="4425"/>
                    <a:pt x="7415" y="2826"/>
                    <a:pt x="7490" y="1952"/>
                  </a:cubicBezTo>
                  <a:cubicBezTo>
                    <a:pt x="7561" y="1084"/>
                    <a:pt x="7223" y="353"/>
                    <a:pt x="6599" y="268"/>
                  </a:cubicBezTo>
                  <a:cubicBezTo>
                    <a:pt x="6434" y="246"/>
                    <a:pt x="6185" y="214"/>
                    <a:pt x="5913" y="183"/>
                  </a:cubicBezTo>
                  <a:cubicBezTo>
                    <a:pt x="5496" y="976"/>
                    <a:pt x="4735" y="1725"/>
                    <a:pt x="3871" y="1725"/>
                  </a:cubicBezTo>
                  <a:cubicBezTo>
                    <a:pt x="3700" y="1725"/>
                    <a:pt x="3524" y="1695"/>
                    <a:pt x="3347" y="1631"/>
                  </a:cubicBezTo>
                  <a:cubicBezTo>
                    <a:pt x="2603" y="1373"/>
                    <a:pt x="1943" y="749"/>
                    <a:pt x="1569"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9"/>
            <p:cNvSpPr/>
            <p:nvPr/>
          </p:nvSpPr>
          <p:spPr>
            <a:xfrm>
              <a:off x="6753600" y="1855575"/>
              <a:ext cx="42325" cy="129100"/>
            </a:xfrm>
            <a:custGeom>
              <a:rect b="b" l="l" r="r" t="t"/>
              <a:pathLst>
                <a:path extrusionOk="0" h="5164" w="1693">
                  <a:moveTo>
                    <a:pt x="0" y="0"/>
                  </a:moveTo>
                  <a:cubicBezTo>
                    <a:pt x="0" y="10"/>
                    <a:pt x="9" y="838"/>
                    <a:pt x="468" y="1707"/>
                  </a:cubicBezTo>
                  <a:cubicBezTo>
                    <a:pt x="926" y="2571"/>
                    <a:pt x="1609" y="4501"/>
                    <a:pt x="1644" y="5164"/>
                  </a:cubicBezTo>
                  <a:lnTo>
                    <a:pt x="1693" y="5159"/>
                  </a:lnTo>
                  <a:cubicBezTo>
                    <a:pt x="1658" y="4495"/>
                    <a:pt x="971" y="2549"/>
                    <a:pt x="512" y="1684"/>
                  </a:cubicBezTo>
                  <a:cubicBezTo>
                    <a:pt x="58" y="824"/>
                    <a:pt x="48" y="10"/>
                    <a:pt x="4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9"/>
            <p:cNvSpPr/>
            <p:nvPr/>
          </p:nvSpPr>
          <p:spPr>
            <a:xfrm>
              <a:off x="6884900" y="1815450"/>
              <a:ext cx="27500" cy="18400"/>
            </a:xfrm>
            <a:custGeom>
              <a:rect b="b" l="l" r="r" t="t"/>
              <a:pathLst>
                <a:path extrusionOk="0" h="736" w="1100">
                  <a:moveTo>
                    <a:pt x="744" y="0"/>
                  </a:moveTo>
                  <a:cubicBezTo>
                    <a:pt x="658" y="0"/>
                    <a:pt x="580" y="33"/>
                    <a:pt x="527" y="126"/>
                  </a:cubicBezTo>
                  <a:cubicBezTo>
                    <a:pt x="473" y="219"/>
                    <a:pt x="500" y="305"/>
                    <a:pt x="486" y="398"/>
                  </a:cubicBezTo>
                  <a:cubicBezTo>
                    <a:pt x="473" y="487"/>
                    <a:pt x="459" y="545"/>
                    <a:pt x="357" y="572"/>
                  </a:cubicBezTo>
                  <a:cubicBezTo>
                    <a:pt x="318" y="585"/>
                    <a:pt x="273" y="589"/>
                    <a:pt x="229" y="589"/>
                  </a:cubicBezTo>
                  <a:cubicBezTo>
                    <a:pt x="182" y="589"/>
                    <a:pt x="136" y="585"/>
                    <a:pt x="95" y="585"/>
                  </a:cubicBezTo>
                  <a:cubicBezTo>
                    <a:pt x="93" y="585"/>
                    <a:pt x="92" y="585"/>
                    <a:pt x="91" y="585"/>
                  </a:cubicBezTo>
                  <a:cubicBezTo>
                    <a:pt x="1" y="585"/>
                    <a:pt x="2" y="727"/>
                    <a:pt x="95" y="732"/>
                  </a:cubicBezTo>
                  <a:cubicBezTo>
                    <a:pt x="130" y="733"/>
                    <a:pt x="170" y="735"/>
                    <a:pt x="212" y="735"/>
                  </a:cubicBezTo>
                  <a:cubicBezTo>
                    <a:pt x="345" y="735"/>
                    <a:pt x="498" y="720"/>
                    <a:pt x="576" y="626"/>
                  </a:cubicBezTo>
                  <a:cubicBezTo>
                    <a:pt x="624" y="567"/>
                    <a:pt x="634" y="496"/>
                    <a:pt x="634" y="420"/>
                  </a:cubicBezTo>
                  <a:cubicBezTo>
                    <a:pt x="634" y="375"/>
                    <a:pt x="624" y="331"/>
                    <a:pt x="634" y="287"/>
                  </a:cubicBezTo>
                  <a:cubicBezTo>
                    <a:pt x="654" y="186"/>
                    <a:pt x="705" y="152"/>
                    <a:pt x="767" y="152"/>
                  </a:cubicBezTo>
                  <a:cubicBezTo>
                    <a:pt x="825" y="152"/>
                    <a:pt x="894" y="183"/>
                    <a:pt x="955" y="215"/>
                  </a:cubicBezTo>
                  <a:cubicBezTo>
                    <a:pt x="967" y="221"/>
                    <a:pt x="979" y="224"/>
                    <a:pt x="990" y="224"/>
                  </a:cubicBezTo>
                  <a:cubicBezTo>
                    <a:pt x="1057" y="224"/>
                    <a:pt x="1099" y="124"/>
                    <a:pt x="1031" y="86"/>
                  </a:cubicBezTo>
                  <a:cubicBezTo>
                    <a:pt x="943" y="41"/>
                    <a:pt x="839" y="0"/>
                    <a:pt x="744"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9"/>
            <p:cNvSpPr/>
            <p:nvPr/>
          </p:nvSpPr>
          <p:spPr>
            <a:xfrm>
              <a:off x="6821200" y="1707700"/>
              <a:ext cx="43475" cy="101225"/>
            </a:xfrm>
            <a:custGeom>
              <a:rect b="b" l="l" r="r" t="t"/>
              <a:pathLst>
                <a:path extrusionOk="0" h="4049" w="1739">
                  <a:moveTo>
                    <a:pt x="1170" y="0"/>
                  </a:moveTo>
                  <a:cubicBezTo>
                    <a:pt x="583" y="0"/>
                    <a:pt x="445" y="733"/>
                    <a:pt x="445" y="733"/>
                  </a:cubicBezTo>
                  <a:lnTo>
                    <a:pt x="1" y="3741"/>
                  </a:lnTo>
                  <a:cubicBezTo>
                    <a:pt x="1" y="3741"/>
                    <a:pt x="315" y="4048"/>
                    <a:pt x="768" y="4048"/>
                  </a:cubicBezTo>
                  <a:cubicBezTo>
                    <a:pt x="799" y="4048"/>
                    <a:pt x="832" y="4047"/>
                    <a:pt x="865" y="4044"/>
                  </a:cubicBezTo>
                  <a:cubicBezTo>
                    <a:pt x="1372" y="4000"/>
                    <a:pt x="1738" y="3669"/>
                    <a:pt x="1738" y="3669"/>
                  </a:cubicBezTo>
                  <a:lnTo>
                    <a:pt x="1444" y="48"/>
                  </a:lnTo>
                  <a:cubicBezTo>
                    <a:pt x="1343" y="15"/>
                    <a:pt x="1252" y="0"/>
                    <a:pt x="117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9"/>
            <p:cNvSpPr/>
            <p:nvPr/>
          </p:nvSpPr>
          <p:spPr>
            <a:xfrm>
              <a:off x="6829900" y="1705950"/>
              <a:ext cx="25675" cy="36475"/>
            </a:xfrm>
            <a:custGeom>
              <a:rect b="b" l="l" r="r" t="t"/>
              <a:pathLst>
                <a:path extrusionOk="0" h="1459" w="1027">
                  <a:moveTo>
                    <a:pt x="649" y="1"/>
                  </a:moveTo>
                  <a:cubicBezTo>
                    <a:pt x="641" y="1"/>
                    <a:pt x="632" y="1"/>
                    <a:pt x="624" y="1"/>
                  </a:cubicBezTo>
                  <a:cubicBezTo>
                    <a:pt x="223" y="19"/>
                    <a:pt x="103" y="652"/>
                    <a:pt x="103" y="652"/>
                  </a:cubicBezTo>
                  <a:lnTo>
                    <a:pt x="0" y="1459"/>
                  </a:lnTo>
                  <a:cubicBezTo>
                    <a:pt x="374" y="1405"/>
                    <a:pt x="980" y="278"/>
                    <a:pt x="980" y="278"/>
                  </a:cubicBezTo>
                  <a:cubicBezTo>
                    <a:pt x="980" y="278"/>
                    <a:pt x="1027" y="1"/>
                    <a:pt x="649"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9"/>
            <p:cNvSpPr/>
            <p:nvPr/>
          </p:nvSpPr>
          <p:spPr>
            <a:xfrm>
              <a:off x="6813950" y="1717775"/>
              <a:ext cx="18525" cy="26875"/>
            </a:xfrm>
            <a:custGeom>
              <a:rect b="b" l="l" r="r" t="t"/>
              <a:pathLst>
                <a:path extrusionOk="0" h="1075" w="741">
                  <a:moveTo>
                    <a:pt x="134" y="1"/>
                  </a:moveTo>
                  <a:lnTo>
                    <a:pt x="63" y="402"/>
                  </a:lnTo>
                  <a:cubicBezTo>
                    <a:pt x="1" y="754"/>
                    <a:pt x="272" y="1074"/>
                    <a:pt x="624" y="1074"/>
                  </a:cubicBezTo>
                  <a:lnTo>
                    <a:pt x="741" y="148"/>
                  </a:lnTo>
                  <a:lnTo>
                    <a:pt x="134" y="1"/>
                  </a:lnTo>
                  <a:close/>
                </a:path>
              </a:pathLst>
            </a:custGeom>
            <a:solidFill>
              <a:srgbClr val="4918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9"/>
            <p:cNvSpPr/>
            <p:nvPr/>
          </p:nvSpPr>
          <p:spPr>
            <a:xfrm>
              <a:off x="6790450" y="1645500"/>
              <a:ext cx="80225" cy="83950"/>
            </a:xfrm>
            <a:custGeom>
              <a:rect b="b" l="l" r="r" t="t"/>
              <a:pathLst>
                <a:path extrusionOk="0" h="3358" w="3209">
                  <a:moveTo>
                    <a:pt x="1655" y="1"/>
                  </a:moveTo>
                  <a:cubicBezTo>
                    <a:pt x="1436" y="1"/>
                    <a:pt x="1200" y="29"/>
                    <a:pt x="968" y="72"/>
                  </a:cubicBezTo>
                  <a:cubicBezTo>
                    <a:pt x="174" y="218"/>
                    <a:pt x="201" y="1559"/>
                    <a:pt x="104" y="2166"/>
                  </a:cubicBezTo>
                  <a:cubicBezTo>
                    <a:pt x="1" y="2767"/>
                    <a:pt x="23" y="3194"/>
                    <a:pt x="339" y="3319"/>
                  </a:cubicBezTo>
                  <a:cubicBezTo>
                    <a:pt x="409" y="3347"/>
                    <a:pt x="512" y="3358"/>
                    <a:pt x="631" y="3358"/>
                  </a:cubicBezTo>
                  <a:cubicBezTo>
                    <a:pt x="1055" y="3358"/>
                    <a:pt x="1675" y="3221"/>
                    <a:pt x="1675" y="3221"/>
                  </a:cubicBezTo>
                  <a:cubicBezTo>
                    <a:pt x="2384" y="3048"/>
                    <a:pt x="2674" y="2536"/>
                    <a:pt x="2674" y="2536"/>
                  </a:cubicBezTo>
                  <a:cubicBezTo>
                    <a:pt x="2674" y="2536"/>
                    <a:pt x="2741" y="2611"/>
                    <a:pt x="2851" y="2611"/>
                  </a:cubicBezTo>
                  <a:cubicBezTo>
                    <a:pt x="2897" y="2611"/>
                    <a:pt x="2949" y="2599"/>
                    <a:pt x="3008" y="2562"/>
                  </a:cubicBezTo>
                  <a:cubicBezTo>
                    <a:pt x="3209" y="2442"/>
                    <a:pt x="3205" y="1853"/>
                    <a:pt x="3017" y="1724"/>
                  </a:cubicBezTo>
                  <a:cubicBezTo>
                    <a:pt x="2972" y="1693"/>
                    <a:pt x="2930" y="1681"/>
                    <a:pt x="2892" y="1681"/>
                  </a:cubicBezTo>
                  <a:cubicBezTo>
                    <a:pt x="2775" y="1681"/>
                    <a:pt x="2701" y="1796"/>
                    <a:pt x="2701" y="1796"/>
                  </a:cubicBezTo>
                  <a:cubicBezTo>
                    <a:pt x="2701" y="1796"/>
                    <a:pt x="2697" y="1435"/>
                    <a:pt x="2652" y="695"/>
                  </a:cubicBezTo>
                  <a:cubicBezTo>
                    <a:pt x="2620" y="168"/>
                    <a:pt x="2188" y="1"/>
                    <a:pt x="1655"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9"/>
            <p:cNvSpPr/>
            <p:nvPr/>
          </p:nvSpPr>
          <p:spPr>
            <a:xfrm>
              <a:off x="6825200" y="1677750"/>
              <a:ext cx="16500" cy="9125"/>
            </a:xfrm>
            <a:custGeom>
              <a:rect b="b" l="l" r="r" t="t"/>
              <a:pathLst>
                <a:path extrusionOk="0" h="365" w="660">
                  <a:moveTo>
                    <a:pt x="349" y="1"/>
                  </a:moveTo>
                  <a:cubicBezTo>
                    <a:pt x="87" y="1"/>
                    <a:pt x="1" y="323"/>
                    <a:pt x="1" y="323"/>
                  </a:cubicBezTo>
                  <a:cubicBezTo>
                    <a:pt x="82" y="353"/>
                    <a:pt x="162" y="364"/>
                    <a:pt x="238" y="364"/>
                  </a:cubicBezTo>
                  <a:cubicBezTo>
                    <a:pt x="467" y="364"/>
                    <a:pt x="651" y="261"/>
                    <a:pt x="651" y="261"/>
                  </a:cubicBezTo>
                  <a:cubicBezTo>
                    <a:pt x="651" y="261"/>
                    <a:pt x="660" y="29"/>
                    <a:pt x="379" y="2"/>
                  </a:cubicBezTo>
                  <a:cubicBezTo>
                    <a:pt x="369" y="1"/>
                    <a:pt x="359" y="1"/>
                    <a:pt x="3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9"/>
            <p:cNvSpPr/>
            <p:nvPr/>
          </p:nvSpPr>
          <p:spPr>
            <a:xfrm>
              <a:off x="6799575" y="1674275"/>
              <a:ext cx="11625" cy="10325"/>
            </a:xfrm>
            <a:custGeom>
              <a:rect b="b" l="l" r="r" t="t"/>
              <a:pathLst>
                <a:path extrusionOk="0" h="413" w="465">
                  <a:moveTo>
                    <a:pt x="166" y="0"/>
                  </a:moveTo>
                  <a:cubicBezTo>
                    <a:pt x="20" y="0"/>
                    <a:pt x="0" y="199"/>
                    <a:pt x="0" y="199"/>
                  </a:cubicBezTo>
                  <a:cubicBezTo>
                    <a:pt x="50" y="355"/>
                    <a:pt x="370" y="413"/>
                    <a:pt x="370" y="413"/>
                  </a:cubicBezTo>
                  <a:cubicBezTo>
                    <a:pt x="370" y="413"/>
                    <a:pt x="465" y="106"/>
                    <a:pt x="246" y="17"/>
                  </a:cubicBezTo>
                  <a:cubicBezTo>
                    <a:pt x="216" y="5"/>
                    <a:pt x="190" y="0"/>
                    <a:pt x="16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9"/>
            <p:cNvSpPr/>
            <p:nvPr/>
          </p:nvSpPr>
          <p:spPr>
            <a:xfrm>
              <a:off x="6825200" y="1677050"/>
              <a:ext cx="16825" cy="8775"/>
            </a:xfrm>
            <a:custGeom>
              <a:rect b="b" l="l" r="r" t="t"/>
              <a:pathLst>
                <a:path extrusionOk="0" h="351" w="673">
                  <a:moveTo>
                    <a:pt x="359" y="0"/>
                  </a:moveTo>
                  <a:cubicBezTo>
                    <a:pt x="344" y="0"/>
                    <a:pt x="328" y="1"/>
                    <a:pt x="312" y="3"/>
                  </a:cubicBezTo>
                  <a:cubicBezTo>
                    <a:pt x="67" y="34"/>
                    <a:pt x="1" y="351"/>
                    <a:pt x="1" y="351"/>
                  </a:cubicBezTo>
                  <a:cubicBezTo>
                    <a:pt x="1" y="351"/>
                    <a:pt x="122" y="47"/>
                    <a:pt x="342" y="47"/>
                  </a:cubicBezTo>
                  <a:cubicBezTo>
                    <a:pt x="350" y="47"/>
                    <a:pt x="358" y="47"/>
                    <a:pt x="366" y="48"/>
                  </a:cubicBezTo>
                  <a:cubicBezTo>
                    <a:pt x="606" y="71"/>
                    <a:pt x="651" y="289"/>
                    <a:pt x="651" y="289"/>
                  </a:cubicBezTo>
                  <a:lnTo>
                    <a:pt x="665" y="289"/>
                  </a:lnTo>
                  <a:cubicBezTo>
                    <a:pt x="673" y="193"/>
                    <a:pt x="573" y="0"/>
                    <a:pt x="35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9"/>
            <p:cNvSpPr/>
            <p:nvPr/>
          </p:nvSpPr>
          <p:spPr>
            <a:xfrm>
              <a:off x="6799575" y="1673650"/>
              <a:ext cx="10950" cy="10950"/>
            </a:xfrm>
            <a:custGeom>
              <a:rect b="b" l="l" r="r" t="t"/>
              <a:pathLst>
                <a:path extrusionOk="0" h="438" w="438">
                  <a:moveTo>
                    <a:pt x="176" y="1"/>
                  </a:moveTo>
                  <a:cubicBezTo>
                    <a:pt x="22" y="1"/>
                    <a:pt x="0" y="224"/>
                    <a:pt x="0" y="224"/>
                  </a:cubicBezTo>
                  <a:cubicBezTo>
                    <a:pt x="0" y="224"/>
                    <a:pt x="58" y="32"/>
                    <a:pt x="170" y="32"/>
                  </a:cubicBezTo>
                  <a:cubicBezTo>
                    <a:pt x="198" y="32"/>
                    <a:pt x="229" y="44"/>
                    <a:pt x="264" y="73"/>
                  </a:cubicBezTo>
                  <a:cubicBezTo>
                    <a:pt x="434" y="215"/>
                    <a:pt x="370" y="438"/>
                    <a:pt x="370" y="438"/>
                  </a:cubicBezTo>
                  <a:cubicBezTo>
                    <a:pt x="420" y="322"/>
                    <a:pt x="438" y="73"/>
                    <a:pt x="233" y="10"/>
                  </a:cubicBezTo>
                  <a:cubicBezTo>
                    <a:pt x="212" y="4"/>
                    <a:pt x="193" y="1"/>
                    <a:pt x="17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59"/>
            <p:cNvSpPr/>
            <p:nvPr/>
          </p:nvSpPr>
          <p:spPr>
            <a:xfrm>
              <a:off x="6830100" y="1677900"/>
              <a:ext cx="5375" cy="7300"/>
            </a:xfrm>
            <a:custGeom>
              <a:rect b="b" l="l" r="r" t="t"/>
              <a:pathLst>
                <a:path extrusionOk="0" h="292" w="215">
                  <a:moveTo>
                    <a:pt x="125" y="0"/>
                  </a:moveTo>
                  <a:cubicBezTo>
                    <a:pt x="77" y="0"/>
                    <a:pt x="27" y="56"/>
                    <a:pt x="15" y="130"/>
                  </a:cubicBezTo>
                  <a:cubicBezTo>
                    <a:pt x="1" y="210"/>
                    <a:pt x="36" y="282"/>
                    <a:pt x="85" y="290"/>
                  </a:cubicBezTo>
                  <a:cubicBezTo>
                    <a:pt x="89" y="291"/>
                    <a:pt x="93" y="291"/>
                    <a:pt x="97" y="291"/>
                  </a:cubicBezTo>
                  <a:cubicBezTo>
                    <a:pt x="146" y="291"/>
                    <a:pt x="193" y="235"/>
                    <a:pt x="202" y="161"/>
                  </a:cubicBezTo>
                  <a:cubicBezTo>
                    <a:pt x="215" y="81"/>
                    <a:pt x="183" y="10"/>
                    <a:pt x="130" y="0"/>
                  </a:cubicBezTo>
                  <a:cubicBezTo>
                    <a:pt x="128" y="0"/>
                    <a:pt x="127" y="0"/>
                    <a:pt x="12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9"/>
            <p:cNvSpPr/>
            <p:nvPr/>
          </p:nvSpPr>
          <p:spPr>
            <a:xfrm>
              <a:off x="6802925" y="1675225"/>
              <a:ext cx="5350" cy="7300"/>
            </a:xfrm>
            <a:custGeom>
              <a:rect b="b" l="l" r="r" t="t"/>
              <a:pathLst>
                <a:path extrusionOk="0" h="292" w="214">
                  <a:moveTo>
                    <a:pt x="124" y="0"/>
                  </a:moveTo>
                  <a:cubicBezTo>
                    <a:pt x="73" y="0"/>
                    <a:pt x="26" y="57"/>
                    <a:pt x="14" y="130"/>
                  </a:cubicBezTo>
                  <a:cubicBezTo>
                    <a:pt x="0" y="210"/>
                    <a:pt x="32" y="282"/>
                    <a:pt x="86" y="290"/>
                  </a:cubicBezTo>
                  <a:cubicBezTo>
                    <a:pt x="90" y="291"/>
                    <a:pt x="93" y="291"/>
                    <a:pt x="97" y="291"/>
                  </a:cubicBezTo>
                  <a:cubicBezTo>
                    <a:pt x="146" y="291"/>
                    <a:pt x="188" y="235"/>
                    <a:pt x="201" y="161"/>
                  </a:cubicBezTo>
                  <a:cubicBezTo>
                    <a:pt x="214" y="81"/>
                    <a:pt x="183" y="10"/>
                    <a:pt x="130" y="0"/>
                  </a:cubicBezTo>
                  <a:cubicBezTo>
                    <a:pt x="128" y="0"/>
                    <a:pt x="126" y="0"/>
                    <a:pt x="12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9"/>
            <p:cNvSpPr/>
            <p:nvPr/>
          </p:nvSpPr>
          <p:spPr>
            <a:xfrm>
              <a:off x="6807825" y="1681125"/>
              <a:ext cx="10275" cy="18575"/>
            </a:xfrm>
            <a:custGeom>
              <a:rect b="b" l="l" r="r" t="t"/>
              <a:pathLst>
                <a:path extrusionOk="0" h="743" w="411">
                  <a:moveTo>
                    <a:pt x="371" y="1"/>
                  </a:moveTo>
                  <a:cubicBezTo>
                    <a:pt x="348" y="10"/>
                    <a:pt x="339" y="353"/>
                    <a:pt x="312" y="397"/>
                  </a:cubicBezTo>
                  <a:cubicBezTo>
                    <a:pt x="285" y="442"/>
                    <a:pt x="5" y="455"/>
                    <a:pt x="5" y="459"/>
                  </a:cubicBezTo>
                  <a:cubicBezTo>
                    <a:pt x="1" y="469"/>
                    <a:pt x="268" y="732"/>
                    <a:pt x="299" y="741"/>
                  </a:cubicBezTo>
                  <a:cubicBezTo>
                    <a:pt x="303" y="742"/>
                    <a:pt x="306" y="742"/>
                    <a:pt x="309" y="742"/>
                  </a:cubicBezTo>
                  <a:cubicBezTo>
                    <a:pt x="329" y="742"/>
                    <a:pt x="326" y="718"/>
                    <a:pt x="326" y="718"/>
                  </a:cubicBezTo>
                  <a:lnTo>
                    <a:pt x="59" y="473"/>
                  </a:lnTo>
                  <a:lnTo>
                    <a:pt x="59" y="473"/>
                  </a:lnTo>
                  <a:cubicBezTo>
                    <a:pt x="59" y="473"/>
                    <a:pt x="78" y="474"/>
                    <a:pt x="106" y="474"/>
                  </a:cubicBezTo>
                  <a:cubicBezTo>
                    <a:pt x="166" y="474"/>
                    <a:pt x="266" y="470"/>
                    <a:pt x="326" y="447"/>
                  </a:cubicBezTo>
                  <a:cubicBezTo>
                    <a:pt x="410" y="406"/>
                    <a:pt x="371" y="1"/>
                    <a:pt x="37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9"/>
            <p:cNvSpPr/>
            <p:nvPr/>
          </p:nvSpPr>
          <p:spPr>
            <a:xfrm>
              <a:off x="6806825" y="1704600"/>
              <a:ext cx="16300" cy="4675"/>
            </a:xfrm>
            <a:custGeom>
              <a:rect b="b" l="l" r="r" t="t"/>
              <a:pathLst>
                <a:path extrusionOk="0" h="187" w="652">
                  <a:moveTo>
                    <a:pt x="265" y="0"/>
                  </a:moveTo>
                  <a:cubicBezTo>
                    <a:pt x="189" y="0"/>
                    <a:pt x="100" y="7"/>
                    <a:pt x="0" y="24"/>
                  </a:cubicBezTo>
                  <a:cubicBezTo>
                    <a:pt x="0" y="24"/>
                    <a:pt x="80" y="186"/>
                    <a:pt x="308" y="186"/>
                  </a:cubicBezTo>
                  <a:cubicBezTo>
                    <a:pt x="322" y="186"/>
                    <a:pt x="337" y="186"/>
                    <a:pt x="352" y="185"/>
                  </a:cubicBezTo>
                  <a:cubicBezTo>
                    <a:pt x="615" y="162"/>
                    <a:pt x="651" y="78"/>
                    <a:pt x="651" y="78"/>
                  </a:cubicBezTo>
                  <a:cubicBezTo>
                    <a:pt x="651" y="78"/>
                    <a:pt x="526" y="0"/>
                    <a:pt x="26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9"/>
            <p:cNvSpPr/>
            <p:nvPr/>
          </p:nvSpPr>
          <p:spPr>
            <a:xfrm>
              <a:off x="6808150" y="1706875"/>
              <a:ext cx="14975" cy="5200"/>
            </a:xfrm>
            <a:custGeom>
              <a:rect b="b" l="l" r="r" t="t"/>
              <a:pathLst>
                <a:path extrusionOk="0" h="208" w="599">
                  <a:moveTo>
                    <a:pt x="1" y="0"/>
                  </a:moveTo>
                  <a:cubicBezTo>
                    <a:pt x="1" y="1"/>
                    <a:pt x="5" y="178"/>
                    <a:pt x="260" y="205"/>
                  </a:cubicBezTo>
                  <a:cubicBezTo>
                    <a:pt x="275" y="206"/>
                    <a:pt x="289" y="207"/>
                    <a:pt x="303" y="207"/>
                  </a:cubicBezTo>
                  <a:cubicBezTo>
                    <a:pt x="519" y="207"/>
                    <a:pt x="598" y="23"/>
                    <a:pt x="598" y="23"/>
                  </a:cubicBezTo>
                  <a:lnTo>
                    <a:pt x="598" y="23"/>
                  </a:lnTo>
                  <a:cubicBezTo>
                    <a:pt x="598" y="23"/>
                    <a:pt x="475" y="112"/>
                    <a:pt x="315" y="112"/>
                  </a:cubicBezTo>
                  <a:cubicBezTo>
                    <a:pt x="312" y="112"/>
                    <a:pt x="308" y="112"/>
                    <a:pt x="304" y="112"/>
                  </a:cubicBezTo>
                  <a:cubicBezTo>
                    <a:pt x="139" y="107"/>
                    <a:pt x="1" y="1"/>
                    <a:pt x="1"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9"/>
            <p:cNvSpPr/>
            <p:nvPr/>
          </p:nvSpPr>
          <p:spPr>
            <a:xfrm>
              <a:off x="6803725" y="1701950"/>
              <a:ext cx="23825" cy="7750"/>
            </a:xfrm>
            <a:custGeom>
              <a:rect b="b" l="l" r="r" t="t"/>
              <a:pathLst>
                <a:path extrusionOk="0" h="310" w="953">
                  <a:moveTo>
                    <a:pt x="0" y="1"/>
                  </a:moveTo>
                  <a:cubicBezTo>
                    <a:pt x="0" y="1"/>
                    <a:pt x="159" y="309"/>
                    <a:pt x="463" y="309"/>
                  </a:cubicBezTo>
                  <a:cubicBezTo>
                    <a:pt x="469" y="309"/>
                    <a:pt x="475" y="309"/>
                    <a:pt x="481" y="309"/>
                  </a:cubicBezTo>
                  <a:cubicBezTo>
                    <a:pt x="797" y="300"/>
                    <a:pt x="949" y="64"/>
                    <a:pt x="953" y="27"/>
                  </a:cubicBezTo>
                  <a:lnTo>
                    <a:pt x="953" y="27"/>
                  </a:lnTo>
                  <a:cubicBezTo>
                    <a:pt x="953" y="28"/>
                    <a:pt x="765" y="278"/>
                    <a:pt x="479" y="278"/>
                  </a:cubicBezTo>
                  <a:cubicBezTo>
                    <a:pt x="477" y="278"/>
                    <a:pt x="474" y="278"/>
                    <a:pt x="472" y="278"/>
                  </a:cubicBezTo>
                  <a:cubicBezTo>
                    <a:pt x="187" y="273"/>
                    <a:pt x="0" y="1"/>
                    <a:pt x="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59"/>
            <p:cNvSpPr/>
            <p:nvPr/>
          </p:nvSpPr>
          <p:spPr>
            <a:xfrm>
              <a:off x="6832000" y="1689250"/>
              <a:ext cx="8250" cy="8050"/>
            </a:xfrm>
            <a:custGeom>
              <a:rect b="b" l="l" r="r" t="t"/>
              <a:pathLst>
                <a:path extrusionOk="0" h="322" w="330">
                  <a:moveTo>
                    <a:pt x="164" y="1"/>
                  </a:moveTo>
                  <a:cubicBezTo>
                    <a:pt x="162" y="1"/>
                    <a:pt x="159" y="1"/>
                    <a:pt x="157" y="1"/>
                  </a:cubicBezTo>
                  <a:cubicBezTo>
                    <a:pt x="67" y="6"/>
                    <a:pt x="1" y="81"/>
                    <a:pt x="5" y="171"/>
                  </a:cubicBezTo>
                  <a:cubicBezTo>
                    <a:pt x="9" y="252"/>
                    <a:pt x="80" y="322"/>
                    <a:pt x="161" y="322"/>
                  </a:cubicBezTo>
                  <a:cubicBezTo>
                    <a:pt x="164" y="322"/>
                    <a:pt x="167" y="322"/>
                    <a:pt x="170" y="322"/>
                  </a:cubicBezTo>
                  <a:cubicBezTo>
                    <a:pt x="259" y="317"/>
                    <a:pt x="330" y="241"/>
                    <a:pt x="326" y="153"/>
                  </a:cubicBezTo>
                  <a:cubicBezTo>
                    <a:pt x="321" y="71"/>
                    <a:pt x="250" y="1"/>
                    <a:pt x="164"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9"/>
            <p:cNvSpPr/>
            <p:nvPr/>
          </p:nvSpPr>
          <p:spPr>
            <a:xfrm>
              <a:off x="6798025" y="1686475"/>
              <a:ext cx="8150" cy="8050"/>
            </a:xfrm>
            <a:custGeom>
              <a:rect b="b" l="l" r="r" t="t"/>
              <a:pathLst>
                <a:path extrusionOk="0" h="322" w="326">
                  <a:moveTo>
                    <a:pt x="165" y="0"/>
                  </a:moveTo>
                  <a:cubicBezTo>
                    <a:pt x="162" y="0"/>
                    <a:pt x="159" y="0"/>
                    <a:pt x="157" y="1"/>
                  </a:cubicBezTo>
                  <a:cubicBezTo>
                    <a:pt x="68" y="5"/>
                    <a:pt x="0" y="77"/>
                    <a:pt x="5" y="165"/>
                  </a:cubicBezTo>
                  <a:cubicBezTo>
                    <a:pt x="9" y="255"/>
                    <a:pt x="81" y="321"/>
                    <a:pt x="169" y="321"/>
                  </a:cubicBezTo>
                  <a:cubicBezTo>
                    <a:pt x="259" y="317"/>
                    <a:pt x="326" y="241"/>
                    <a:pt x="321" y="152"/>
                  </a:cubicBezTo>
                  <a:cubicBezTo>
                    <a:pt x="321" y="66"/>
                    <a:pt x="250" y="0"/>
                    <a:pt x="16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9"/>
            <p:cNvSpPr/>
            <p:nvPr/>
          </p:nvSpPr>
          <p:spPr>
            <a:xfrm>
              <a:off x="6857950" y="1693550"/>
              <a:ext cx="7700" cy="14800"/>
            </a:xfrm>
            <a:custGeom>
              <a:rect b="b" l="l" r="r" t="t"/>
              <a:pathLst>
                <a:path extrusionOk="0" h="592" w="308">
                  <a:moveTo>
                    <a:pt x="172" y="1"/>
                  </a:moveTo>
                  <a:cubicBezTo>
                    <a:pt x="166" y="1"/>
                    <a:pt x="159" y="1"/>
                    <a:pt x="152" y="3"/>
                  </a:cubicBezTo>
                  <a:cubicBezTo>
                    <a:pt x="98" y="16"/>
                    <a:pt x="63" y="79"/>
                    <a:pt x="50" y="195"/>
                  </a:cubicBezTo>
                  <a:cubicBezTo>
                    <a:pt x="1" y="529"/>
                    <a:pt x="143" y="587"/>
                    <a:pt x="152" y="591"/>
                  </a:cubicBezTo>
                  <a:lnTo>
                    <a:pt x="170" y="542"/>
                  </a:lnTo>
                  <a:cubicBezTo>
                    <a:pt x="170" y="542"/>
                    <a:pt x="59" y="493"/>
                    <a:pt x="98" y="203"/>
                  </a:cubicBezTo>
                  <a:cubicBezTo>
                    <a:pt x="112" y="83"/>
                    <a:pt x="147" y="57"/>
                    <a:pt x="166" y="52"/>
                  </a:cubicBezTo>
                  <a:cubicBezTo>
                    <a:pt x="169" y="51"/>
                    <a:pt x="172" y="50"/>
                    <a:pt x="176" y="50"/>
                  </a:cubicBezTo>
                  <a:cubicBezTo>
                    <a:pt x="208" y="50"/>
                    <a:pt x="256" y="98"/>
                    <a:pt x="268" y="114"/>
                  </a:cubicBezTo>
                  <a:lnTo>
                    <a:pt x="308" y="83"/>
                  </a:lnTo>
                  <a:cubicBezTo>
                    <a:pt x="300" y="76"/>
                    <a:pt x="240" y="1"/>
                    <a:pt x="172"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9"/>
            <p:cNvSpPr/>
            <p:nvPr/>
          </p:nvSpPr>
          <p:spPr>
            <a:xfrm>
              <a:off x="6799250" y="1666925"/>
              <a:ext cx="13050" cy="7800"/>
            </a:xfrm>
            <a:custGeom>
              <a:rect b="b" l="l" r="r" t="t"/>
              <a:pathLst>
                <a:path extrusionOk="0" h="312" w="522">
                  <a:moveTo>
                    <a:pt x="203" y="1"/>
                  </a:moveTo>
                  <a:cubicBezTo>
                    <a:pt x="59" y="1"/>
                    <a:pt x="1" y="141"/>
                    <a:pt x="1" y="141"/>
                  </a:cubicBezTo>
                  <a:cubicBezTo>
                    <a:pt x="74" y="76"/>
                    <a:pt x="142" y="51"/>
                    <a:pt x="201" y="51"/>
                  </a:cubicBezTo>
                  <a:cubicBezTo>
                    <a:pt x="394" y="51"/>
                    <a:pt x="509" y="311"/>
                    <a:pt x="509" y="311"/>
                  </a:cubicBezTo>
                  <a:cubicBezTo>
                    <a:pt x="509" y="311"/>
                    <a:pt x="521" y="106"/>
                    <a:pt x="303" y="21"/>
                  </a:cubicBezTo>
                  <a:cubicBezTo>
                    <a:pt x="266" y="7"/>
                    <a:pt x="232" y="1"/>
                    <a:pt x="20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9"/>
            <p:cNvSpPr/>
            <p:nvPr/>
          </p:nvSpPr>
          <p:spPr>
            <a:xfrm>
              <a:off x="6825325" y="1671175"/>
              <a:ext cx="20075" cy="5400"/>
            </a:xfrm>
            <a:custGeom>
              <a:rect b="b" l="l" r="r" t="t"/>
              <a:pathLst>
                <a:path extrusionOk="0" h="216" w="803">
                  <a:moveTo>
                    <a:pt x="380" y="1"/>
                  </a:moveTo>
                  <a:cubicBezTo>
                    <a:pt x="139" y="1"/>
                    <a:pt x="0" y="185"/>
                    <a:pt x="0" y="185"/>
                  </a:cubicBezTo>
                  <a:cubicBezTo>
                    <a:pt x="149" y="99"/>
                    <a:pt x="283" y="70"/>
                    <a:pt x="397" y="70"/>
                  </a:cubicBezTo>
                  <a:cubicBezTo>
                    <a:pt x="650" y="70"/>
                    <a:pt x="802" y="216"/>
                    <a:pt x="802" y="216"/>
                  </a:cubicBezTo>
                  <a:cubicBezTo>
                    <a:pt x="802" y="216"/>
                    <a:pt x="780" y="74"/>
                    <a:pt x="481" y="12"/>
                  </a:cubicBezTo>
                  <a:cubicBezTo>
                    <a:pt x="446" y="4"/>
                    <a:pt x="412" y="1"/>
                    <a:pt x="38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9"/>
            <p:cNvSpPr/>
            <p:nvPr/>
          </p:nvSpPr>
          <p:spPr>
            <a:xfrm>
              <a:off x="6809600" y="1641125"/>
              <a:ext cx="77125" cy="101300"/>
            </a:xfrm>
            <a:custGeom>
              <a:rect b="b" l="l" r="r" t="t"/>
              <a:pathLst>
                <a:path extrusionOk="0" h="4052" w="3085">
                  <a:moveTo>
                    <a:pt x="2153" y="1940"/>
                  </a:moveTo>
                  <a:cubicBezTo>
                    <a:pt x="2185" y="1940"/>
                    <a:pt x="2224" y="1949"/>
                    <a:pt x="2269" y="1971"/>
                  </a:cubicBezTo>
                  <a:cubicBezTo>
                    <a:pt x="2470" y="2069"/>
                    <a:pt x="2406" y="2621"/>
                    <a:pt x="2242" y="2737"/>
                  </a:cubicBezTo>
                  <a:cubicBezTo>
                    <a:pt x="2194" y="2771"/>
                    <a:pt x="2146" y="2783"/>
                    <a:pt x="2102" y="2783"/>
                  </a:cubicBezTo>
                  <a:cubicBezTo>
                    <a:pt x="2038" y="2783"/>
                    <a:pt x="1983" y="2758"/>
                    <a:pt x="1947" y="2737"/>
                  </a:cubicBezTo>
                  <a:lnTo>
                    <a:pt x="1947" y="2737"/>
                  </a:lnTo>
                  <a:lnTo>
                    <a:pt x="1997" y="2042"/>
                  </a:lnTo>
                  <a:cubicBezTo>
                    <a:pt x="1997" y="2042"/>
                    <a:pt x="2040" y="1940"/>
                    <a:pt x="2153" y="1940"/>
                  </a:cubicBezTo>
                  <a:close/>
                  <a:moveTo>
                    <a:pt x="1202" y="1"/>
                  </a:moveTo>
                  <a:cubicBezTo>
                    <a:pt x="595" y="1"/>
                    <a:pt x="40" y="134"/>
                    <a:pt x="0" y="318"/>
                  </a:cubicBezTo>
                  <a:cubicBezTo>
                    <a:pt x="0" y="318"/>
                    <a:pt x="121" y="1627"/>
                    <a:pt x="1935" y="1971"/>
                  </a:cubicBezTo>
                  <a:lnTo>
                    <a:pt x="1645" y="3976"/>
                  </a:lnTo>
                  <a:lnTo>
                    <a:pt x="1859" y="3976"/>
                  </a:lnTo>
                  <a:lnTo>
                    <a:pt x="1930" y="2982"/>
                  </a:lnTo>
                  <a:lnTo>
                    <a:pt x="2015" y="4052"/>
                  </a:lnTo>
                  <a:cubicBezTo>
                    <a:pt x="2634" y="3949"/>
                    <a:pt x="3084" y="3414"/>
                    <a:pt x="3080" y="2791"/>
                  </a:cubicBezTo>
                  <a:cubicBezTo>
                    <a:pt x="3070" y="1926"/>
                    <a:pt x="2990" y="803"/>
                    <a:pt x="2665" y="429"/>
                  </a:cubicBezTo>
                  <a:cubicBezTo>
                    <a:pt x="2393" y="120"/>
                    <a:pt x="1774" y="1"/>
                    <a:pt x="1202"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59"/>
            <p:cNvSpPr/>
            <p:nvPr/>
          </p:nvSpPr>
          <p:spPr>
            <a:xfrm>
              <a:off x="6748450" y="1988250"/>
              <a:ext cx="188825" cy="169725"/>
            </a:xfrm>
            <a:custGeom>
              <a:rect b="b" l="l" r="r" t="t"/>
              <a:pathLst>
                <a:path extrusionOk="0" h="6789" w="7553">
                  <a:moveTo>
                    <a:pt x="1926" y="0"/>
                  </a:moveTo>
                  <a:cubicBezTo>
                    <a:pt x="1926" y="0"/>
                    <a:pt x="1350" y="677"/>
                    <a:pt x="1035" y="1925"/>
                  </a:cubicBezTo>
                  <a:cubicBezTo>
                    <a:pt x="687" y="3284"/>
                    <a:pt x="1" y="4526"/>
                    <a:pt x="1908" y="6153"/>
                  </a:cubicBezTo>
                  <a:cubicBezTo>
                    <a:pt x="2424" y="6593"/>
                    <a:pt x="3177" y="6789"/>
                    <a:pt x="3958" y="6789"/>
                  </a:cubicBezTo>
                  <a:cubicBezTo>
                    <a:pt x="5685" y="6789"/>
                    <a:pt x="7553" y="5834"/>
                    <a:pt x="7326" y="4451"/>
                  </a:cubicBezTo>
                  <a:cubicBezTo>
                    <a:pt x="6996" y="2437"/>
                    <a:pt x="5352" y="0"/>
                    <a:pt x="5352"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9"/>
            <p:cNvSpPr/>
            <p:nvPr/>
          </p:nvSpPr>
          <p:spPr>
            <a:xfrm>
              <a:off x="6796600" y="2075125"/>
              <a:ext cx="136550" cy="305025"/>
            </a:xfrm>
            <a:custGeom>
              <a:rect b="b" l="l" r="r" t="t"/>
              <a:pathLst>
                <a:path extrusionOk="0" h="12201" w="5462">
                  <a:moveTo>
                    <a:pt x="3282" y="0"/>
                  </a:moveTo>
                  <a:cubicBezTo>
                    <a:pt x="2774" y="0"/>
                    <a:pt x="2335" y="215"/>
                    <a:pt x="2081" y="531"/>
                  </a:cubicBezTo>
                  <a:cubicBezTo>
                    <a:pt x="1483" y="1265"/>
                    <a:pt x="160" y="8751"/>
                    <a:pt x="76" y="10252"/>
                  </a:cubicBezTo>
                  <a:cubicBezTo>
                    <a:pt x="0" y="11588"/>
                    <a:pt x="323" y="12200"/>
                    <a:pt x="1102" y="12200"/>
                  </a:cubicBezTo>
                  <a:cubicBezTo>
                    <a:pt x="1198" y="12200"/>
                    <a:pt x="1302" y="12191"/>
                    <a:pt x="1412" y="12172"/>
                  </a:cubicBezTo>
                  <a:cubicBezTo>
                    <a:pt x="2410" y="12008"/>
                    <a:pt x="2745" y="9472"/>
                    <a:pt x="4103" y="6171"/>
                  </a:cubicBezTo>
                  <a:cubicBezTo>
                    <a:pt x="5462" y="2874"/>
                    <a:pt x="5404" y="1408"/>
                    <a:pt x="5404" y="1408"/>
                  </a:cubicBezTo>
                  <a:cubicBezTo>
                    <a:pt x="4756" y="380"/>
                    <a:pt x="3958" y="0"/>
                    <a:pt x="328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9"/>
            <p:cNvSpPr/>
            <p:nvPr/>
          </p:nvSpPr>
          <p:spPr>
            <a:xfrm>
              <a:off x="6853500" y="2649525"/>
              <a:ext cx="48925" cy="118700"/>
            </a:xfrm>
            <a:custGeom>
              <a:rect b="b" l="l" r="r" t="t"/>
              <a:pathLst>
                <a:path extrusionOk="0" h="4748" w="1957">
                  <a:moveTo>
                    <a:pt x="0" y="1"/>
                  </a:moveTo>
                  <a:cubicBezTo>
                    <a:pt x="432" y="2234"/>
                    <a:pt x="776" y="3967"/>
                    <a:pt x="851" y="4256"/>
                  </a:cubicBezTo>
                  <a:cubicBezTo>
                    <a:pt x="949" y="4617"/>
                    <a:pt x="1095" y="4747"/>
                    <a:pt x="1242" y="4747"/>
                  </a:cubicBezTo>
                  <a:cubicBezTo>
                    <a:pt x="1456" y="4747"/>
                    <a:pt x="1671" y="4469"/>
                    <a:pt x="1742" y="4220"/>
                  </a:cubicBezTo>
                  <a:cubicBezTo>
                    <a:pt x="1859" y="3819"/>
                    <a:pt x="1952" y="2069"/>
                    <a:pt x="1956"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9"/>
            <p:cNvSpPr/>
            <p:nvPr/>
          </p:nvSpPr>
          <p:spPr>
            <a:xfrm>
              <a:off x="6797325" y="2322450"/>
              <a:ext cx="105200" cy="327100"/>
            </a:xfrm>
            <a:custGeom>
              <a:rect b="b" l="l" r="r" t="t"/>
              <a:pathLst>
                <a:path extrusionOk="0" h="13084" w="4208">
                  <a:moveTo>
                    <a:pt x="1096" y="0"/>
                  </a:moveTo>
                  <a:cubicBezTo>
                    <a:pt x="530" y="0"/>
                    <a:pt x="0" y="476"/>
                    <a:pt x="51" y="1072"/>
                  </a:cubicBezTo>
                  <a:cubicBezTo>
                    <a:pt x="109" y="1771"/>
                    <a:pt x="1361" y="8490"/>
                    <a:pt x="2247" y="13084"/>
                  </a:cubicBezTo>
                  <a:lnTo>
                    <a:pt x="4203" y="13084"/>
                  </a:lnTo>
                  <a:cubicBezTo>
                    <a:pt x="4207" y="10575"/>
                    <a:pt x="4088" y="7604"/>
                    <a:pt x="3726" y="6031"/>
                  </a:cubicBezTo>
                  <a:cubicBezTo>
                    <a:pt x="3067" y="3162"/>
                    <a:pt x="2202" y="947"/>
                    <a:pt x="2202" y="947"/>
                  </a:cubicBezTo>
                  <a:cubicBezTo>
                    <a:pt x="1964" y="266"/>
                    <a:pt x="1520" y="0"/>
                    <a:pt x="109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9"/>
            <p:cNvSpPr/>
            <p:nvPr/>
          </p:nvSpPr>
          <p:spPr>
            <a:xfrm>
              <a:off x="6898175" y="2698000"/>
              <a:ext cx="25" cy="25"/>
            </a:xfrm>
            <a:custGeom>
              <a:rect b="b" l="l" r="r" t="t"/>
              <a:pathLst>
                <a:path extrusionOk="0" h="1" w="1">
                  <a:moveTo>
                    <a:pt x="0" y="0"/>
                  </a:move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9"/>
            <p:cNvSpPr/>
            <p:nvPr/>
          </p:nvSpPr>
          <p:spPr>
            <a:xfrm>
              <a:off x="6739550" y="2774200"/>
              <a:ext cx="162200" cy="20725"/>
            </a:xfrm>
            <a:custGeom>
              <a:rect b="b" l="l" r="r" t="t"/>
              <a:pathLst>
                <a:path extrusionOk="0" h="829" w="6488">
                  <a:moveTo>
                    <a:pt x="156" y="0"/>
                  </a:moveTo>
                  <a:cubicBezTo>
                    <a:pt x="28" y="744"/>
                    <a:pt x="1" y="829"/>
                    <a:pt x="1" y="829"/>
                  </a:cubicBezTo>
                  <a:lnTo>
                    <a:pt x="6487" y="829"/>
                  </a:lnTo>
                  <a:lnTo>
                    <a:pt x="6487" y="0"/>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9"/>
            <p:cNvSpPr/>
            <p:nvPr/>
          </p:nvSpPr>
          <p:spPr>
            <a:xfrm>
              <a:off x="6743425" y="2699000"/>
              <a:ext cx="158325" cy="75225"/>
            </a:xfrm>
            <a:custGeom>
              <a:rect b="b" l="l" r="r" t="t"/>
              <a:pathLst>
                <a:path extrusionOk="0" h="3009" w="6333">
                  <a:moveTo>
                    <a:pt x="4738" y="0"/>
                  </a:moveTo>
                  <a:cubicBezTo>
                    <a:pt x="4738" y="0"/>
                    <a:pt x="4925" y="1742"/>
                    <a:pt x="3610" y="1871"/>
                  </a:cubicBezTo>
                  <a:cubicBezTo>
                    <a:pt x="2296" y="1996"/>
                    <a:pt x="144" y="2170"/>
                    <a:pt x="6" y="2959"/>
                  </a:cubicBezTo>
                  <a:cubicBezTo>
                    <a:pt x="6" y="2977"/>
                    <a:pt x="1" y="2990"/>
                    <a:pt x="1" y="3008"/>
                  </a:cubicBezTo>
                  <a:lnTo>
                    <a:pt x="6332" y="3008"/>
                  </a:lnTo>
                  <a:lnTo>
                    <a:pt x="6332"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9"/>
            <p:cNvSpPr/>
            <p:nvPr/>
          </p:nvSpPr>
          <p:spPr>
            <a:xfrm>
              <a:off x="6755600" y="2757300"/>
              <a:ext cx="72525" cy="17025"/>
            </a:xfrm>
            <a:custGeom>
              <a:rect b="b" l="l" r="r" t="t"/>
              <a:pathLst>
                <a:path extrusionOk="0" h="681" w="2901">
                  <a:moveTo>
                    <a:pt x="1044" y="1"/>
                  </a:moveTo>
                  <a:cubicBezTo>
                    <a:pt x="495" y="1"/>
                    <a:pt x="9" y="16"/>
                    <a:pt x="0" y="16"/>
                  </a:cubicBezTo>
                  <a:lnTo>
                    <a:pt x="5" y="57"/>
                  </a:lnTo>
                  <a:cubicBezTo>
                    <a:pt x="10" y="57"/>
                    <a:pt x="496" y="41"/>
                    <a:pt x="1044" y="41"/>
                  </a:cubicBezTo>
                  <a:cubicBezTo>
                    <a:pt x="1318" y="41"/>
                    <a:pt x="1608" y="45"/>
                    <a:pt x="1862" y="57"/>
                  </a:cubicBezTo>
                  <a:cubicBezTo>
                    <a:pt x="2611" y="96"/>
                    <a:pt x="2861" y="676"/>
                    <a:pt x="2861" y="680"/>
                  </a:cubicBezTo>
                  <a:lnTo>
                    <a:pt x="2900" y="666"/>
                  </a:lnTo>
                  <a:cubicBezTo>
                    <a:pt x="2896" y="658"/>
                    <a:pt x="2637" y="57"/>
                    <a:pt x="1862" y="16"/>
                  </a:cubicBezTo>
                  <a:cubicBezTo>
                    <a:pt x="1608" y="4"/>
                    <a:pt x="1318" y="1"/>
                    <a:pt x="10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9"/>
            <p:cNvSpPr/>
            <p:nvPr/>
          </p:nvSpPr>
          <p:spPr>
            <a:xfrm>
              <a:off x="6827425" y="2699000"/>
              <a:ext cx="54950" cy="52600"/>
            </a:xfrm>
            <a:custGeom>
              <a:rect b="b" l="l" r="r" t="t"/>
              <a:pathLst>
                <a:path extrusionOk="0" h="2104" w="2198">
                  <a:moveTo>
                    <a:pt x="2144" y="0"/>
                  </a:moveTo>
                  <a:cubicBezTo>
                    <a:pt x="2144" y="18"/>
                    <a:pt x="2158" y="1760"/>
                    <a:pt x="1524" y="1983"/>
                  </a:cubicBezTo>
                  <a:cubicBezTo>
                    <a:pt x="1363" y="2040"/>
                    <a:pt x="1187" y="2062"/>
                    <a:pt x="1014" y="2062"/>
                  </a:cubicBezTo>
                  <a:cubicBezTo>
                    <a:pt x="504" y="2062"/>
                    <a:pt x="21" y="1875"/>
                    <a:pt x="15" y="1871"/>
                  </a:cubicBezTo>
                  <a:lnTo>
                    <a:pt x="1" y="1912"/>
                  </a:lnTo>
                  <a:cubicBezTo>
                    <a:pt x="5" y="1916"/>
                    <a:pt x="496" y="2103"/>
                    <a:pt x="1017" y="2103"/>
                  </a:cubicBezTo>
                  <a:cubicBezTo>
                    <a:pt x="1191" y="2103"/>
                    <a:pt x="1373" y="2081"/>
                    <a:pt x="1538" y="2023"/>
                  </a:cubicBezTo>
                  <a:cubicBezTo>
                    <a:pt x="2197" y="1791"/>
                    <a:pt x="2189" y="76"/>
                    <a:pt x="21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59"/>
            <p:cNvSpPr/>
            <p:nvPr/>
          </p:nvSpPr>
          <p:spPr>
            <a:xfrm>
              <a:off x="6860400" y="2704325"/>
              <a:ext cx="21525" cy="14725"/>
            </a:xfrm>
            <a:custGeom>
              <a:rect b="b" l="l" r="r" t="t"/>
              <a:pathLst>
                <a:path extrusionOk="0" h="589" w="861">
                  <a:moveTo>
                    <a:pt x="839" y="1"/>
                  </a:moveTo>
                  <a:lnTo>
                    <a:pt x="0" y="554"/>
                  </a:lnTo>
                  <a:lnTo>
                    <a:pt x="23" y="589"/>
                  </a:lnTo>
                  <a:lnTo>
                    <a:pt x="861" y="32"/>
                  </a:lnTo>
                  <a:lnTo>
                    <a:pt x="83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59"/>
            <p:cNvSpPr/>
            <p:nvPr/>
          </p:nvSpPr>
          <p:spPr>
            <a:xfrm>
              <a:off x="6861725" y="2708125"/>
              <a:ext cx="18875" cy="10925"/>
            </a:xfrm>
            <a:custGeom>
              <a:rect b="b" l="l" r="r" t="t"/>
              <a:pathLst>
                <a:path extrusionOk="0" h="437" w="755">
                  <a:moveTo>
                    <a:pt x="19" y="1"/>
                  </a:moveTo>
                  <a:lnTo>
                    <a:pt x="1" y="36"/>
                  </a:lnTo>
                  <a:lnTo>
                    <a:pt x="732" y="437"/>
                  </a:lnTo>
                  <a:lnTo>
                    <a:pt x="755" y="402"/>
                  </a:lnTo>
                  <a:lnTo>
                    <a:pt x="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9"/>
            <p:cNvSpPr/>
            <p:nvPr/>
          </p:nvSpPr>
          <p:spPr>
            <a:xfrm>
              <a:off x="6854375" y="2724625"/>
              <a:ext cx="25000" cy="9600"/>
            </a:xfrm>
            <a:custGeom>
              <a:rect b="b" l="l" r="r" t="t"/>
              <a:pathLst>
                <a:path extrusionOk="0" h="384" w="1000">
                  <a:moveTo>
                    <a:pt x="985" y="0"/>
                  </a:moveTo>
                  <a:lnTo>
                    <a:pt x="1" y="343"/>
                  </a:lnTo>
                  <a:lnTo>
                    <a:pt x="14" y="383"/>
                  </a:lnTo>
                  <a:lnTo>
                    <a:pt x="999" y="36"/>
                  </a:lnTo>
                  <a:lnTo>
                    <a:pt x="98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59"/>
            <p:cNvSpPr/>
            <p:nvPr/>
          </p:nvSpPr>
          <p:spPr>
            <a:xfrm>
              <a:off x="6858625" y="2724625"/>
              <a:ext cx="17725" cy="12375"/>
            </a:xfrm>
            <a:custGeom>
              <a:rect b="b" l="l" r="r" t="t"/>
              <a:pathLst>
                <a:path extrusionOk="0" h="495" w="709">
                  <a:moveTo>
                    <a:pt x="23" y="0"/>
                  </a:moveTo>
                  <a:lnTo>
                    <a:pt x="1" y="36"/>
                  </a:lnTo>
                  <a:lnTo>
                    <a:pt x="686" y="495"/>
                  </a:lnTo>
                  <a:lnTo>
                    <a:pt x="708" y="464"/>
                  </a:lnTo>
                  <a:lnTo>
                    <a:pt x="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59"/>
            <p:cNvSpPr/>
            <p:nvPr/>
          </p:nvSpPr>
          <p:spPr>
            <a:xfrm>
              <a:off x="6893375" y="1827600"/>
              <a:ext cx="104200" cy="217350"/>
            </a:xfrm>
            <a:custGeom>
              <a:rect b="b" l="l" r="r" t="t"/>
              <a:pathLst>
                <a:path extrusionOk="0" h="8694" w="4168">
                  <a:moveTo>
                    <a:pt x="883" y="1"/>
                  </a:moveTo>
                  <a:cubicBezTo>
                    <a:pt x="18" y="1"/>
                    <a:pt x="1" y="1204"/>
                    <a:pt x="89" y="1489"/>
                  </a:cubicBezTo>
                  <a:cubicBezTo>
                    <a:pt x="89" y="1489"/>
                    <a:pt x="1885" y="7535"/>
                    <a:pt x="2616" y="8378"/>
                  </a:cubicBezTo>
                  <a:cubicBezTo>
                    <a:pt x="2810" y="8601"/>
                    <a:pt x="3013" y="8694"/>
                    <a:pt x="3203" y="8694"/>
                  </a:cubicBezTo>
                  <a:cubicBezTo>
                    <a:pt x="3730" y="8694"/>
                    <a:pt x="4167" y="7985"/>
                    <a:pt x="4095" y="7370"/>
                  </a:cubicBezTo>
                  <a:cubicBezTo>
                    <a:pt x="3997" y="6533"/>
                    <a:pt x="2491" y="1440"/>
                    <a:pt x="2277" y="1123"/>
                  </a:cubicBezTo>
                  <a:cubicBezTo>
                    <a:pt x="2063" y="812"/>
                    <a:pt x="1751" y="6"/>
                    <a:pt x="883"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59"/>
            <p:cNvSpPr/>
            <p:nvPr/>
          </p:nvSpPr>
          <p:spPr>
            <a:xfrm>
              <a:off x="6896050" y="1837350"/>
              <a:ext cx="67750" cy="64350"/>
            </a:xfrm>
            <a:custGeom>
              <a:rect b="b" l="l" r="r" t="t"/>
              <a:pathLst>
                <a:path extrusionOk="0" h="2574" w="2710">
                  <a:moveTo>
                    <a:pt x="1112" y="1"/>
                  </a:moveTo>
                  <a:cubicBezTo>
                    <a:pt x="298" y="1"/>
                    <a:pt x="1" y="739"/>
                    <a:pt x="103" y="1264"/>
                  </a:cubicBezTo>
                  <a:cubicBezTo>
                    <a:pt x="215" y="1839"/>
                    <a:pt x="548" y="2574"/>
                    <a:pt x="548" y="2574"/>
                  </a:cubicBezTo>
                  <a:lnTo>
                    <a:pt x="2709" y="2289"/>
                  </a:lnTo>
                  <a:lnTo>
                    <a:pt x="2491" y="1251"/>
                  </a:lnTo>
                  <a:cubicBezTo>
                    <a:pt x="2491" y="1251"/>
                    <a:pt x="2353" y="186"/>
                    <a:pt x="1354" y="21"/>
                  </a:cubicBezTo>
                  <a:cubicBezTo>
                    <a:pt x="1269" y="7"/>
                    <a:pt x="1188" y="1"/>
                    <a:pt x="1112"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59"/>
            <p:cNvSpPr/>
            <p:nvPr/>
          </p:nvSpPr>
          <p:spPr>
            <a:xfrm>
              <a:off x="6873750" y="1801600"/>
              <a:ext cx="86800" cy="128725"/>
            </a:xfrm>
            <a:custGeom>
              <a:rect b="b" l="l" r="r" t="t"/>
              <a:pathLst>
                <a:path extrusionOk="0" h="5149" w="3472">
                  <a:moveTo>
                    <a:pt x="1471" y="0"/>
                  </a:moveTo>
                  <a:cubicBezTo>
                    <a:pt x="1358" y="0"/>
                    <a:pt x="1237" y="7"/>
                    <a:pt x="1107" y="20"/>
                  </a:cubicBezTo>
                  <a:cubicBezTo>
                    <a:pt x="1107" y="20"/>
                    <a:pt x="1" y="756"/>
                    <a:pt x="144" y="1807"/>
                  </a:cubicBezTo>
                  <a:cubicBezTo>
                    <a:pt x="286" y="2858"/>
                    <a:pt x="905" y="5149"/>
                    <a:pt x="905" y="5149"/>
                  </a:cubicBezTo>
                  <a:lnTo>
                    <a:pt x="3472" y="2159"/>
                  </a:lnTo>
                  <a:cubicBezTo>
                    <a:pt x="3472" y="2159"/>
                    <a:pt x="3406" y="1731"/>
                    <a:pt x="3040" y="1041"/>
                  </a:cubicBezTo>
                  <a:cubicBezTo>
                    <a:pt x="2715" y="427"/>
                    <a:pt x="2373" y="0"/>
                    <a:pt x="1471"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59"/>
            <p:cNvSpPr/>
            <p:nvPr/>
          </p:nvSpPr>
          <p:spPr>
            <a:xfrm>
              <a:off x="6947525" y="1989025"/>
              <a:ext cx="64075" cy="233125"/>
            </a:xfrm>
            <a:custGeom>
              <a:rect b="b" l="l" r="r" t="t"/>
              <a:pathLst>
                <a:path extrusionOk="0" h="9325" w="2563">
                  <a:moveTo>
                    <a:pt x="1007" y="1"/>
                  </a:moveTo>
                  <a:cubicBezTo>
                    <a:pt x="505" y="1"/>
                    <a:pt x="157" y="638"/>
                    <a:pt x="93" y="1199"/>
                  </a:cubicBezTo>
                  <a:cubicBezTo>
                    <a:pt x="0" y="1996"/>
                    <a:pt x="1506" y="8951"/>
                    <a:pt x="1506" y="8951"/>
                  </a:cubicBezTo>
                  <a:cubicBezTo>
                    <a:pt x="1549" y="9155"/>
                    <a:pt x="1683" y="9325"/>
                    <a:pt x="1828" y="9325"/>
                  </a:cubicBezTo>
                  <a:cubicBezTo>
                    <a:pt x="1965" y="9325"/>
                    <a:pt x="2112" y="9173"/>
                    <a:pt x="2201" y="8755"/>
                  </a:cubicBezTo>
                  <a:cubicBezTo>
                    <a:pt x="2379" y="7899"/>
                    <a:pt x="2562" y="1292"/>
                    <a:pt x="1701" y="379"/>
                  </a:cubicBezTo>
                  <a:cubicBezTo>
                    <a:pt x="1450" y="110"/>
                    <a:pt x="1215" y="1"/>
                    <a:pt x="100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59"/>
            <p:cNvSpPr/>
            <p:nvPr/>
          </p:nvSpPr>
          <p:spPr>
            <a:xfrm>
              <a:off x="6962775" y="2189650"/>
              <a:ext cx="44800" cy="101375"/>
            </a:xfrm>
            <a:custGeom>
              <a:rect b="b" l="l" r="r" t="t"/>
              <a:pathLst>
                <a:path extrusionOk="0" h="4055" w="1792">
                  <a:moveTo>
                    <a:pt x="1344" y="1"/>
                  </a:moveTo>
                  <a:cubicBezTo>
                    <a:pt x="997" y="1"/>
                    <a:pt x="671" y="1099"/>
                    <a:pt x="455" y="1470"/>
                  </a:cubicBezTo>
                  <a:cubicBezTo>
                    <a:pt x="223" y="1862"/>
                    <a:pt x="1" y="3055"/>
                    <a:pt x="215" y="3069"/>
                  </a:cubicBezTo>
                  <a:cubicBezTo>
                    <a:pt x="216" y="3069"/>
                    <a:pt x="218" y="3069"/>
                    <a:pt x="220" y="3069"/>
                  </a:cubicBezTo>
                  <a:cubicBezTo>
                    <a:pt x="429" y="3069"/>
                    <a:pt x="465" y="2297"/>
                    <a:pt x="589" y="2138"/>
                  </a:cubicBezTo>
                  <a:cubicBezTo>
                    <a:pt x="654" y="2048"/>
                    <a:pt x="717" y="2013"/>
                    <a:pt x="763" y="2013"/>
                  </a:cubicBezTo>
                  <a:cubicBezTo>
                    <a:pt x="801" y="2013"/>
                    <a:pt x="827" y="2037"/>
                    <a:pt x="834" y="2076"/>
                  </a:cubicBezTo>
                  <a:cubicBezTo>
                    <a:pt x="834" y="2076"/>
                    <a:pt x="900" y="2446"/>
                    <a:pt x="793" y="2767"/>
                  </a:cubicBezTo>
                  <a:cubicBezTo>
                    <a:pt x="682" y="3081"/>
                    <a:pt x="262" y="4054"/>
                    <a:pt x="457" y="4054"/>
                  </a:cubicBezTo>
                  <a:cubicBezTo>
                    <a:pt x="458" y="4054"/>
                    <a:pt x="459" y="4054"/>
                    <a:pt x="459" y="4054"/>
                  </a:cubicBezTo>
                  <a:cubicBezTo>
                    <a:pt x="655" y="4040"/>
                    <a:pt x="1208" y="3065"/>
                    <a:pt x="1457" y="2423"/>
                  </a:cubicBezTo>
                  <a:cubicBezTo>
                    <a:pt x="1712" y="1778"/>
                    <a:pt x="1792" y="195"/>
                    <a:pt x="1418" y="17"/>
                  </a:cubicBezTo>
                  <a:cubicBezTo>
                    <a:pt x="1393" y="6"/>
                    <a:pt x="1369" y="1"/>
                    <a:pt x="1344"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59"/>
            <p:cNvSpPr/>
            <p:nvPr/>
          </p:nvSpPr>
          <p:spPr>
            <a:xfrm>
              <a:off x="6737200" y="1988250"/>
              <a:ext cx="201550" cy="189375"/>
            </a:xfrm>
            <a:custGeom>
              <a:rect b="b" l="l" r="r" t="t"/>
              <a:pathLst>
                <a:path extrusionOk="0" h="7575" w="8062">
                  <a:moveTo>
                    <a:pt x="2376" y="0"/>
                  </a:moveTo>
                  <a:cubicBezTo>
                    <a:pt x="2376" y="0"/>
                    <a:pt x="1306" y="619"/>
                    <a:pt x="669" y="3916"/>
                  </a:cubicBezTo>
                  <a:cubicBezTo>
                    <a:pt x="469" y="4946"/>
                    <a:pt x="233" y="6260"/>
                    <a:pt x="1" y="7574"/>
                  </a:cubicBezTo>
                  <a:lnTo>
                    <a:pt x="7990" y="7574"/>
                  </a:lnTo>
                  <a:cubicBezTo>
                    <a:pt x="8061" y="4728"/>
                    <a:pt x="7651" y="1577"/>
                    <a:pt x="5802"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9"/>
            <p:cNvSpPr/>
            <p:nvPr/>
          </p:nvSpPr>
          <p:spPr>
            <a:xfrm>
              <a:off x="6836475" y="1972750"/>
              <a:ext cx="40900" cy="40900"/>
            </a:xfrm>
            <a:custGeom>
              <a:rect b="b" l="l" r="r" t="t"/>
              <a:pathLst>
                <a:path extrusionOk="0" h="1636" w="1636">
                  <a:moveTo>
                    <a:pt x="1465" y="1"/>
                  </a:moveTo>
                  <a:lnTo>
                    <a:pt x="0" y="1466"/>
                  </a:lnTo>
                  <a:lnTo>
                    <a:pt x="173" y="1636"/>
                  </a:lnTo>
                  <a:lnTo>
                    <a:pt x="1635" y="174"/>
                  </a:lnTo>
                  <a:lnTo>
                    <a:pt x="146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59"/>
            <p:cNvSpPr/>
            <p:nvPr/>
          </p:nvSpPr>
          <p:spPr>
            <a:xfrm>
              <a:off x="6865200" y="2027225"/>
              <a:ext cx="44150" cy="37125"/>
            </a:xfrm>
            <a:custGeom>
              <a:rect b="b" l="l" r="r" t="t"/>
              <a:pathLst>
                <a:path extrusionOk="0" h="1485" w="1766">
                  <a:moveTo>
                    <a:pt x="151" y="0"/>
                  </a:moveTo>
                  <a:lnTo>
                    <a:pt x="1" y="187"/>
                  </a:lnTo>
                  <a:lnTo>
                    <a:pt x="1613" y="1484"/>
                  </a:lnTo>
                  <a:lnTo>
                    <a:pt x="1765" y="1292"/>
                  </a:lnTo>
                  <a:lnTo>
                    <a:pt x="1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59"/>
            <p:cNvSpPr/>
            <p:nvPr/>
          </p:nvSpPr>
          <p:spPr>
            <a:xfrm>
              <a:off x="6805375" y="2085150"/>
              <a:ext cx="31650" cy="47575"/>
            </a:xfrm>
            <a:custGeom>
              <a:rect b="b" l="l" r="r" t="t"/>
              <a:pathLst>
                <a:path extrusionOk="0" h="1903" w="1266">
                  <a:moveTo>
                    <a:pt x="1057" y="0"/>
                  </a:moveTo>
                  <a:lnTo>
                    <a:pt x="1" y="1782"/>
                  </a:lnTo>
                  <a:lnTo>
                    <a:pt x="206" y="1903"/>
                  </a:lnTo>
                  <a:lnTo>
                    <a:pt x="1266" y="124"/>
                  </a:lnTo>
                  <a:lnTo>
                    <a:pt x="105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9"/>
            <p:cNvSpPr/>
            <p:nvPr/>
          </p:nvSpPr>
          <p:spPr>
            <a:xfrm>
              <a:off x="6803725" y="1924300"/>
              <a:ext cx="20175" cy="51475"/>
            </a:xfrm>
            <a:custGeom>
              <a:rect b="b" l="l" r="r" t="t"/>
              <a:pathLst>
                <a:path extrusionOk="0" h="2059" w="807">
                  <a:moveTo>
                    <a:pt x="574" y="0"/>
                  </a:moveTo>
                  <a:lnTo>
                    <a:pt x="0" y="1992"/>
                  </a:lnTo>
                  <a:lnTo>
                    <a:pt x="235" y="2059"/>
                  </a:lnTo>
                  <a:lnTo>
                    <a:pt x="806" y="68"/>
                  </a:lnTo>
                  <a:lnTo>
                    <a:pt x="57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59"/>
            <p:cNvSpPr/>
            <p:nvPr/>
          </p:nvSpPr>
          <p:spPr>
            <a:xfrm>
              <a:off x="6736425" y="1808100"/>
              <a:ext cx="42600" cy="39150"/>
            </a:xfrm>
            <a:custGeom>
              <a:rect b="b" l="l" r="r" t="t"/>
              <a:pathLst>
                <a:path extrusionOk="0" h="1566" w="1704">
                  <a:moveTo>
                    <a:pt x="165" y="1"/>
                  </a:moveTo>
                  <a:lnTo>
                    <a:pt x="1" y="180"/>
                  </a:lnTo>
                  <a:lnTo>
                    <a:pt x="1543" y="1565"/>
                  </a:lnTo>
                  <a:lnTo>
                    <a:pt x="1703" y="1387"/>
                  </a:lnTo>
                  <a:lnTo>
                    <a:pt x="16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59"/>
            <p:cNvSpPr/>
            <p:nvPr/>
          </p:nvSpPr>
          <p:spPr>
            <a:xfrm>
              <a:off x="6830450" y="1890200"/>
              <a:ext cx="28775" cy="49025"/>
            </a:xfrm>
            <a:custGeom>
              <a:rect b="b" l="l" r="r" t="t"/>
              <a:pathLst>
                <a:path extrusionOk="0" h="1961" w="1151">
                  <a:moveTo>
                    <a:pt x="219" y="1"/>
                  </a:moveTo>
                  <a:lnTo>
                    <a:pt x="1" y="108"/>
                  </a:lnTo>
                  <a:lnTo>
                    <a:pt x="931" y="1961"/>
                  </a:lnTo>
                  <a:lnTo>
                    <a:pt x="1150" y="1850"/>
                  </a:lnTo>
                  <a:lnTo>
                    <a:pt x="2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9"/>
            <p:cNvSpPr/>
            <p:nvPr/>
          </p:nvSpPr>
          <p:spPr>
            <a:xfrm>
              <a:off x="6906300" y="1809025"/>
              <a:ext cx="34775" cy="45800"/>
            </a:xfrm>
            <a:custGeom>
              <a:rect b="b" l="l" r="r" t="t"/>
              <a:pathLst>
                <a:path extrusionOk="0" h="1832" w="1391">
                  <a:moveTo>
                    <a:pt x="1195" y="0"/>
                  </a:moveTo>
                  <a:lnTo>
                    <a:pt x="0" y="1693"/>
                  </a:lnTo>
                  <a:lnTo>
                    <a:pt x="196" y="1831"/>
                  </a:lnTo>
                  <a:lnTo>
                    <a:pt x="1390" y="138"/>
                  </a:lnTo>
                  <a:lnTo>
                    <a:pt x="119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9"/>
            <p:cNvSpPr/>
            <p:nvPr/>
          </p:nvSpPr>
          <p:spPr>
            <a:xfrm>
              <a:off x="6783525" y="1839775"/>
              <a:ext cx="29325" cy="48675"/>
            </a:xfrm>
            <a:custGeom>
              <a:rect b="b" l="l" r="r" t="t"/>
              <a:pathLst>
                <a:path extrusionOk="0" h="1947" w="1173">
                  <a:moveTo>
                    <a:pt x="959" y="0"/>
                  </a:moveTo>
                  <a:lnTo>
                    <a:pt x="1" y="1835"/>
                  </a:lnTo>
                  <a:lnTo>
                    <a:pt x="215" y="1946"/>
                  </a:lnTo>
                  <a:lnTo>
                    <a:pt x="1173" y="111"/>
                  </a:lnTo>
                  <a:lnTo>
                    <a:pt x="95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59"/>
            <p:cNvSpPr/>
            <p:nvPr/>
          </p:nvSpPr>
          <p:spPr>
            <a:xfrm>
              <a:off x="6879900" y="1855250"/>
              <a:ext cx="36550" cy="44550"/>
            </a:xfrm>
            <a:custGeom>
              <a:rect b="b" l="l" r="r" t="t"/>
              <a:pathLst>
                <a:path extrusionOk="0" h="1782" w="1462">
                  <a:moveTo>
                    <a:pt x="188" y="0"/>
                  </a:moveTo>
                  <a:lnTo>
                    <a:pt x="1" y="151"/>
                  </a:lnTo>
                  <a:lnTo>
                    <a:pt x="1270" y="1782"/>
                  </a:lnTo>
                  <a:lnTo>
                    <a:pt x="1461" y="1635"/>
                  </a:lnTo>
                  <a:lnTo>
                    <a:pt x="18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59"/>
            <p:cNvSpPr/>
            <p:nvPr/>
          </p:nvSpPr>
          <p:spPr>
            <a:xfrm>
              <a:off x="6770725" y="2022650"/>
              <a:ext cx="36675" cy="44575"/>
            </a:xfrm>
            <a:custGeom>
              <a:rect b="b" l="l" r="r" t="t"/>
              <a:pathLst>
                <a:path extrusionOk="0" h="1783" w="1467">
                  <a:moveTo>
                    <a:pt x="192" y="0"/>
                  </a:moveTo>
                  <a:lnTo>
                    <a:pt x="1" y="148"/>
                  </a:lnTo>
                  <a:lnTo>
                    <a:pt x="1275" y="1783"/>
                  </a:lnTo>
                  <a:lnTo>
                    <a:pt x="1467" y="1635"/>
                  </a:lnTo>
                  <a:lnTo>
                    <a:pt x="19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59"/>
            <p:cNvSpPr/>
            <p:nvPr/>
          </p:nvSpPr>
          <p:spPr>
            <a:xfrm>
              <a:off x="6882900" y="2083250"/>
              <a:ext cx="36675" cy="44575"/>
            </a:xfrm>
            <a:custGeom>
              <a:rect b="b" l="l" r="r" t="t"/>
              <a:pathLst>
                <a:path extrusionOk="0" h="1783" w="1467">
                  <a:moveTo>
                    <a:pt x="192" y="0"/>
                  </a:moveTo>
                  <a:lnTo>
                    <a:pt x="1" y="152"/>
                  </a:lnTo>
                  <a:lnTo>
                    <a:pt x="1275" y="1783"/>
                  </a:lnTo>
                  <a:lnTo>
                    <a:pt x="1467" y="1635"/>
                  </a:lnTo>
                  <a:lnTo>
                    <a:pt x="19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59"/>
            <p:cNvSpPr/>
            <p:nvPr/>
          </p:nvSpPr>
          <p:spPr>
            <a:xfrm>
              <a:off x="6819100" y="1668675"/>
              <a:ext cx="24075" cy="24075"/>
            </a:xfrm>
            <a:custGeom>
              <a:rect b="b" l="l" r="r" t="t"/>
              <a:pathLst>
                <a:path extrusionOk="0" h="963" w="963">
                  <a:moveTo>
                    <a:pt x="481" y="49"/>
                  </a:moveTo>
                  <a:cubicBezTo>
                    <a:pt x="722" y="49"/>
                    <a:pt x="913" y="245"/>
                    <a:pt x="913" y="482"/>
                  </a:cubicBezTo>
                  <a:cubicBezTo>
                    <a:pt x="913" y="722"/>
                    <a:pt x="722" y="914"/>
                    <a:pt x="481" y="914"/>
                  </a:cubicBezTo>
                  <a:cubicBezTo>
                    <a:pt x="245" y="914"/>
                    <a:pt x="48" y="722"/>
                    <a:pt x="48" y="482"/>
                  </a:cubicBezTo>
                  <a:cubicBezTo>
                    <a:pt x="48" y="245"/>
                    <a:pt x="245" y="49"/>
                    <a:pt x="481" y="49"/>
                  </a:cubicBezTo>
                  <a:close/>
                  <a:moveTo>
                    <a:pt x="481" y="0"/>
                  </a:moveTo>
                  <a:cubicBezTo>
                    <a:pt x="214" y="0"/>
                    <a:pt x="0" y="219"/>
                    <a:pt x="0" y="482"/>
                  </a:cubicBezTo>
                  <a:cubicBezTo>
                    <a:pt x="0" y="749"/>
                    <a:pt x="214" y="963"/>
                    <a:pt x="481" y="963"/>
                  </a:cubicBezTo>
                  <a:cubicBezTo>
                    <a:pt x="749" y="963"/>
                    <a:pt x="962" y="749"/>
                    <a:pt x="962" y="482"/>
                  </a:cubicBezTo>
                  <a:cubicBezTo>
                    <a:pt x="962" y="219"/>
                    <a:pt x="749" y="0"/>
                    <a:pt x="48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59"/>
            <p:cNvSpPr/>
            <p:nvPr/>
          </p:nvSpPr>
          <p:spPr>
            <a:xfrm>
              <a:off x="6791350" y="1668675"/>
              <a:ext cx="24075" cy="24075"/>
            </a:xfrm>
            <a:custGeom>
              <a:rect b="b" l="l" r="r" t="t"/>
              <a:pathLst>
                <a:path extrusionOk="0" h="963" w="963">
                  <a:moveTo>
                    <a:pt x="481" y="49"/>
                  </a:moveTo>
                  <a:cubicBezTo>
                    <a:pt x="722" y="49"/>
                    <a:pt x="913" y="245"/>
                    <a:pt x="913" y="482"/>
                  </a:cubicBezTo>
                  <a:cubicBezTo>
                    <a:pt x="913" y="722"/>
                    <a:pt x="722" y="914"/>
                    <a:pt x="481" y="914"/>
                  </a:cubicBezTo>
                  <a:cubicBezTo>
                    <a:pt x="245" y="914"/>
                    <a:pt x="49" y="722"/>
                    <a:pt x="49" y="482"/>
                  </a:cubicBezTo>
                  <a:cubicBezTo>
                    <a:pt x="49" y="245"/>
                    <a:pt x="245" y="49"/>
                    <a:pt x="481" y="49"/>
                  </a:cubicBezTo>
                  <a:close/>
                  <a:moveTo>
                    <a:pt x="481" y="0"/>
                  </a:moveTo>
                  <a:cubicBezTo>
                    <a:pt x="214" y="0"/>
                    <a:pt x="0" y="219"/>
                    <a:pt x="0" y="482"/>
                  </a:cubicBezTo>
                  <a:cubicBezTo>
                    <a:pt x="0" y="749"/>
                    <a:pt x="214" y="963"/>
                    <a:pt x="481" y="963"/>
                  </a:cubicBezTo>
                  <a:cubicBezTo>
                    <a:pt x="749" y="963"/>
                    <a:pt x="963" y="749"/>
                    <a:pt x="963" y="482"/>
                  </a:cubicBezTo>
                  <a:cubicBezTo>
                    <a:pt x="963" y="219"/>
                    <a:pt x="749" y="0"/>
                    <a:pt x="48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59"/>
            <p:cNvSpPr/>
            <p:nvPr/>
          </p:nvSpPr>
          <p:spPr>
            <a:xfrm>
              <a:off x="6814850" y="1680150"/>
              <a:ext cx="4800" cy="1250"/>
            </a:xfrm>
            <a:custGeom>
              <a:rect b="b" l="l" r="r" t="t"/>
              <a:pathLst>
                <a:path extrusionOk="0" h="50" w="192">
                  <a:moveTo>
                    <a:pt x="0" y="0"/>
                  </a:moveTo>
                  <a:lnTo>
                    <a:pt x="0" y="49"/>
                  </a:lnTo>
                  <a:lnTo>
                    <a:pt x="191" y="49"/>
                  </a:lnTo>
                  <a:lnTo>
                    <a:pt x="191"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42" name="Google Shape;3342;p59"/>
          <p:cNvSpPr txBox="1"/>
          <p:nvPr>
            <p:ph idx="4294967295" type="ctrTitle"/>
          </p:nvPr>
        </p:nvSpPr>
        <p:spPr>
          <a:xfrm flipH="1">
            <a:off x="1308675" y="1093275"/>
            <a:ext cx="1300500" cy="94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aleway"/>
                <a:ea typeface="Raleway"/>
                <a:cs typeface="Raleway"/>
                <a:sym typeface="Raleway"/>
              </a:rPr>
              <a:t>Interaction designer</a:t>
            </a:r>
            <a:endParaRPr sz="1600">
              <a:latin typeface="Raleway"/>
              <a:ea typeface="Raleway"/>
              <a:cs typeface="Raleway"/>
              <a:sym typeface="Raleway"/>
            </a:endParaRPr>
          </a:p>
        </p:txBody>
      </p:sp>
      <p:sp>
        <p:nvSpPr>
          <p:cNvPr id="3343" name="Google Shape;3343;p59"/>
          <p:cNvSpPr txBox="1"/>
          <p:nvPr>
            <p:ph idx="4294967295" type="ctrTitle"/>
          </p:nvPr>
        </p:nvSpPr>
        <p:spPr>
          <a:xfrm flipH="1">
            <a:off x="6680538" y="1093275"/>
            <a:ext cx="1300500" cy="94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aleway"/>
                <a:ea typeface="Raleway"/>
                <a:cs typeface="Raleway"/>
                <a:sym typeface="Raleway"/>
              </a:rPr>
              <a:t>Product</a:t>
            </a:r>
            <a:r>
              <a:rPr lang="en" sz="1600">
                <a:latin typeface="Raleway"/>
                <a:ea typeface="Raleway"/>
                <a:cs typeface="Raleway"/>
                <a:sym typeface="Raleway"/>
              </a:rPr>
              <a:t> </a:t>
            </a:r>
            <a:endParaRPr sz="1600">
              <a:latin typeface="Raleway"/>
              <a:ea typeface="Raleway"/>
              <a:cs typeface="Raleway"/>
              <a:sym typeface="Raleway"/>
            </a:endParaRPr>
          </a:p>
          <a:p>
            <a:pPr indent="0" lvl="0" marL="0" rtl="0" algn="ctr">
              <a:spcBef>
                <a:spcPts val="0"/>
              </a:spcBef>
              <a:spcAft>
                <a:spcPts val="0"/>
              </a:spcAft>
              <a:buNone/>
            </a:pPr>
            <a:r>
              <a:rPr lang="en" sz="1600">
                <a:latin typeface="Raleway"/>
                <a:ea typeface="Raleway"/>
                <a:cs typeface="Raleway"/>
                <a:sym typeface="Raleway"/>
              </a:rPr>
              <a:t>designer</a:t>
            </a:r>
            <a:endParaRPr sz="1600">
              <a:latin typeface="Raleway"/>
              <a:ea typeface="Raleway"/>
              <a:cs typeface="Raleway"/>
              <a:sym typeface="Ralew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347" name="Shape 3347"/>
        <p:cNvGrpSpPr/>
        <p:nvPr/>
      </p:nvGrpSpPr>
      <p:grpSpPr>
        <a:xfrm>
          <a:off x="0" y="0"/>
          <a:ext cx="0" cy="0"/>
          <a:chOff x="0" y="0"/>
          <a:chExt cx="0" cy="0"/>
        </a:xfrm>
      </p:grpSpPr>
      <p:grpSp>
        <p:nvGrpSpPr>
          <p:cNvPr id="3348" name="Google Shape;3348;p60"/>
          <p:cNvGrpSpPr/>
          <p:nvPr/>
        </p:nvGrpSpPr>
        <p:grpSpPr>
          <a:xfrm>
            <a:off x="1333517" y="1249932"/>
            <a:ext cx="6611619" cy="3037737"/>
            <a:chOff x="372981" y="1360297"/>
            <a:chExt cx="7543205" cy="3465758"/>
          </a:xfrm>
        </p:grpSpPr>
        <p:sp>
          <p:nvSpPr>
            <p:cNvPr id="3349" name="Google Shape;3349;p60"/>
            <p:cNvSpPr/>
            <p:nvPr/>
          </p:nvSpPr>
          <p:spPr>
            <a:xfrm flipH="1" rot="10800000">
              <a:off x="372981" y="3347563"/>
              <a:ext cx="1338990" cy="1478492"/>
            </a:xfrm>
            <a:custGeom>
              <a:rect b="b" l="l" r="r" t="t"/>
              <a:pathLst>
                <a:path extrusionOk="0" h="5225" w="4732">
                  <a:moveTo>
                    <a:pt x="346" y="0"/>
                  </a:moveTo>
                  <a:cubicBezTo>
                    <a:pt x="148" y="0"/>
                    <a:pt x="1" y="148"/>
                    <a:pt x="1" y="333"/>
                  </a:cubicBezTo>
                  <a:lnTo>
                    <a:pt x="1" y="4423"/>
                  </a:lnTo>
                  <a:cubicBezTo>
                    <a:pt x="1" y="4608"/>
                    <a:pt x="148" y="4756"/>
                    <a:pt x="346" y="4756"/>
                  </a:cubicBezTo>
                  <a:lnTo>
                    <a:pt x="2046" y="4756"/>
                  </a:lnTo>
                  <a:lnTo>
                    <a:pt x="2366" y="5224"/>
                  </a:lnTo>
                  <a:lnTo>
                    <a:pt x="2687" y="4756"/>
                  </a:lnTo>
                  <a:lnTo>
                    <a:pt x="4387" y="4756"/>
                  </a:lnTo>
                  <a:cubicBezTo>
                    <a:pt x="4572" y="4756"/>
                    <a:pt x="4732" y="4608"/>
                    <a:pt x="4732" y="4423"/>
                  </a:cubicBezTo>
                  <a:lnTo>
                    <a:pt x="4732" y="333"/>
                  </a:lnTo>
                  <a:cubicBezTo>
                    <a:pt x="4732" y="148"/>
                    <a:pt x="4584" y="0"/>
                    <a:pt x="43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60"/>
            <p:cNvSpPr/>
            <p:nvPr/>
          </p:nvSpPr>
          <p:spPr>
            <a:xfrm flipH="1" rot="10800000">
              <a:off x="2879772" y="3347563"/>
              <a:ext cx="1335595" cy="1478492"/>
            </a:xfrm>
            <a:custGeom>
              <a:rect b="b" l="l" r="r" t="t"/>
              <a:pathLst>
                <a:path extrusionOk="0" h="5225" w="4720">
                  <a:moveTo>
                    <a:pt x="333" y="0"/>
                  </a:moveTo>
                  <a:cubicBezTo>
                    <a:pt x="148" y="0"/>
                    <a:pt x="1" y="148"/>
                    <a:pt x="1" y="333"/>
                  </a:cubicBezTo>
                  <a:lnTo>
                    <a:pt x="1" y="4423"/>
                  </a:lnTo>
                  <a:cubicBezTo>
                    <a:pt x="1" y="4608"/>
                    <a:pt x="148" y="4756"/>
                    <a:pt x="333" y="4756"/>
                  </a:cubicBezTo>
                  <a:lnTo>
                    <a:pt x="2046" y="4756"/>
                  </a:lnTo>
                  <a:lnTo>
                    <a:pt x="2354" y="5224"/>
                  </a:lnTo>
                  <a:lnTo>
                    <a:pt x="2674" y="4756"/>
                  </a:lnTo>
                  <a:lnTo>
                    <a:pt x="4387" y="4756"/>
                  </a:lnTo>
                  <a:cubicBezTo>
                    <a:pt x="4572" y="4756"/>
                    <a:pt x="4720" y="4608"/>
                    <a:pt x="4720" y="4423"/>
                  </a:cubicBezTo>
                  <a:lnTo>
                    <a:pt x="4720" y="333"/>
                  </a:lnTo>
                  <a:cubicBezTo>
                    <a:pt x="4720" y="148"/>
                    <a:pt x="4572" y="0"/>
                    <a:pt x="43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60"/>
            <p:cNvSpPr/>
            <p:nvPr/>
          </p:nvSpPr>
          <p:spPr>
            <a:xfrm flipH="1" rot="10800000">
              <a:off x="1603598" y="1360297"/>
              <a:ext cx="1339273" cy="1478492"/>
            </a:xfrm>
            <a:custGeom>
              <a:rect b="b" l="l" r="r" t="t"/>
              <a:pathLst>
                <a:path extrusionOk="0" h="5225" w="4733">
                  <a:moveTo>
                    <a:pt x="2367" y="0"/>
                  </a:moveTo>
                  <a:lnTo>
                    <a:pt x="2059" y="469"/>
                  </a:lnTo>
                  <a:lnTo>
                    <a:pt x="346" y="469"/>
                  </a:lnTo>
                  <a:cubicBezTo>
                    <a:pt x="161" y="469"/>
                    <a:pt x="1" y="616"/>
                    <a:pt x="1" y="801"/>
                  </a:cubicBezTo>
                  <a:lnTo>
                    <a:pt x="1" y="4892"/>
                  </a:lnTo>
                  <a:cubicBezTo>
                    <a:pt x="1" y="5077"/>
                    <a:pt x="161" y="5225"/>
                    <a:pt x="346" y="5225"/>
                  </a:cubicBezTo>
                  <a:lnTo>
                    <a:pt x="4400" y="5225"/>
                  </a:lnTo>
                  <a:cubicBezTo>
                    <a:pt x="4584" y="5225"/>
                    <a:pt x="4732" y="5077"/>
                    <a:pt x="4732" y="4892"/>
                  </a:cubicBezTo>
                  <a:lnTo>
                    <a:pt x="4732" y="801"/>
                  </a:lnTo>
                  <a:cubicBezTo>
                    <a:pt x="4732" y="616"/>
                    <a:pt x="4584" y="469"/>
                    <a:pt x="4400" y="469"/>
                  </a:cubicBezTo>
                  <a:lnTo>
                    <a:pt x="2687" y="469"/>
                  </a:lnTo>
                  <a:lnTo>
                    <a:pt x="23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60"/>
            <p:cNvSpPr/>
            <p:nvPr/>
          </p:nvSpPr>
          <p:spPr>
            <a:xfrm flipH="1" rot="10800000">
              <a:off x="4124537" y="1360297"/>
              <a:ext cx="1338990" cy="1478492"/>
            </a:xfrm>
            <a:custGeom>
              <a:rect b="b" l="l" r="r" t="t"/>
              <a:pathLst>
                <a:path extrusionOk="0" h="5225" w="4732">
                  <a:moveTo>
                    <a:pt x="2366" y="0"/>
                  </a:moveTo>
                  <a:lnTo>
                    <a:pt x="2058" y="469"/>
                  </a:lnTo>
                  <a:lnTo>
                    <a:pt x="358" y="469"/>
                  </a:lnTo>
                  <a:cubicBezTo>
                    <a:pt x="350" y="468"/>
                    <a:pt x="343" y="468"/>
                    <a:pt x="336" y="468"/>
                  </a:cubicBezTo>
                  <a:cubicBezTo>
                    <a:pt x="149" y="468"/>
                    <a:pt x="0" y="623"/>
                    <a:pt x="0" y="801"/>
                  </a:cubicBezTo>
                  <a:lnTo>
                    <a:pt x="0" y="4892"/>
                  </a:lnTo>
                  <a:cubicBezTo>
                    <a:pt x="0" y="5077"/>
                    <a:pt x="148" y="5225"/>
                    <a:pt x="333" y="5225"/>
                  </a:cubicBezTo>
                  <a:lnTo>
                    <a:pt x="4387" y="5225"/>
                  </a:lnTo>
                  <a:cubicBezTo>
                    <a:pt x="4572" y="5225"/>
                    <a:pt x="4732" y="5077"/>
                    <a:pt x="4732" y="4892"/>
                  </a:cubicBezTo>
                  <a:lnTo>
                    <a:pt x="4732" y="801"/>
                  </a:lnTo>
                  <a:cubicBezTo>
                    <a:pt x="4732" y="616"/>
                    <a:pt x="4572" y="469"/>
                    <a:pt x="4387" y="469"/>
                  </a:cubicBezTo>
                  <a:lnTo>
                    <a:pt x="2674" y="469"/>
                  </a:lnTo>
                  <a:lnTo>
                    <a:pt x="236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60"/>
            <p:cNvSpPr/>
            <p:nvPr/>
          </p:nvSpPr>
          <p:spPr>
            <a:xfrm flipH="1" rot="10800000">
              <a:off x="5386563" y="3347563"/>
              <a:ext cx="1339273" cy="1478492"/>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60"/>
            <p:cNvSpPr/>
            <p:nvPr/>
          </p:nvSpPr>
          <p:spPr>
            <a:xfrm flipH="1" rot="10800000">
              <a:off x="456752" y="3063325"/>
              <a:ext cx="7459435" cy="59700"/>
            </a:xfrm>
            <a:custGeom>
              <a:rect b="b" l="l" r="r" t="t"/>
              <a:pathLst>
                <a:path extrusionOk="0" h="211" w="22549">
                  <a:moveTo>
                    <a:pt x="0" y="1"/>
                  </a:moveTo>
                  <a:lnTo>
                    <a:pt x="0" y="210"/>
                  </a:lnTo>
                  <a:lnTo>
                    <a:pt x="22548" y="210"/>
                  </a:lnTo>
                  <a:lnTo>
                    <a:pt x="2254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60"/>
            <p:cNvSpPr/>
            <p:nvPr/>
          </p:nvSpPr>
          <p:spPr>
            <a:xfrm flipH="1" rot="10800000">
              <a:off x="860050" y="2936130"/>
              <a:ext cx="324561" cy="279003"/>
            </a:xfrm>
            <a:custGeom>
              <a:rect b="b" l="l" r="r" t="t"/>
              <a:pathLst>
                <a:path extrusionOk="0" h="986" w="1147">
                  <a:moveTo>
                    <a:pt x="643" y="0"/>
                  </a:moveTo>
                  <a:cubicBezTo>
                    <a:pt x="525" y="0"/>
                    <a:pt x="406" y="42"/>
                    <a:pt x="309" y="135"/>
                  </a:cubicBezTo>
                  <a:cubicBezTo>
                    <a:pt x="1" y="443"/>
                    <a:pt x="210" y="973"/>
                    <a:pt x="654" y="985"/>
                  </a:cubicBezTo>
                  <a:cubicBezTo>
                    <a:pt x="925" y="985"/>
                    <a:pt x="1134" y="764"/>
                    <a:pt x="1146" y="492"/>
                  </a:cubicBezTo>
                  <a:cubicBezTo>
                    <a:pt x="1146" y="197"/>
                    <a:pt x="898" y="0"/>
                    <a:pt x="6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60"/>
            <p:cNvSpPr/>
            <p:nvPr/>
          </p:nvSpPr>
          <p:spPr>
            <a:xfrm flipH="1" rot="10800000">
              <a:off x="2118680" y="2936130"/>
              <a:ext cx="324561" cy="278721"/>
            </a:xfrm>
            <a:custGeom>
              <a:rect b="b" l="l" r="r" t="t"/>
              <a:pathLst>
                <a:path extrusionOk="0" h="985" w="1147">
                  <a:moveTo>
                    <a:pt x="656" y="0"/>
                  </a:moveTo>
                  <a:cubicBezTo>
                    <a:pt x="534" y="0"/>
                    <a:pt x="409" y="46"/>
                    <a:pt x="309" y="146"/>
                  </a:cubicBezTo>
                  <a:cubicBezTo>
                    <a:pt x="1" y="454"/>
                    <a:pt x="222" y="984"/>
                    <a:pt x="654" y="984"/>
                  </a:cubicBezTo>
                  <a:cubicBezTo>
                    <a:pt x="925" y="984"/>
                    <a:pt x="1147" y="763"/>
                    <a:pt x="1147" y="491"/>
                  </a:cubicBezTo>
                  <a:cubicBezTo>
                    <a:pt x="1147" y="193"/>
                    <a:pt x="906" y="0"/>
                    <a:pt x="6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60"/>
            <p:cNvSpPr/>
            <p:nvPr/>
          </p:nvSpPr>
          <p:spPr>
            <a:xfrm flipH="1" rot="10800000">
              <a:off x="3377311" y="2937544"/>
              <a:ext cx="324561" cy="277872"/>
            </a:xfrm>
            <a:custGeom>
              <a:rect b="b" l="l" r="r" t="t"/>
              <a:pathLst>
                <a:path extrusionOk="0" h="982" w="1147">
                  <a:moveTo>
                    <a:pt x="666" y="1"/>
                  </a:moveTo>
                  <a:cubicBezTo>
                    <a:pt x="222" y="1"/>
                    <a:pt x="1" y="530"/>
                    <a:pt x="309" y="838"/>
                  </a:cubicBezTo>
                  <a:cubicBezTo>
                    <a:pt x="408" y="938"/>
                    <a:pt x="530" y="982"/>
                    <a:pt x="650" y="982"/>
                  </a:cubicBezTo>
                  <a:cubicBezTo>
                    <a:pt x="903" y="982"/>
                    <a:pt x="1147" y="786"/>
                    <a:pt x="1147" y="493"/>
                  </a:cubicBezTo>
                  <a:cubicBezTo>
                    <a:pt x="1147" y="222"/>
                    <a:pt x="925" y="1"/>
                    <a:pt x="6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60"/>
            <p:cNvSpPr/>
            <p:nvPr/>
          </p:nvSpPr>
          <p:spPr>
            <a:xfrm flipH="1" rot="10800000">
              <a:off x="4639336" y="2936130"/>
              <a:ext cx="321165" cy="278721"/>
            </a:xfrm>
            <a:custGeom>
              <a:rect b="b" l="l" r="r" t="t"/>
              <a:pathLst>
                <a:path extrusionOk="0" h="985" w="1135">
                  <a:moveTo>
                    <a:pt x="653" y="0"/>
                  </a:moveTo>
                  <a:cubicBezTo>
                    <a:pt x="533" y="0"/>
                    <a:pt x="410" y="46"/>
                    <a:pt x="309" y="146"/>
                  </a:cubicBezTo>
                  <a:cubicBezTo>
                    <a:pt x="1" y="454"/>
                    <a:pt x="210" y="984"/>
                    <a:pt x="654" y="984"/>
                  </a:cubicBezTo>
                  <a:cubicBezTo>
                    <a:pt x="925" y="984"/>
                    <a:pt x="1135" y="763"/>
                    <a:pt x="1135" y="491"/>
                  </a:cubicBezTo>
                  <a:cubicBezTo>
                    <a:pt x="1135" y="193"/>
                    <a:pt x="900" y="0"/>
                    <a:pt x="6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60"/>
            <p:cNvSpPr/>
            <p:nvPr/>
          </p:nvSpPr>
          <p:spPr>
            <a:xfrm flipH="1" rot="10800000">
              <a:off x="5943524" y="2937544"/>
              <a:ext cx="324561" cy="277872"/>
            </a:xfrm>
            <a:custGeom>
              <a:rect b="b" l="l" r="r" t="t"/>
              <a:pathLst>
                <a:path extrusionOk="0" h="982" w="1147">
                  <a:moveTo>
                    <a:pt x="493" y="1"/>
                  </a:moveTo>
                  <a:cubicBezTo>
                    <a:pt x="222" y="1"/>
                    <a:pt x="0" y="222"/>
                    <a:pt x="0" y="493"/>
                  </a:cubicBezTo>
                  <a:cubicBezTo>
                    <a:pt x="0" y="786"/>
                    <a:pt x="244" y="982"/>
                    <a:pt x="497" y="982"/>
                  </a:cubicBezTo>
                  <a:cubicBezTo>
                    <a:pt x="617" y="982"/>
                    <a:pt x="739" y="938"/>
                    <a:pt x="838" y="838"/>
                  </a:cubicBezTo>
                  <a:cubicBezTo>
                    <a:pt x="1146" y="530"/>
                    <a:pt x="924" y="1"/>
                    <a:pt x="4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60"/>
            <p:cNvSpPr/>
            <p:nvPr/>
          </p:nvSpPr>
          <p:spPr>
            <a:xfrm flipH="1" rot="10800000">
              <a:off x="6574412" y="1360297"/>
              <a:ext cx="1338990" cy="1478492"/>
            </a:xfrm>
            <a:custGeom>
              <a:rect b="b" l="l" r="r" t="t"/>
              <a:pathLst>
                <a:path extrusionOk="0" h="5225" w="4732">
                  <a:moveTo>
                    <a:pt x="2366" y="0"/>
                  </a:moveTo>
                  <a:lnTo>
                    <a:pt x="2058" y="469"/>
                  </a:lnTo>
                  <a:lnTo>
                    <a:pt x="358" y="469"/>
                  </a:lnTo>
                  <a:cubicBezTo>
                    <a:pt x="350" y="468"/>
                    <a:pt x="343" y="468"/>
                    <a:pt x="336" y="468"/>
                  </a:cubicBezTo>
                  <a:cubicBezTo>
                    <a:pt x="149" y="468"/>
                    <a:pt x="0" y="623"/>
                    <a:pt x="0" y="801"/>
                  </a:cubicBezTo>
                  <a:lnTo>
                    <a:pt x="0" y="4892"/>
                  </a:lnTo>
                  <a:cubicBezTo>
                    <a:pt x="0" y="5077"/>
                    <a:pt x="148" y="5225"/>
                    <a:pt x="333" y="5225"/>
                  </a:cubicBezTo>
                  <a:lnTo>
                    <a:pt x="4387" y="5225"/>
                  </a:lnTo>
                  <a:cubicBezTo>
                    <a:pt x="4572" y="5225"/>
                    <a:pt x="4732" y="5077"/>
                    <a:pt x="4732" y="4892"/>
                  </a:cubicBezTo>
                  <a:lnTo>
                    <a:pt x="4732" y="801"/>
                  </a:lnTo>
                  <a:cubicBezTo>
                    <a:pt x="4732" y="616"/>
                    <a:pt x="4572" y="469"/>
                    <a:pt x="4387" y="469"/>
                  </a:cubicBezTo>
                  <a:lnTo>
                    <a:pt x="2674" y="469"/>
                  </a:lnTo>
                  <a:lnTo>
                    <a:pt x="236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60"/>
            <p:cNvSpPr/>
            <p:nvPr/>
          </p:nvSpPr>
          <p:spPr>
            <a:xfrm flipH="1" rot="10800000">
              <a:off x="7058849" y="2936130"/>
              <a:ext cx="321165" cy="278721"/>
            </a:xfrm>
            <a:custGeom>
              <a:rect b="b" l="l" r="r" t="t"/>
              <a:pathLst>
                <a:path extrusionOk="0" h="985" w="1135">
                  <a:moveTo>
                    <a:pt x="653" y="0"/>
                  </a:moveTo>
                  <a:cubicBezTo>
                    <a:pt x="533" y="0"/>
                    <a:pt x="410" y="46"/>
                    <a:pt x="309" y="146"/>
                  </a:cubicBezTo>
                  <a:cubicBezTo>
                    <a:pt x="1" y="454"/>
                    <a:pt x="210" y="984"/>
                    <a:pt x="654" y="984"/>
                  </a:cubicBezTo>
                  <a:cubicBezTo>
                    <a:pt x="925" y="984"/>
                    <a:pt x="1135" y="763"/>
                    <a:pt x="1135" y="491"/>
                  </a:cubicBezTo>
                  <a:cubicBezTo>
                    <a:pt x="1135" y="193"/>
                    <a:pt x="900" y="0"/>
                    <a:pt x="6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2" name="Google Shape;3362;p60"/>
          <p:cNvSpPr txBox="1"/>
          <p:nvPr>
            <p:ph idx="4294967295" type="subTitle"/>
          </p:nvPr>
        </p:nvSpPr>
        <p:spPr>
          <a:xfrm>
            <a:off x="2400777" y="1557118"/>
            <a:ext cx="1175400" cy="50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Saira Semi Condensed"/>
                <a:ea typeface="Saira Semi Condensed"/>
                <a:cs typeface="Saira Semi Condensed"/>
                <a:sym typeface="Saira Semi Condensed"/>
              </a:rPr>
              <a:t>Role that do not require prior experience in </a:t>
            </a:r>
            <a:br>
              <a:rPr lang="en" sz="1000">
                <a:latin typeface="Saira Semi Condensed"/>
                <a:ea typeface="Saira Semi Condensed"/>
                <a:cs typeface="Saira Semi Condensed"/>
                <a:sym typeface="Saira Semi Condensed"/>
              </a:rPr>
            </a:br>
            <a:r>
              <a:rPr lang="en" sz="1000">
                <a:latin typeface="Saira Semi Condensed"/>
                <a:ea typeface="Saira Semi Condensed"/>
                <a:cs typeface="Saira Semi Condensed"/>
                <a:sym typeface="Saira Semi Condensed"/>
              </a:rPr>
              <a:t>the field</a:t>
            </a:r>
            <a:endParaRPr sz="1000">
              <a:latin typeface="Saira Semi Condensed"/>
              <a:ea typeface="Saira Semi Condensed"/>
              <a:cs typeface="Saira Semi Condensed"/>
              <a:sym typeface="Saira Semi Condensed"/>
            </a:endParaRPr>
          </a:p>
        </p:txBody>
      </p:sp>
      <p:sp>
        <p:nvSpPr>
          <p:cNvPr id="3363" name="Google Shape;3363;p60"/>
          <p:cNvSpPr txBox="1"/>
          <p:nvPr>
            <p:ph idx="4294967295" type="subTitle"/>
          </p:nvPr>
        </p:nvSpPr>
        <p:spPr>
          <a:xfrm>
            <a:off x="1333510" y="3464450"/>
            <a:ext cx="1175400" cy="50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Saira Semi Condensed"/>
                <a:ea typeface="Saira Semi Condensed"/>
                <a:cs typeface="Saira Semi Condensed"/>
                <a:sym typeface="Saira Semi Condensed"/>
              </a:rPr>
              <a:t>A short term job with limited responsibility</a:t>
            </a:r>
            <a:endParaRPr sz="1000">
              <a:latin typeface="Saira Semi Condensed"/>
              <a:ea typeface="Saira Semi Condensed"/>
              <a:cs typeface="Saira Semi Condensed"/>
              <a:sym typeface="Saira Semi Condensed"/>
            </a:endParaRPr>
          </a:p>
        </p:txBody>
      </p:sp>
      <p:sp>
        <p:nvSpPr>
          <p:cNvPr id="3364" name="Google Shape;3364;p60"/>
          <p:cNvSpPr txBox="1"/>
          <p:nvPr>
            <p:ph idx="4294967295" type="subTitle"/>
          </p:nvPr>
        </p:nvSpPr>
        <p:spPr>
          <a:xfrm>
            <a:off x="2400779" y="1280369"/>
            <a:ext cx="1175400" cy="3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J</a:t>
            </a:r>
            <a:r>
              <a:rPr b="1" lang="en" sz="1400"/>
              <a:t>unior</a:t>
            </a:r>
            <a:endParaRPr b="1" sz="1400"/>
          </a:p>
        </p:txBody>
      </p:sp>
      <p:sp>
        <p:nvSpPr>
          <p:cNvPr id="3365" name="Google Shape;3365;p60"/>
          <p:cNvSpPr txBox="1"/>
          <p:nvPr>
            <p:ph idx="4294967295" type="subTitle"/>
          </p:nvPr>
        </p:nvSpPr>
        <p:spPr>
          <a:xfrm>
            <a:off x="1333504" y="3187701"/>
            <a:ext cx="1175400" cy="3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I</a:t>
            </a:r>
            <a:r>
              <a:rPr b="1" lang="en" sz="1400"/>
              <a:t>nterships</a:t>
            </a:r>
            <a:endParaRPr/>
          </a:p>
        </p:txBody>
      </p:sp>
      <p:sp>
        <p:nvSpPr>
          <p:cNvPr id="3366" name="Google Shape;3366;p60"/>
          <p:cNvSpPr txBox="1"/>
          <p:nvPr>
            <p:ph idx="4294967295" type="subTitle"/>
          </p:nvPr>
        </p:nvSpPr>
        <p:spPr>
          <a:xfrm>
            <a:off x="6769275" y="1633325"/>
            <a:ext cx="1175700" cy="50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Saira Semi Condensed"/>
                <a:ea typeface="Saira Semi Condensed"/>
                <a:cs typeface="Saira Semi Condensed"/>
                <a:sym typeface="Saira Semi Condensed"/>
              </a:rPr>
              <a:t>Manage task, No longer responsible for the work. But for the team</a:t>
            </a:r>
            <a:endParaRPr sz="1000">
              <a:latin typeface="Saira Semi Condensed"/>
              <a:ea typeface="Saira Semi Condensed"/>
              <a:cs typeface="Saira Semi Condensed"/>
              <a:sym typeface="Saira Semi Condensed"/>
            </a:endParaRPr>
          </a:p>
        </p:txBody>
      </p:sp>
      <p:sp>
        <p:nvSpPr>
          <p:cNvPr id="3367" name="Google Shape;3367;p60"/>
          <p:cNvSpPr txBox="1"/>
          <p:nvPr>
            <p:ph idx="4294967295" type="subTitle"/>
          </p:nvPr>
        </p:nvSpPr>
        <p:spPr>
          <a:xfrm>
            <a:off x="4639223" y="1633317"/>
            <a:ext cx="1175400" cy="5073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000">
                <a:latin typeface="Saira Semi Condensed"/>
                <a:ea typeface="Saira Semi Condensed"/>
                <a:cs typeface="Saira Semi Condensed"/>
                <a:sym typeface="Saira Semi Condensed"/>
              </a:rPr>
              <a:t>Be an expert and support juniors.</a:t>
            </a:r>
            <a:endParaRPr sz="1000">
              <a:latin typeface="Saira Semi Condensed"/>
              <a:ea typeface="Saira Semi Condensed"/>
              <a:cs typeface="Saira Semi Condensed"/>
              <a:sym typeface="Saira Semi Condensed"/>
            </a:endParaRPr>
          </a:p>
        </p:txBody>
      </p:sp>
      <p:sp>
        <p:nvSpPr>
          <p:cNvPr id="3368" name="Google Shape;3368;p60"/>
          <p:cNvSpPr txBox="1"/>
          <p:nvPr>
            <p:ph idx="4294967295" type="subTitle"/>
          </p:nvPr>
        </p:nvSpPr>
        <p:spPr>
          <a:xfrm>
            <a:off x="5718697" y="3464450"/>
            <a:ext cx="1175400" cy="50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Saira Semi Condensed"/>
                <a:ea typeface="Saira Semi Condensed"/>
                <a:cs typeface="Saira Semi Condensed"/>
                <a:sym typeface="Saira Semi Condensed"/>
              </a:rPr>
              <a:t>Be an expert in your field and Responsible for others.</a:t>
            </a:r>
            <a:endParaRPr sz="1000">
              <a:latin typeface="Saira Semi Condensed"/>
              <a:ea typeface="Saira Semi Condensed"/>
              <a:cs typeface="Saira Semi Condensed"/>
              <a:sym typeface="Saira Semi Condensed"/>
            </a:endParaRPr>
          </a:p>
        </p:txBody>
      </p:sp>
      <p:sp>
        <p:nvSpPr>
          <p:cNvPr id="3369" name="Google Shape;3369;p60"/>
          <p:cNvSpPr txBox="1"/>
          <p:nvPr>
            <p:ph idx="4294967295" type="subTitle"/>
          </p:nvPr>
        </p:nvSpPr>
        <p:spPr>
          <a:xfrm>
            <a:off x="6769572" y="1356569"/>
            <a:ext cx="1175400" cy="3252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400"/>
              <a:t>M</a:t>
            </a:r>
            <a:r>
              <a:rPr b="1" lang="en" sz="1400"/>
              <a:t>anager</a:t>
            </a:r>
            <a:endParaRPr/>
          </a:p>
        </p:txBody>
      </p:sp>
      <p:sp>
        <p:nvSpPr>
          <p:cNvPr id="3370" name="Google Shape;3370;p60"/>
          <p:cNvSpPr txBox="1"/>
          <p:nvPr>
            <p:ph idx="4294967295" type="subTitle"/>
          </p:nvPr>
        </p:nvSpPr>
        <p:spPr>
          <a:xfrm>
            <a:off x="4639218" y="1356569"/>
            <a:ext cx="1175400" cy="3252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400"/>
              <a:t>S</a:t>
            </a:r>
            <a:r>
              <a:rPr b="1" lang="en" sz="1400"/>
              <a:t>enior</a:t>
            </a:r>
            <a:endParaRPr b="1" sz="1400"/>
          </a:p>
        </p:txBody>
      </p:sp>
      <p:sp>
        <p:nvSpPr>
          <p:cNvPr id="3371" name="Google Shape;3371;p60"/>
          <p:cNvSpPr txBox="1"/>
          <p:nvPr>
            <p:ph idx="4294967295" type="subTitle"/>
          </p:nvPr>
        </p:nvSpPr>
        <p:spPr>
          <a:xfrm>
            <a:off x="5718696" y="3187701"/>
            <a:ext cx="1175400" cy="3252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400"/>
              <a:t>L</a:t>
            </a:r>
            <a:r>
              <a:rPr b="1" lang="en" sz="1400"/>
              <a:t>eader</a:t>
            </a:r>
            <a:endParaRPr b="1" sz="1400"/>
          </a:p>
        </p:txBody>
      </p:sp>
      <p:sp>
        <p:nvSpPr>
          <p:cNvPr id="3372" name="Google Shape;3372;p60"/>
          <p:cNvSpPr txBox="1"/>
          <p:nvPr>
            <p:ph idx="4294967295" type="subTitle"/>
          </p:nvPr>
        </p:nvSpPr>
        <p:spPr>
          <a:xfrm>
            <a:off x="3526000" y="3464450"/>
            <a:ext cx="1209000" cy="507300"/>
          </a:xfrm>
          <a:prstGeom prst="rect">
            <a:avLst/>
          </a:prstGeom>
        </p:spPr>
        <p:txBody>
          <a:bodyPr anchorCtr="0" anchor="t" bIns="91425" lIns="91425" spcFirstLastPara="1" rIns="0" wrap="square" tIns="91425">
            <a:noAutofit/>
          </a:bodyPr>
          <a:lstStyle/>
          <a:p>
            <a:pPr indent="0" lvl="0" marL="0" rtl="0" algn="l">
              <a:spcBef>
                <a:spcPts val="0"/>
              </a:spcBef>
              <a:spcAft>
                <a:spcPts val="0"/>
              </a:spcAft>
              <a:buNone/>
            </a:pPr>
            <a:r>
              <a:rPr lang="en" sz="1000">
                <a:latin typeface="Saira Semi Condensed"/>
                <a:ea typeface="Saira Semi Condensed"/>
                <a:cs typeface="Saira Semi Condensed"/>
                <a:sym typeface="Saira Semi Condensed"/>
              </a:rPr>
              <a:t>Good at what you do. </a:t>
            </a:r>
            <a:br>
              <a:rPr lang="en" sz="1000">
                <a:latin typeface="Saira Semi Condensed"/>
                <a:ea typeface="Saira Semi Condensed"/>
                <a:cs typeface="Saira Semi Condensed"/>
                <a:sym typeface="Saira Semi Condensed"/>
              </a:rPr>
            </a:br>
            <a:r>
              <a:rPr lang="en" sz="1000">
                <a:latin typeface="Saira Semi Condensed"/>
                <a:ea typeface="Saira Semi Condensed"/>
                <a:cs typeface="Saira Semi Condensed"/>
                <a:sym typeface="Saira Semi Condensed"/>
              </a:rPr>
              <a:t>Experienced one</a:t>
            </a:r>
            <a:endParaRPr sz="1000">
              <a:latin typeface="Saira Semi Condensed"/>
              <a:ea typeface="Saira Semi Condensed"/>
              <a:cs typeface="Saira Semi Condensed"/>
              <a:sym typeface="Saira Semi Condensed"/>
            </a:endParaRPr>
          </a:p>
        </p:txBody>
      </p:sp>
      <p:sp>
        <p:nvSpPr>
          <p:cNvPr id="3373" name="Google Shape;3373;p60"/>
          <p:cNvSpPr txBox="1"/>
          <p:nvPr>
            <p:ph idx="4294967295" type="subTitle"/>
          </p:nvPr>
        </p:nvSpPr>
        <p:spPr>
          <a:xfrm>
            <a:off x="3526093" y="3187701"/>
            <a:ext cx="1175400" cy="3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Middle</a:t>
            </a:r>
            <a:endParaRPr/>
          </a:p>
        </p:txBody>
      </p:sp>
      <p:pic>
        <p:nvPicPr>
          <p:cNvPr id="3374" name="Google Shape;3374;p60"/>
          <p:cNvPicPr preferRelativeResize="0"/>
          <p:nvPr/>
        </p:nvPicPr>
        <p:blipFill>
          <a:blip r:embed="rId3">
            <a:alphaModFix/>
          </a:blip>
          <a:stretch>
            <a:fillRect/>
          </a:stretch>
        </p:blipFill>
        <p:spPr>
          <a:xfrm>
            <a:off x="7538143" y="973483"/>
            <a:ext cx="507232" cy="507216"/>
          </a:xfrm>
          <a:prstGeom prst="rect">
            <a:avLst/>
          </a:prstGeom>
          <a:noFill/>
          <a:ln>
            <a:noFill/>
          </a:ln>
        </p:spPr>
      </p:pic>
      <p:pic>
        <p:nvPicPr>
          <p:cNvPr id="3375" name="Google Shape;3375;p60"/>
          <p:cNvPicPr preferRelativeResize="0"/>
          <p:nvPr/>
        </p:nvPicPr>
        <p:blipFill>
          <a:blip r:embed="rId4">
            <a:alphaModFix/>
          </a:blip>
          <a:stretch>
            <a:fillRect/>
          </a:stretch>
        </p:blipFill>
        <p:spPr>
          <a:xfrm>
            <a:off x="5540350" y="2904831"/>
            <a:ext cx="507238" cy="507238"/>
          </a:xfrm>
          <a:prstGeom prst="rect">
            <a:avLst/>
          </a:prstGeom>
          <a:noFill/>
          <a:ln>
            <a:noFill/>
          </a:ln>
        </p:spPr>
      </p:pic>
      <p:pic>
        <p:nvPicPr>
          <p:cNvPr id="3376" name="Google Shape;3376;p60"/>
          <p:cNvPicPr preferRelativeResize="0"/>
          <p:nvPr/>
        </p:nvPicPr>
        <p:blipFill>
          <a:blip r:embed="rId5">
            <a:alphaModFix/>
          </a:blip>
          <a:stretch>
            <a:fillRect/>
          </a:stretch>
        </p:blipFill>
        <p:spPr>
          <a:xfrm>
            <a:off x="5540349" y="1174601"/>
            <a:ext cx="507238" cy="507238"/>
          </a:xfrm>
          <a:prstGeom prst="rect">
            <a:avLst/>
          </a:prstGeom>
          <a:noFill/>
          <a:ln>
            <a:noFill/>
          </a:ln>
        </p:spPr>
      </p:pic>
      <p:pic>
        <p:nvPicPr>
          <p:cNvPr id="3377" name="Google Shape;3377;p60"/>
          <p:cNvPicPr preferRelativeResize="0"/>
          <p:nvPr/>
        </p:nvPicPr>
        <p:blipFill>
          <a:blip r:embed="rId6">
            <a:alphaModFix/>
          </a:blip>
          <a:stretch>
            <a:fillRect/>
          </a:stretch>
        </p:blipFill>
        <p:spPr>
          <a:xfrm flipH="1">
            <a:off x="990263" y="3860340"/>
            <a:ext cx="618660" cy="618660"/>
          </a:xfrm>
          <a:prstGeom prst="rect">
            <a:avLst/>
          </a:prstGeom>
          <a:noFill/>
          <a:ln>
            <a:noFill/>
          </a:ln>
        </p:spPr>
      </p:pic>
      <p:pic>
        <p:nvPicPr>
          <p:cNvPr id="3378" name="Google Shape;3378;p60"/>
          <p:cNvPicPr preferRelativeResize="0"/>
          <p:nvPr/>
        </p:nvPicPr>
        <p:blipFill>
          <a:blip r:embed="rId7">
            <a:alphaModFix/>
          </a:blip>
          <a:stretch>
            <a:fillRect/>
          </a:stretch>
        </p:blipFill>
        <p:spPr>
          <a:xfrm>
            <a:off x="3217195" y="1822175"/>
            <a:ext cx="642961" cy="642961"/>
          </a:xfrm>
          <a:prstGeom prst="rect">
            <a:avLst/>
          </a:prstGeom>
          <a:noFill/>
          <a:ln>
            <a:noFill/>
          </a:ln>
        </p:spPr>
      </p:pic>
      <p:pic>
        <p:nvPicPr>
          <p:cNvPr id="3379" name="Google Shape;3379;p60"/>
          <p:cNvPicPr preferRelativeResize="0"/>
          <p:nvPr/>
        </p:nvPicPr>
        <p:blipFill>
          <a:blip r:embed="rId8">
            <a:alphaModFix/>
          </a:blip>
          <a:stretch>
            <a:fillRect/>
          </a:stretch>
        </p:blipFill>
        <p:spPr>
          <a:xfrm>
            <a:off x="3860162" y="3971751"/>
            <a:ext cx="507238" cy="507238"/>
          </a:xfrm>
          <a:prstGeom prst="rect">
            <a:avLst/>
          </a:prstGeom>
          <a:noFill/>
          <a:ln>
            <a:noFill/>
          </a:ln>
        </p:spPr>
      </p:pic>
      <p:sp>
        <p:nvSpPr>
          <p:cNvPr id="3380" name="Google Shape;3380;p60"/>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CAREER PATH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5" name="Shape 3385"/>
        <p:cNvGrpSpPr/>
        <p:nvPr/>
      </p:nvGrpSpPr>
      <p:grpSpPr>
        <a:xfrm>
          <a:off x="0" y="0"/>
          <a:ext cx="0" cy="0"/>
          <a:chOff x="0" y="0"/>
          <a:chExt cx="0" cy="0"/>
        </a:xfrm>
      </p:grpSpPr>
      <p:pic>
        <p:nvPicPr>
          <p:cNvPr descr="UX Design Process: Must Haves for 3 Key Phases | Adobe Blog" id="3386" name="Google Shape;3386;p61"/>
          <p:cNvPicPr preferRelativeResize="0"/>
          <p:nvPr/>
        </p:nvPicPr>
        <p:blipFill>
          <a:blip r:embed="rId3">
            <a:alphaModFix/>
          </a:blip>
          <a:stretch>
            <a:fillRect/>
          </a:stretch>
        </p:blipFill>
        <p:spPr>
          <a:xfrm>
            <a:off x="1500500" y="1046025"/>
            <a:ext cx="6143001" cy="3483950"/>
          </a:xfrm>
          <a:prstGeom prst="rect">
            <a:avLst/>
          </a:prstGeom>
          <a:noFill/>
          <a:ln>
            <a:noFill/>
          </a:ln>
        </p:spPr>
      </p:pic>
      <p:sp>
        <p:nvSpPr>
          <p:cNvPr id="3387" name="Google Shape;3387;p61"/>
          <p:cNvSpPr/>
          <p:nvPr/>
        </p:nvSpPr>
        <p:spPr>
          <a:xfrm>
            <a:off x="1934525" y="3991575"/>
            <a:ext cx="1715700" cy="2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61"/>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DESIGN THINKING </a:t>
            </a:r>
            <a:r>
              <a:rPr lang="en" sz="2400"/>
              <a:t>PROCESS</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3" name="Shape 3393"/>
        <p:cNvGrpSpPr/>
        <p:nvPr/>
      </p:nvGrpSpPr>
      <p:grpSpPr>
        <a:xfrm>
          <a:off x="0" y="0"/>
          <a:ext cx="0" cy="0"/>
          <a:chOff x="0" y="0"/>
          <a:chExt cx="0" cy="0"/>
        </a:xfrm>
      </p:grpSpPr>
      <p:sp>
        <p:nvSpPr>
          <p:cNvPr id="3394" name="Google Shape;3394;p62"/>
          <p:cNvSpPr/>
          <p:nvPr/>
        </p:nvSpPr>
        <p:spPr>
          <a:xfrm>
            <a:off x="0" y="0"/>
            <a:ext cx="618900" cy="1972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95" name="Google Shape;3395;p62"/>
          <p:cNvCxnSpPr>
            <a:stCxn id="3396" idx="3"/>
            <a:endCxn id="3397" idx="1"/>
          </p:cNvCxnSpPr>
          <p:nvPr/>
        </p:nvCxnSpPr>
        <p:spPr>
          <a:xfrm>
            <a:off x="2679222" y="2322044"/>
            <a:ext cx="4561200" cy="0"/>
          </a:xfrm>
          <a:prstGeom prst="straightConnector1">
            <a:avLst/>
          </a:prstGeom>
          <a:noFill/>
          <a:ln cap="flat" cmpd="sng" w="28575">
            <a:solidFill>
              <a:schemeClr val="accent1"/>
            </a:solidFill>
            <a:prstDash val="solid"/>
            <a:round/>
            <a:headEnd len="med" w="med" type="none"/>
            <a:tailEnd len="med" w="med" type="stealth"/>
          </a:ln>
        </p:spPr>
      </p:cxnSp>
      <p:sp>
        <p:nvSpPr>
          <p:cNvPr id="3398" name="Google Shape;3398;p62"/>
          <p:cNvSpPr txBox="1"/>
          <p:nvPr>
            <p:ph idx="4294967295" type="ctrTitle"/>
          </p:nvPr>
        </p:nvSpPr>
        <p:spPr>
          <a:xfrm flipH="1">
            <a:off x="2291400" y="73425"/>
            <a:ext cx="4561200" cy="69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PROJECT’S PROCESS</a:t>
            </a:r>
            <a:endParaRPr sz="2000"/>
          </a:p>
        </p:txBody>
      </p:sp>
      <p:grpSp>
        <p:nvGrpSpPr>
          <p:cNvPr id="3399" name="Google Shape;3399;p62"/>
          <p:cNvGrpSpPr/>
          <p:nvPr/>
        </p:nvGrpSpPr>
        <p:grpSpPr>
          <a:xfrm>
            <a:off x="1881545" y="3856125"/>
            <a:ext cx="6074775" cy="328200"/>
            <a:chOff x="1729100" y="3830325"/>
            <a:chExt cx="5785500" cy="328200"/>
          </a:xfrm>
        </p:grpSpPr>
        <p:cxnSp>
          <p:nvCxnSpPr>
            <p:cNvPr id="3400" name="Google Shape;3400;p62"/>
            <p:cNvCxnSpPr/>
            <p:nvPr/>
          </p:nvCxnSpPr>
          <p:spPr>
            <a:xfrm>
              <a:off x="1729100" y="4019950"/>
              <a:ext cx="5785500" cy="0"/>
            </a:xfrm>
            <a:prstGeom prst="straightConnector1">
              <a:avLst/>
            </a:prstGeom>
            <a:noFill/>
            <a:ln cap="flat" cmpd="sng" w="19050">
              <a:solidFill>
                <a:srgbClr val="2F293A"/>
              </a:solidFill>
              <a:prstDash val="solid"/>
              <a:round/>
              <a:headEnd len="med" w="med" type="none"/>
              <a:tailEnd len="med" w="med" type="stealth"/>
            </a:ln>
          </p:spPr>
        </p:cxnSp>
        <p:sp>
          <p:nvSpPr>
            <p:cNvPr id="3401" name="Google Shape;3401;p62"/>
            <p:cNvSpPr txBox="1"/>
            <p:nvPr/>
          </p:nvSpPr>
          <p:spPr>
            <a:xfrm>
              <a:off x="3491000" y="3830325"/>
              <a:ext cx="2261700" cy="32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Abel"/>
                  <a:ea typeface="Abel"/>
                  <a:cs typeface="Abel"/>
                  <a:sym typeface="Abel"/>
                </a:rPr>
                <a:t>PRESENT TO CLIENTS &amp; TEAM</a:t>
              </a:r>
              <a:endParaRPr>
                <a:latin typeface="Abel"/>
                <a:ea typeface="Abel"/>
                <a:cs typeface="Abel"/>
                <a:sym typeface="Abel"/>
              </a:endParaRPr>
            </a:p>
          </p:txBody>
        </p:sp>
      </p:grpSp>
      <p:grpSp>
        <p:nvGrpSpPr>
          <p:cNvPr id="3402" name="Google Shape;3402;p62"/>
          <p:cNvGrpSpPr/>
          <p:nvPr/>
        </p:nvGrpSpPr>
        <p:grpSpPr>
          <a:xfrm>
            <a:off x="1712179" y="1838386"/>
            <a:ext cx="967111" cy="967179"/>
            <a:chOff x="1528850" y="1999450"/>
            <a:chExt cx="1066275" cy="1066350"/>
          </a:xfrm>
        </p:grpSpPr>
        <p:sp>
          <p:nvSpPr>
            <p:cNvPr id="3403" name="Google Shape;3403;p62"/>
            <p:cNvSpPr/>
            <p:nvPr/>
          </p:nvSpPr>
          <p:spPr>
            <a:xfrm>
              <a:off x="1528925" y="1999450"/>
              <a:ext cx="1066200" cy="1066200"/>
            </a:xfrm>
            <a:prstGeom prst="ellipse">
              <a:avLst/>
            </a:prstGeom>
            <a:solidFill>
              <a:srgbClr val="2F293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Condensed"/>
                <a:ea typeface="Roboto Condensed"/>
                <a:cs typeface="Roboto Condensed"/>
                <a:sym typeface="Roboto Condensed"/>
              </a:endParaRPr>
            </a:p>
          </p:txBody>
        </p:sp>
        <p:sp>
          <p:nvSpPr>
            <p:cNvPr id="3396" name="Google Shape;3396;p62"/>
            <p:cNvSpPr txBox="1"/>
            <p:nvPr/>
          </p:nvSpPr>
          <p:spPr>
            <a:xfrm>
              <a:off x="1528850" y="1999600"/>
              <a:ext cx="1066200" cy="106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Abel"/>
                  <a:ea typeface="Abel"/>
                  <a:cs typeface="Abel"/>
                  <a:sym typeface="Abel"/>
                </a:rPr>
                <a:t>RESEARCH</a:t>
              </a:r>
              <a:endParaRPr>
                <a:solidFill>
                  <a:srgbClr val="FFFFFF"/>
                </a:solidFill>
                <a:latin typeface="Abel"/>
                <a:ea typeface="Abel"/>
                <a:cs typeface="Abel"/>
                <a:sym typeface="Abel"/>
              </a:endParaRPr>
            </a:p>
            <a:p>
              <a:pPr indent="0" lvl="0" marL="0" rtl="0" algn="ctr">
                <a:spcBef>
                  <a:spcPts val="0"/>
                </a:spcBef>
                <a:spcAft>
                  <a:spcPts val="0"/>
                </a:spcAft>
                <a:buNone/>
              </a:pPr>
              <a:r>
                <a:rPr i="1" lang="en" sz="1200">
                  <a:solidFill>
                    <a:srgbClr val="FFFFFF"/>
                  </a:solidFill>
                  <a:latin typeface="Abel"/>
                  <a:ea typeface="Abel"/>
                  <a:cs typeface="Abel"/>
                  <a:sym typeface="Abel"/>
                </a:rPr>
                <a:t>(brief)</a:t>
              </a:r>
              <a:endParaRPr i="1" sz="1200">
                <a:solidFill>
                  <a:srgbClr val="FFFFFF"/>
                </a:solidFill>
                <a:latin typeface="Abel"/>
                <a:ea typeface="Abel"/>
                <a:cs typeface="Abel"/>
                <a:sym typeface="Abel"/>
              </a:endParaRPr>
            </a:p>
          </p:txBody>
        </p:sp>
      </p:grpSp>
      <p:grpSp>
        <p:nvGrpSpPr>
          <p:cNvPr id="3404" name="Google Shape;3404;p62"/>
          <p:cNvGrpSpPr/>
          <p:nvPr/>
        </p:nvGrpSpPr>
        <p:grpSpPr>
          <a:xfrm>
            <a:off x="3077597" y="1838386"/>
            <a:ext cx="967111" cy="967179"/>
            <a:chOff x="1528850" y="1999450"/>
            <a:chExt cx="1066275" cy="1066350"/>
          </a:xfrm>
        </p:grpSpPr>
        <p:sp>
          <p:nvSpPr>
            <p:cNvPr id="3405" name="Google Shape;3405;p62"/>
            <p:cNvSpPr/>
            <p:nvPr/>
          </p:nvSpPr>
          <p:spPr>
            <a:xfrm>
              <a:off x="1528925" y="1999450"/>
              <a:ext cx="1066200" cy="1066200"/>
            </a:xfrm>
            <a:prstGeom prst="ellipse">
              <a:avLst/>
            </a:prstGeom>
            <a:solidFill>
              <a:srgbClr val="2F293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Condensed"/>
                <a:ea typeface="Roboto Condensed"/>
                <a:cs typeface="Roboto Condensed"/>
                <a:sym typeface="Roboto Condensed"/>
              </a:endParaRPr>
            </a:p>
          </p:txBody>
        </p:sp>
        <p:sp>
          <p:nvSpPr>
            <p:cNvPr id="3406" name="Google Shape;3406;p62"/>
            <p:cNvSpPr txBox="1"/>
            <p:nvPr/>
          </p:nvSpPr>
          <p:spPr>
            <a:xfrm>
              <a:off x="1528850" y="1999600"/>
              <a:ext cx="1066200" cy="106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Abel"/>
                  <a:ea typeface="Abel"/>
                  <a:cs typeface="Abel"/>
                  <a:sym typeface="Abel"/>
                </a:rPr>
                <a:t>INSIGHT</a:t>
              </a:r>
              <a:endParaRPr>
                <a:solidFill>
                  <a:srgbClr val="FFFFFF"/>
                </a:solidFill>
                <a:latin typeface="Abel"/>
                <a:ea typeface="Abel"/>
                <a:cs typeface="Abel"/>
                <a:sym typeface="Abel"/>
              </a:endParaRPr>
            </a:p>
            <a:p>
              <a:pPr indent="0" lvl="0" marL="0" rtl="0" algn="ctr">
                <a:spcBef>
                  <a:spcPts val="0"/>
                </a:spcBef>
                <a:spcAft>
                  <a:spcPts val="0"/>
                </a:spcAft>
                <a:buNone/>
              </a:pPr>
              <a:r>
                <a:rPr lang="en">
                  <a:solidFill>
                    <a:srgbClr val="FFFFFF"/>
                  </a:solidFill>
                  <a:latin typeface="Abel"/>
                  <a:ea typeface="Abel"/>
                  <a:cs typeface="Abel"/>
                  <a:sym typeface="Abel"/>
                </a:rPr>
                <a:t>&amp;</a:t>
              </a:r>
              <a:endParaRPr>
                <a:solidFill>
                  <a:srgbClr val="FFFFFF"/>
                </a:solidFill>
                <a:latin typeface="Abel"/>
                <a:ea typeface="Abel"/>
                <a:cs typeface="Abel"/>
                <a:sym typeface="Abel"/>
              </a:endParaRPr>
            </a:p>
            <a:p>
              <a:pPr indent="0" lvl="0" marL="0" rtl="0" algn="ctr">
                <a:spcBef>
                  <a:spcPts val="0"/>
                </a:spcBef>
                <a:spcAft>
                  <a:spcPts val="0"/>
                </a:spcAft>
                <a:buNone/>
              </a:pPr>
              <a:r>
                <a:rPr lang="en">
                  <a:solidFill>
                    <a:srgbClr val="FFFFFF"/>
                  </a:solidFill>
                  <a:latin typeface="Abel"/>
                  <a:ea typeface="Abel"/>
                  <a:cs typeface="Abel"/>
                  <a:sym typeface="Abel"/>
                </a:rPr>
                <a:t>ANALYSIS</a:t>
              </a:r>
              <a:endParaRPr>
                <a:solidFill>
                  <a:srgbClr val="FFFFFF"/>
                </a:solidFill>
                <a:latin typeface="Abel"/>
                <a:ea typeface="Abel"/>
                <a:cs typeface="Abel"/>
                <a:sym typeface="Abel"/>
              </a:endParaRPr>
            </a:p>
          </p:txBody>
        </p:sp>
      </p:grpSp>
      <p:grpSp>
        <p:nvGrpSpPr>
          <p:cNvPr id="3407" name="Google Shape;3407;p62"/>
          <p:cNvGrpSpPr/>
          <p:nvPr/>
        </p:nvGrpSpPr>
        <p:grpSpPr>
          <a:xfrm>
            <a:off x="4519227" y="1838386"/>
            <a:ext cx="967111" cy="967179"/>
            <a:chOff x="1528850" y="1999450"/>
            <a:chExt cx="1066275" cy="1066350"/>
          </a:xfrm>
        </p:grpSpPr>
        <p:sp>
          <p:nvSpPr>
            <p:cNvPr id="3408" name="Google Shape;3408;p62"/>
            <p:cNvSpPr/>
            <p:nvPr/>
          </p:nvSpPr>
          <p:spPr>
            <a:xfrm>
              <a:off x="1528925" y="1999450"/>
              <a:ext cx="1066200" cy="1066200"/>
            </a:xfrm>
            <a:prstGeom prst="ellipse">
              <a:avLst/>
            </a:prstGeom>
            <a:solidFill>
              <a:srgbClr val="2F293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Condensed"/>
                <a:ea typeface="Roboto Condensed"/>
                <a:cs typeface="Roboto Condensed"/>
                <a:sym typeface="Roboto Condensed"/>
              </a:endParaRPr>
            </a:p>
          </p:txBody>
        </p:sp>
        <p:sp>
          <p:nvSpPr>
            <p:cNvPr id="3409" name="Google Shape;3409;p62"/>
            <p:cNvSpPr txBox="1"/>
            <p:nvPr/>
          </p:nvSpPr>
          <p:spPr>
            <a:xfrm>
              <a:off x="1528850" y="1999600"/>
              <a:ext cx="1066200" cy="106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Abel"/>
                  <a:ea typeface="Abel"/>
                  <a:cs typeface="Abel"/>
                  <a:sym typeface="Abel"/>
                </a:rPr>
                <a:t>UX</a:t>
              </a:r>
              <a:endParaRPr>
                <a:solidFill>
                  <a:srgbClr val="FFFFFF"/>
                </a:solidFill>
                <a:latin typeface="Abel"/>
                <a:ea typeface="Abel"/>
                <a:cs typeface="Abel"/>
                <a:sym typeface="Abel"/>
              </a:endParaRPr>
            </a:p>
            <a:p>
              <a:pPr indent="0" lvl="0" marL="0" rtl="0" algn="ctr">
                <a:spcBef>
                  <a:spcPts val="0"/>
                </a:spcBef>
                <a:spcAft>
                  <a:spcPts val="0"/>
                </a:spcAft>
                <a:buNone/>
              </a:pPr>
              <a:r>
                <a:rPr i="1" lang="en" sz="1200">
                  <a:solidFill>
                    <a:srgbClr val="FFFFFF"/>
                  </a:solidFill>
                  <a:latin typeface="Abel"/>
                  <a:ea typeface="Abel"/>
                  <a:cs typeface="Abel"/>
                  <a:sym typeface="Abel"/>
                </a:rPr>
                <a:t>(Concept/</a:t>
              </a:r>
              <a:br>
                <a:rPr i="1" lang="en" sz="1200">
                  <a:solidFill>
                    <a:srgbClr val="FFFFFF"/>
                  </a:solidFill>
                  <a:latin typeface="Abel"/>
                  <a:ea typeface="Abel"/>
                  <a:cs typeface="Abel"/>
                  <a:sym typeface="Abel"/>
                </a:rPr>
              </a:br>
              <a:r>
                <a:rPr i="1" lang="en" sz="1200">
                  <a:solidFill>
                    <a:srgbClr val="FFFFFF"/>
                  </a:solidFill>
                  <a:latin typeface="Abel"/>
                  <a:ea typeface="Abel"/>
                  <a:cs typeface="Abel"/>
                  <a:sym typeface="Abel"/>
                </a:rPr>
                <a:t>Ideate)</a:t>
              </a:r>
              <a:endParaRPr>
                <a:solidFill>
                  <a:srgbClr val="FFFFFF"/>
                </a:solidFill>
                <a:latin typeface="Abel"/>
                <a:ea typeface="Abel"/>
                <a:cs typeface="Abel"/>
                <a:sym typeface="Abel"/>
              </a:endParaRPr>
            </a:p>
          </p:txBody>
        </p:sp>
      </p:grpSp>
      <p:grpSp>
        <p:nvGrpSpPr>
          <p:cNvPr id="3410" name="Google Shape;3410;p62"/>
          <p:cNvGrpSpPr/>
          <p:nvPr/>
        </p:nvGrpSpPr>
        <p:grpSpPr>
          <a:xfrm>
            <a:off x="5885656" y="1838386"/>
            <a:ext cx="967111" cy="967179"/>
            <a:chOff x="1528850" y="1999450"/>
            <a:chExt cx="1066275" cy="1066350"/>
          </a:xfrm>
        </p:grpSpPr>
        <p:sp>
          <p:nvSpPr>
            <p:cNvPr id="3411" name="Google Shape;3411;p62"/>
            <p:cNvSpPr/>
            <p:nvPr/>
          </p:nvSpPr>
          <p:spPr>
            <a:xfrm>
              <a:off x="1528925" y="1999450"/>
              <a:ext cx="1066200" cy="1066200"/>
            </a:xfrm>
            <a:prstGeom prst="ellipse">
              <a:avLst/>
            </a:prstGeom>
            <a:solidFill>
              <a:srgbClr val="2F293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Condensed"/>
                <a:ea typeface="Roboto Condensed"/>
                <a:cs typeface="Roboto Condensed"/>
                <a:sym typeface="Roboto Condensed"/>
              </a:endParaRPr>
            </a:p>
          </p:txBody>
        </p:sp>
        <p:sp>
          <p:nvSpPr>
            <p:cNvPr id="3412" name="Google Shape;3412;p62"/>
            <p:cNvSpPr txBox="1"/>
            <p:nvPr/>
          </p:nvSpPr>
          <p:spPr>
            <a:xfrm>
              <a:off x="1528850" y="1999600"/>
              <a:ext cx="1066200" cy="106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Abel"/>
                  <a:ea typeface="Abel"/>
                  <a:cs typeface="Abel"/>
                  <a:sym typeface="Abel"/>
                </a:rPr>
                <a:t>UI</a:t>
              </a:r>
              <a:endParaRPr>
                <a:solidFill>
                  <a:srgbClr val="FFFFFF"/>
                </a:solidFill>
                <a:latin typeface="Abel"/>
                <a:ea typeface="Abel"/>
                <a:cs typeface="Abel"/>
                <a:sym typeface="Abel"/>
              </a:endParaRPr>
            </a:p>
            <a:p>
              <a:pPr indent="0" lvl="0" marL="0" rtl="0" algn="ctr">
                <a:spcBef>
                  <a:spcPts val="0"/>
                </a:spcBef>
                <a:spcAft>
                  <a:spcPts val="0"/>
                </a:spcAft>
                <a:buNone/>
              </a:pPr>
              <a:r>
                <a:rPr lang="en">
                  <a:solidFill>
                    <a:srgbClr val="FFFFFF"/>
                  </a:solidFill>
                  <a:latin typeface="Abel"/>
                  <a:ea typeface="Abel"/>
                  <a:cs typeface="Abel"/>
                  <a:sym typeface="Abel"/>
                </a:rPr>
                <a:t>DESIGN</a:t>
              </a:r>
              <a:endParaRPr>
                <a:solidFill>
                  <a:srgbClr val="FFFFFF"/>
                </a:solidFill>
                <a:latin typeface="Abel"/>
                <a:ea typeface="Abel"/>
                <a:cs typeface="Abel"/>
                <a:sym typeface="Abel"/>
              </a:endParaRPr>
            </a:p>
          </p:txBody>
        </p:sp>
      </p:grpSp>
      <p:grpSp>
        <p:nvGrpSpPr>
          <p:cNvPr id="3413" name="Google Shape;3413;p62"/>
          <p:cNvGrpSpPr/>
          <p:nvPr/>
        </p:nvGrpSpPr>
        <p:grpSpPr>
          <a:xfrm>
            <a:off x="7240511" y="1838386"/>
            <a:ext cx="967111" cy="967179"/>
            <a:chOff x="1528850" y="1999450"/>
            <a:chExt cx="1066275" cy="1066350"/>
          </a:xfrm>
        </p:grpSpPr>
        <p:sp>
          <p:nvSpPr>
            <p:cNvPr id="3414" name="Google Shape;3414;p62"/>
            <p:cNvSpPr/>
            <p:nvPr/>
          </p:nvSpPr>
          <p:spPr>
            <a:xfrm>
              <a:off x="1528925" y="1999450"/>
              <a:ext cx="1066200" cy="1066200"/>
            </a:xfrm>
            <a:prstGeom prst="ellipse">
              <a:avLst/>
            </a:prstGeom>
            <a:solidFill>
              <a:srgbClr val="2F293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Condensed"/>
                <a:ea typeface="Roboto Condensed"/>
                <a:cs typeface="Roboto Condensed"/>
                <a:sym typeface="Roboto Condensed"/>
              </a:endParaRPr>
            </a:p>
          </p:txBody>
        </p:sp>
        <p:sp>
          <p:nvSpPr>
            <p:cNvPr id="3397" name="Google Shape;3397;p62"/>
            <p:cNvSpPr txBox="1"/>
            <p:nvPr/>
          </p:nvSpPr>
          <p:spPr>
            <a:xfrm>
              <a:off x="1528850" y="1999600"/>
              <a:ext cx="1066200" cy="106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Abel"/>
                  <a:ea typeface="Abel"/>
                  <a:cs typeface="Abel"/>
                  <a:sym typeface="Abel"/>
                </a:rPr>
                <a:t>DEVELOP</a:t>
              </a:r>
              <a:endParaRPr>
                <a:solidFill>
                  <a:srgbClr val="FFFFFF"/>
                </a:solidFill>
                <a:latin typeface="Abel"/>
                <a:ea typeface="Abel"/>
                <a:cs typeface="Abel"/>
                <a:sym typeface="Abel"/>
              </a:endParaRPr>
            </a:p>
          </p:txBody>
        </p:sp>
      </p:grpSp>
      <p:grpSp>
        <p:nvGrpSpPr>
          <p:cNvPr id="3415" name="Google Shape;3415;p62"/>
          <p:cNvGrpSpPr/>
          <p:nvPr/>
        </p:nvGrpSpPr>
        <p:grpSpPr>
          <a:xfrm>
            <a:off x="746975" y="972175"/>
            <a:ext cx="1932350" cy="2554248"/>
            <a:chOff x="594575" y="1182775"/>
            <a:chExt cx="1932350" cy="2554248"/>
          </a:xfrm>
        </p:grpSpPr>
        <p:sp>
          <p:nvSpPr>
            <p:cNvPr id="3416" name="Google Shape;3416;p62"/>
            <p:cNvSpPr txBox="1"/>
            <p:nvPr/>
          </p:nvSpPr>
          <p:spPr>
            <a:xfrm>
              <a:off x="1559725" y="1182775"/>
              <a:ext cx="9672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Customers</a:t>
              </a:r>
              <a:endParaRPr sz="1200">
                <a:latin typeface="Abel"/>
                <a:ea typeface="Abel"/>
                <a:cs typeface="Abel"/>
                <a:sym typeface="Abel"/>
              </a:endParaRPr>
            </a:p>
          </p:txBody>
        </p:sp>
        <p:sp>
          <p:nvSpPr>
            <p:cNvPr id="3417" name="Google Shape;3417;p62"/>
            <p:cNvSpPr txBox="1"/>
            <p:nvPr/>
          </p:nvSpPr>
          <p:spPr>
            <a:xfrm>
              <a:off x="594575" y="2078150"/>
              <a:ext cx="9672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Goals</a:t>
              </a:r>
              <a:endParaRPr sz="1200">
                <a:latin typeface="Abel"/>
                <a:ea typeface="Abel"/>
                <a:cs typeface="Abel"/>
                <a:sym typeface="Abel"/>
              </a:endParaRPr>
            </a:p>
          </p:txBody>
        </p:sp>
        <p:sp>
          <p:nvSpPr>
            <p:cNvPr id="3418" name="Google Shape;3418;p62"/>
            <p:cNvSpPr txBox="1"/>
            <p:nvPr/>
          </p:nvSpPr>
          <p:spPr>
            <a:xfrm>
              <a:off x="761888" y="1317600"/>
              <a:ext cx="9672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Brand</a:t>
              </a:r>
              <a:endParaRPr sz="1200">
                <a:latin typeface="Abel"/>
                <a:ea typeface="Abel"/>
                <a:cs typeface="Abel"/>
                <a:sym typeface="Abel"/>
              </a:endParaRPr>
            </a:p>
          </p:txBody>
        </p:sp>
        <p:sp>
          <p:nvSpPr>
            <p:cNvPr id="3419" name="Google Shape;3419;p62"/>
            <p:cNvSpPr txBox="1"/>
            <p:nvPr/>
          </p:nvSpPr>
          <p:spPr>
            <a:xfrm>
              <a:off x="644288" y="2838700"/>
              <a:ext cx="9672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Business</a:t>
              </a:r>
              <a:endParaRPr sz="1200">
                <a:latin typeface="Abel"/>
                <a:ea typeface="Abel"/>
                <a:cs typeface="Abel"/>
                <a:sym typeface="Abel"/>
              </a:endParaRPr>
            </a:p>
          </p:txBody>
        </p:sp>
        <p:sp>
          <p:nvSpPr>
            <p:cNvPr id="3420" name="Google Shape;3420;p62"/>
            <p:cNvSpPr txBox="1"/>
            <p:nvPr/>
          </p:nvSpPr>
          <p:spPr>
            <a:xfrm>
              <a:off x="1559725" y="3178413"/>
              <a:ext cx="9672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Vision</a:t>
              </a:r>
              <a:endParaRPr sz="1200">
                <a:latin typeface="Abel"/>
                <a:ea typeface="Abel"/>
                <a:cs typeface="Abel"/>
                <a:sym typeface="Abel"/>
              </a:endParaRPr>
            </a:p>
          </p:txBody>
        </p:sp>
        <p:grpSp>
          <p:nvGrpSpPr>
            <p:cNvPr id="3421" name="Google Shape;3421;p62"/>
            <p:cNvGrpSpPr/>
            <p:nvPr/>
          </p:nvGrpSpPr>
          <p:grpSpPr>
            <a:xfrm>
              <a:off x="1915416" y="1561225"/>
              <a:ext cx="255844" cy="187702"/>
              <a:chOff x="5331913" y="3413947"/>
              <a:chExt cx="347143" cy="254684"/>
            </a:xfrm>
          </p:grpSpPr>
          <p:sp>
            <p:nvSpPr>
              <p:cNvPr id="3422" name="Google Shape;3422;p62"/>
              <p:cNvSpPr/>
              <p:nvPr/>
            </p:nvSpPr>
            <p:spPr>
              <a:xfrm>
                <a:off x="5597163" y="3523083"/>
                <a:ext cx="43222" cy="15564"/>
              </a:xfrm>
              <a:custGeom>
                <a:rect b="b" l="l" r="r" t="t"/>
                <a:pathLst>
                  <a:path extrusionOk="0" h="489" w="1358">
                    <a:moveTo>
                      <a:pt x="167" y="0"/>
                    </a:moveTo>
                    <a:cubicBezTo>
                      <a:pt x="84" y="0"/>
                      <a:pt x="0" y="71"/>
                      <a:pt x="0" y="167"/>
                    </a:cubicBezTo>
                    <a:cubicBezTo>
                      <a:pt x="0" y="250"/>
                      <a:pt x="84" y="322"/>
                      <a:pt x="167" y="322"/>
                    </a:cubicBezTo>
                    <a:cubicBezTo>
                      <a:pt x="346" y="322"/>
                      <a:pt x="870" y="357"/>
                      <a:pt x="1120" y="476"/>
                    </a:cubicBezTo>
                    <a:cubicBezTo>
                      <a:pt x="1155" y="488"/>
                      <a:pt x="1167" y="488"/>
                      <a:pt x="1191" y="488"/>
                    </a:cubicBezTo>
                    <a:cubicBezTo>
                      <a:pt x="1251" y="488"/>
                      <a:pt x="1310" y="464"/>
                      <a:pt x="1346" y="405"/>
                    </a:cubicBezTo>
                    <a:cubicBezTo>
                      <a:pt x="1358" y="322"/>
                      <a:pt x="1334" y="226"/>
                      <a:pt x="1251" y="191"/>
                    </a:cubicBezTo>
                    <a:cubicBezTo>
                      <a:pt x="882" y="12"/>
                      <a:pt x="203"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62"/>
              <p:cNvSpPr/>
              <p:nvPr/>
            </p:nvSpPr>
            <p:spPr>
              <a:xfrm>
                <a:off x="5331913" y="3413947"/>
                <a:ext cx="347143" cy="253538"/>
              </a:xfrm>
              <a:custGeom>
                <a:rect b="b" l="l" r="r" t="t"/>
                <a:pathLst>
                  <a:path extrusionOk="0" h="7966" w="10907">
                    <a:moveTo>
                      <a:pt x="7168" y="357"/>
                    </a:moveTo>
                    <a:lnTo>
                      <a:pt x="7168" y="1893"/>
                    </a:lnTo>
                    <a:cubicBezTo>
                      <a:pt x="7168" y="2131"/>
                      <a:pt x="7120" y="2357"/>
                      <a:pt x="7013" y="2560"/>
                    </a:cubicBezTo>
                    <a:cubicBezTo>
                      <a:pt x="7001" y="2584"/>
                      <a:pt x="7001" y="2608"/>
                      <a:pt x="7001" y="2643"/>
                    </a:cubicBezTo>
                    <a:lnTo>
                      <a:pt x="7001" y="3084"/>
                    </a:lnTo>
                    <a:cubicBezTo>
                      <a:pt x="7001" y="3512"/>
                      <a:pt x="6822" y="3917"/>
                      <a:pt x="6513" y="4203"/>
                    </a:cubicBezTo>
                    <a:cubicBezTo>
                      <a:pt x="6465" y="4227"/>
                      <a:pt x="6429" y="4274"/>
                      <a:pt x="6394" y="4310"/>
                    </a:cubicBezTo>
                    <a:cubicBezTo>
                      <a:pt x="6111" y="4514"/>
                      <a:pt x="5775" y="4621"/>
                      <a:pt x="5415" y="4621"/>
                    </a:cubicBezTo>
                    <a:cubicBezTo>
                      <a:pt x="5396" y="4621"/>
                      <a:pt x="5377" y="4620"/>
                      <a:pt x="5358" y="4620"/>
                    </a:cubicBezTo>
                    <a:cubicBezTo>
                      <a:pt x="4536" y="4560"/>
                      <a:pt x="3917" y="3858"/>
                      <a:pt x="3917" y="3024"/>
                    </a:cubicBezTo>
                    <a:lnTo>
                      <a:pt x="3917" y="2643"/>
                    </a:lnTo>
                    <a:cubicBezTo>
                      <a:pt x="3917" y="2608"/>
                      <a:pt x="3917" y="2596"/>
                      <a:pt x="3905" y="2560"/>
                    </a:cubicBezTo>
                    <a:cubicBezTo>
                      <a:pt x="3798" y="2357"/>
                      <a:pt x="3751" y="2131"/>
                      <a:pt x="3751" y="1893"/>
                    </a:cubicBezTo>
                    <a:lnTo>
                      <a:pt x="3751" y="1548"/>
                    </a:lnTo>
                    <a:cubicBezTo>
                      <a:pt x="3751" y="893"/>
                      <a:pt x="4286" y="357"/>
                      <a:pt x="4941" y="357"/>
                    </a:cubicBezTo>
                    <a:close/>
                    <a:moveTo>
                      <a:pt x="10013" y="2905"/>
                    </a:moveTo>
                    <a:lnTo>
                      <a:pt x="10013" y="3560"/>
                    </a:lnTo>
                    <a:cubicBezTo>
                      <a:pt x="10013" y="3667"/>
                      <a:pt x="9989" y="3774"/>
                      <a:pt x="9942" y="3870"/>
                    </a:cubicBezTo>
                    <a:lnTo>
                      <a:pt x="9870" y="4036"/>
                    </a:lnTo>
                    <a:cubicBezTo>
                      <a:pt x="9858" y="4048"/>
                      <a:pt x="9858" y="4084"/>
                      <a:pt x="9858" y="4108"/>
                    </a:cubicBezTo>
                    <a:lnTo>
                      <a:pt x="9858" y="4453"/>
                    </a:lnTo>
                    <a:cubicBezTo>
                      <a:pt x="9870" y="4679"/>
                      <a:pt x="9763" y="4882"/>
                      <a:pt x="9597" y="5048"/>
                    </a:cubicBezTo>
                    <a:cubicBezTo>
                      <a:pt x="9451" y="5205"/>
                      <a:pt x="9244" y="5288"/>
                      <a:pt x="9022" y="5288"/>
                    </a:cubicBezTo>
                    <a:cubicBezTo>
                      <a:pt x="9007" y="5288"/>
                      <a:pt x="8992" y="5287"/>
                      <a:pt x="8977" y="5286"/>
                    </a:cubicBezTo>
                    <a:cubicBezTo>
                      <a:pt x="8513" y="5275"/>
                      <a:pt x="8144" y="4870"/>
                      <a:pt x="8144" y="4382"/>
                    </a:cubicBezTo>
                    <a:lnTo>
                      <a:pt x="8144" y="4084"/>
                    </a:lnTo>
                    <a:cubicBezTo>
                      <a:pt x="8144" y="4048"/>
                      <a:pt x="8144" y="4036"/>
                      <a:pt x="8132" y="4012"/>
                    </a:cubicBezTo>
                    <a:lnTo>
                      <a:pt x="8025" y="3810"/>
                    </a:lnTo>
                    <a:cubicBezTo>
                      <a:pt x="8002" y="3741"/>
                      <a:pt x="7968" y="3672"/>
                      <a:pt x="7966" y="3582"/>
                    </a:cubicBezTo>
                    <a:lnTo>
                      <a:pt x="7966" y="3582"/>
                    </a:lnTo>
                    <a:cubicBezTo>
                      <a:pt x="7973" y="3196"/>
                      <a:pt x="8279" y="2905"/>
                      <a:pt x="8644" y="2905"/>
                    </a:cubicBezTo>
                    <a:close/>
                    <a:moveTo>
                      <a:pt x="1727" y="2893"/>
                    </a:moveTo>
                    <a:cubicBezTo>
                      <a:pt x="2000" y="2893"/>
                      <a:pt x="2250" y="3000"/>
                      <a:pt x="2441" y="3191"/>
                    </a:cubicBezTo>
                    <a:cubicBezTo>
                      <a:pt x="2643" y="3381"/>
                      <a:pt x="2739" y="3655"/>
                      <a:pt x="2774" y="3929"/>
                    </a:cubicBezTo>
                    <a:cubicBezTo>
                      <a:pt x="2774" y="4024"/>
                      <a:pt x="2786" y="4132"/>
                      <a:pt x="2786" y="4227"/>
                    </a:cubicBezTo>
                    <a:lnTo>
                      <a:pt x="2786" y="4262"/>
                    </a:lnTo>
                    <a:cubicBezTo>
                      <a:pt x="2608" y="3989"/>
                      <a:pt x="2358" y="3798"/>
                      <a:pt x="2000" y="3691"/>
                    </a:cubicBezTo>
                    <a:cubicBezTo>
                      <a:pt x="1753" y="3615"/>
                      <a:pt x="1520" y="3607"/>
                      <a:pt x="1431" y="3607"/>
                    </a:cubicBezTo>
                    <a:cubicBezTo>
                      <a:pt x="1409" y="3607"/>
                      <a:pt x="1396" y="3608"/>
                      <a:pt x="1393" y="3608"/>
                    </a:cubicBezTo>
                    <a:cubicBezTo>
                      <a:pt x="1346" y="3608"/>
                      <a:pt x="1310" y="3620"/>
                      <a:pt x="1286" y="3655"/>
                    </a:cubicBezTo>
                    <a:lnTo>
                      <a:pt x="1000" y="3953"/>
                    </a:lnTo>
                    <a:cubicBezTo>
                      <a:pt x="941" y="4012"/>
                      <a:pt x="941" y="4108"/>
                      <a:pt x="1000" y="4167"/>
                    </a:cubicBezTo>
                    <a:cubicBezTo>
                      <a:pt x="1030" y="4197"/>
                      <a:pt x="1072" y="4212"/>
                      <a:pt x="1113" y="4212"/>
                    </a:cubicBezTo>
                    <a:cubicBezTo>
                      <a:pt x="1155" y="4212"/>
                      <a:pt x="1197" y="4197"/>
                      <a:pt x="1226" y="4167"/>
                    </a:cubicBezTo>
                    <a:lnTo>
                      <a:pt x="1465" y="3917"/>
                    </a:lnTo>
                    <a:cubicBezTo>
                      <a:pt x="1667" y="3929"/>
                      <a:pt x="2322" y="4012"/>
                      <a:pt x="2572" y="4572"/>
                    </a:cubicBezTo>
                    <a:cubicBezTo>
                      <a:pt x="2500" y="4989"/>
                      <a:pt x="2143" y="5298"/>
                      <a:pt x="1727" y="5298"/>
                    </a:cubicBezTo>
                    <a:cubicBezTo>
                      <a:pt x="1250" y="5298"/>
                      <a:pt x="869" y="4917"/>
                      <a:pt x="869" y="4441"/>
                    </a:cubicBezTo>
                    <a:cubicBezTo>
                      <a:pt x="869" y="4346"/>
                      <a:pt x="798" y="4274"/>
                      <a:pt x="703" y="4274"/>
                    </a:cubicBezTo>
                    <a:lnTo>
                      <a:pt x="679" y="4274"/>
                    </a:lnTo>
                    <a:lnTo>
                      <a:pt x="679" y="4227"/>
                    </a:lnTo>
                    <a:cubicBezTo>
                      <a:pt x="679" y="4132"/>
                      <a:pt x="679" y="4024"/>
                      <a:pt x="691" y="3929"/>
                    </a:cubicBezTo>
                    <a:cubicBezTo>
                      <a:pt x="703" y="3655"/>
                      <a:pt x="822" y="3381"/>
                      <a:pt x="1012" y="3191"/>
                    </a:cubicBezTo>
                    <a:cubicBezTo>
                      <a:pt x="1215" y="3000"/>
                      <a:pt x="1465" y="2893"/>
                      <a:pt x="1727" y="2893"/>
                    </a:cubicBezTo>
                    <a:close/>
                    <a:moveTo>
                      <a:pt x="643" y="4882"/>
                    </a:moveTo>
                    <a:cubicBezTo>
                      <a:pt x="726" y="5096"/>
                      <a:pt x="881" y="5275"/>
                      <a:pt x="1060" y="5405"/>
                    </a:cubicBezTo>
                    <a:lnTo>
                      <a:pt x="1060" y="5596"/>
                    </a:lnTo>
                    <a:cubicBezTo>
                      <a:pt x="762" y="5501"/>
                      <a:pt x="619" y="5346"/>
                      <a:pt x="560" y="5275"/>
                    </a:cubicBezTo>
                    <a:cubicBezTo>
                      <a:pt x="595" y="5155"/>
                      <a:pt x="631" y="5036"/>
                      <a:pt x="643" y="4882"/>
                    </a:cubicBezTo>
                    <a:close/>
                    <a:moveTo>
                      <a:pt x="2798" y="4882"/>
                    </a:moveTo>
                    <a:cubicBezTo>
                      <a:pt x="2810" y="5024"/>
                      <a:pt x="2846" y="5155"/>
                      <a:pt x="2893" y="5263"/>
                    </a:cubicBezTo>
                    <a:cubicBezTo>
                      <a:pt x="2834" y="5346"/>
                      <a:pt x="2679" y="5477"/>
                      <a:pt x="2381" y="5596"/>
                    </a:cubicBezTo>
                    <a:lnTo>
                      <a:pt x="2381" y="5405"/>
                    </a:lnTo>
                    <a:cubicBezTo>
                      <a:pt x="2560" y="5275"/>
                      <a:pt x="2715" y="5096"/>
                      <a:pt x="2798" y="4882"/>
                    </a:cubicBezTo>
                    <a:close/>
                    <a:moveTo>
                      <a:pt x="6299" y="4727"/>
                    </a:moveTo>
                    <a:lnTo>
                      <a:pt x="6299" y="5001"/>
                    </a:lnTo>
                    <a:lnTo>
                      <a:pt x="5453" y="5596"/>
                    </a:lnTo>
                    <a:lnTo>
                      <a:pt x="4584" y="5024"/>
                    </a:lnTo>
                    <a:lnTo>
                      <a:pt x="4584" y="4727"/>
                    </a:lnTo>
                    <a:cubicBezTo>
                      <a:pt x="4810" y="4846"/>
                      <a:pt x="5060" y="4917"/>
                      <a:pt x="5322" y="4929"/>
                    </a:cubicBezTo>
                    <a:lnTo>
                      <a:pt x="5441" y="4929"/>
                    </a:lnTo>
                    <a:cubicBezTo>
                      <a:pt x="5739" y="4929"/>
                      <a:pt x="6037" y="4858"/>
                      <a:pt x="6299" y="4727"/>
                    </a:cubicBezTo>
                    <a:close/>
                    <a:moveTo>
                      <a:pt x="9347" y="5572"/>
                    </a:moveTo>
                    <a:lnTo>
                      <a:pt x="9347" y="5632"/>
                    </a:lnTo>
                    <a:cubicBezTo>
                      <a:pt x="9347" y="5656"/>
                      <a:pt x="9347" y="5691"/>
                      <a:pt x="9358" y="5715"/>
                    </a:cubicBezTo>
                    <a:lnTo>
                      <a:pt x="9001" y="6072"/>
                    </a:lnTo>
                    <a:lnTo>
                      <a:pt x="8644" y="5715"/>
                    </a:lnTo>
                    <a:cubicBezTo>
                      <a:pt x="8644" y="5691"/>
                      <a:pt x="8668" y="5656"/>
                      <a:pt x="8668" y="5632"/>
                    </a:cubicBezTo>
                    <a:lnTo>
                      <a:pt x="8668" y="5572"/>
                    </a:lnTo>
                    <a:cubicBezTo>
                      <a:pt x="8763" y="5596"/>
                      <a:pt x="8870" y="5632"/>
                      <a:pt x="8977" y="5632"/>
                    </a:cubicBezTo>
                    <a:lnTo>
                      <a:pt x="9001" y="5632"/>
                    </a:lnTo>
                    <a:cubicBezTo>
                      <a:pt x="9120" y="5632"/>
                      <a:pt x="9239" y="5620"/>
                      <a:pt x="9347" y="5572"/>
                    </a:cubicBezTo>
                    <a:close/>
                    <a:moveTo>
                      <a:pt x="2108" y="5572"/>
                    </a:moveTo>
                    <a:lnTo>
                      <a:pt x="2108" y="5739"/>
                    </a:lnTo>
                    <a:cubicBezTo>
                      <a:pt x="2108" y="5798"/>
                      <a:pt x="2119" y="5834"/>
                      <a:pt x="2143" y="5882"/>
                    </a:cubicBezTo>
                    <a:lnTo>
                      <a:pt x="1965" y="6013"/>
                    </a:lnTo>
                    <a:cubicBezTo>
                      <a:pt x="1899" y="6084"/>
                      <a:pt x="1816" y="6120"/>
                      <a:pt x="1731" y="6120"/>
                    </a:cubicBezTo>
                    <a:cubicBezTo>
                      <a:pt x="1646" y="6120"/>
                      <a:pt x="1560" y="6084"/>
                      <a:pt x="1488" y="6013"/>
                    </a:cubicBezTo>
                    <a:lnTo>
                      <a:pt x="1346" y="5882"/>
                    </a:lnTo>
                    <a:cubicBezTo>
                      <a:pt x="1369" y="5834"/>
                      <a:pt x="1381" y="5775"/>
                      <a:pt x="1381" y="5739"/>
                    </a:cubicBezTo>
                    <a:lnTo>
                      <a:pt x="1381" y="5572"/>
                    </a:lnTo>
                    <a:cubicBezTo>
                      <a:pt x="1488" y="5596"/>
                      <a:pt x="1607" y="5632"/>
                      <a:pt x="1750" y="5632"/>
                    </a:cubicBezTo>
                    <a:cubicBezTo>
                      <a:pt x="1857" y="5632"/>
                      <a:pt x="1977" y="5608"/>
                      <a:pt x="2108" y="5572"/>
                    </a:cubicBezTo>
                    <a:close/>
                    <a:moveTo>
                      <a:pt x="4465" y="5298"/>
                    </a:moveTo>
                    <a:lnTo>
                      <a:pt x="5215" y="5810"/>
                    </a:lnTo>
                    <a:lnTo>
                      <a:pt x="4810" y="6215"/>
                    </a:lnTo>
                    <a:lnTo>
                      <a:pt x="4798" y="6215"/>
                    </a:lnTo>
                    <a:lnTo>
                      <a:pt x="4310" y="5465"/>
                    </a:lnTo>
                    <a:lnTo>
                      <a:pt x="4465" y="5298"/>
                    </a:lnTo>
                    <a:close/>
                    <a:moveTo>
                      <a:pt x="6429" y="5298"/>
                    </a:moveTo>
                    <a:lnTo>
                      <a:pt x="6596" y="5465"/>
                    </a:lnTo>
                    <a:lnTo>
                      <a:pt x="6108" y="6215"/>
                    </a:lnTo>
                    <a:lnTo>
                      <a:pt x="6096" y="6215"/>
                    </a:lnTo>
                    <a:lnTo>
                      <a:pt x="5691" y="5810"/>
                    </a:lnTo>
                    <a:lnTo>
                      <a:pt x="6429" y="5298"/>
                    </a:lnTo>
                    <a:close/>
                    <a:moveTo>
                      <a:pt x="4905" y="0"/>
                    </a:moveTo>
                    <a:cubicBezTo>
                      <a:pt x="4072" y="0"/>
                      <a:pt x="3381" y="691"/>
                      <a:pt x="3381" y="1524"/>
                    </a:cubicBezTo>
                    <a:lnTo>
                      <a:pt x="3381" y="1869"/>
                    </a:lnTo>
                    <a:cubicBezTo>
                      <a:pt x="3381" y="2131"/>
                      <a:pt x="3441" y="2381"/>
                      <a:pt x="3548" y="2643"/>
                    </a:cubicBezTo>
                    <a:lnTo>
                      <a:pt x="3548" y="3000"/>
                    </a:lnTo>
                    <a:cubicBezTo>
                      <a:pt x="3548" y="3596"/>
                      <a:pt x="3810" y="4132"/>
                      <a:pt x="4227" y="4465"/>
                    </a:cubicBezTo>
                    <a:lnTo>
                      <a:pt x="4227" y="5001"/>
                    </a:lnTo>
                    <a:lnTo>
                      <a:pt x="3929" y="5322"/>
                    </a:lnTo>
                    <a:cubicBezTo>
                      <a:pt x="3905" y="5346"/>
                      <a:pt x="3893" y="5394"/>
                      <a:pt x="3893" y="5441"/>
                    </a:cubicBezTo>
                    <a:lnTo>
                      <a:pt x="2905" y="5798"/>
                    </a:lnTo>
                    <a:cubicBezTo>
                      <a:pt x="2834" y="5822"/>
                      <a:pt x="2774" y="5858"/>
                      <a:pt x="2715" y="5894"/>
                    </a:cubicBezTo>
                    <a:lnTo>
                      <a:pt x="2560" y="5822"/>
                    </a:lnTo>
                    <a:cubicBezTo>
                      <a:pt x="3024" y="5632"/>
                      <a:pt x="3155" y="5346"/>
                      <a:pt x="3179" y="5334"/>
                    </a:cubicBezTo>
                    <a:cubicBezTo>
                      <a:pt x="3203" y="5286"/>
                      <a:pt x="3203" y="5227"/>
                      <a:pt x="3179" y="5179"/>
                    </a:cubicBezTo>
                    <a:cubicBezTo>
                      <a:pt x="3060" y="4965"/>
                      <a:pt x="3036" y="4524"/>
                      <a:pt x="3036" y="4203"/>
                    </a:cubicBezTo>
                    <a:cubicBezTo>
                      <a:pt x="3036" y="4084"/>
                      <a:pt x="3036" y="3977"/>
                      <a:pt x="3024" y="3893"/>
                    </a:cubicBezTo>
                    <a:cubicBezTo>
                      <a:pt x="2965" y="3131"/>
                      <a:pt x="2405" y="2548"/>
                      <a:pt x="1691" y="2548"/>
                    </a:cubicBezTo>
                    <a:cubicBezTo>
                      <a:pt x="976" y="2548"/>
                      <a:pt x="393" y="3131"/>
                      <a:pt x="345" y="3893"/>
                    </a:cubicBezTo>
                    <a:cubicBezTo>
                      <a:pt x="345" y="3977"/>
                      <a:pt x="333" y="4084"/>
                      <a:pt x="333" y="4203"/>
                    </a:cubicBezTo>
                    <a:cubicBezTo>
                      <a:pt x="322" y="4548"/>
                      <a:pt x="298" y="4965"/>
                      <a:pt x="203" y="5179"/>
                    </a:cubicBezTo>
                    <a:cubicBezTo>
                      <a:pt x="167" y="5227"/>
                      <a:pt x="167" y="5286"/>
                      <a:pt x="203" y="5334"/>
                    </a:cubicBezTo>
                    <a:cubicBezTo>
                      <a:pt x="203" y="5346"/>
                      <a:pt x="345" y="5632"/>
                      <a:pt x="810" y="5822"/>
                    </a:cubicBezTo>
                    <a:lnTo>
                      <a:pt x="369" y="6037"/>
                    </a:lnTo>
                    <a:cubicBezTo>
                      <a:pt x="155" y="6156"/>
                      <a:pt x="0" y="6370"/>
                      <a:pt x="0" y="6632"/>
                    </a:cubicBezTo>
                    <a:lnTo>
                      <a:pt x="0" y="7799"/>
                    </a:lnTo>
                    <a:cubicBezTo>
                      <a:pt x="0" y="7894"/>
                      <a:pt x="72" y="7965"/>
                      <a:pt x="167" y="7965"/>
                    </a:cubicBezTo>
                    <a:cubicBezTo>
                      <a:pt x="250" y="7965"/>
                      <a:pt x="333" y="7894"/>
                      <a:pt x="333" y="7799"/>
                    </a:cubicBezTo>
                    <a:lnTo>
                      <a:pt x="333" y="6632"/>
                    </a:lnTo>
                    <a:cubicBezTo>
                      <a:pt x="333" y="6489"/>
                      <a:pt x="405" y="6370"/>
                      <a:pt x="524" y="6310"/>
                    </a:cubicBezTo>
                    <a:lnTo>
                      <a:pt x="1060" y="6048"/>
                    </a:lnTo>
                    <a:lnTo>
                      <a:pt x="1238" y="6227"/>
                    </a:lnTo>
                    <a:cubicBezTo>
                      <a:pt x="1369" y="6346"/>
                      <a:pt x="1536" y="6406"/>
                      <a:pt x="1703" y="6406"/>
                    </a:cubicBezTo>
                    <a:cubicBezTo>
                      <a:pt x="1857" y="6406"/>
                      <a:pt x="2024" y="6346"/>
                      <a:pt x="2155" y="6227"/>
                    </a:cubicBezTo>
                    <a:lnTo>
                      <a:pt x="2334" y="6048"/>
                    </a:lnTo>
                    <a:lnTo>
                      <a:pt x="2512" y="6132"/>
                    </a:lnTo>
                    <a:cubicBezTo>
                      <a:pt x="2441" y="6275"/>
                      <a:pt x="2381" y="6418"/>
                      <a:pt x="2381" y="6584"/>
                    </a:cubicBezTo>
                    <a:lnTo>
                      <a:pt x="2381" y="7799"/>
                    </a:lnTo>
                    <a:cubicBezTo>
                      <a:pt x="2381" y="7894"/>
                      <a:pt x="2453" y="7965"/>
                      <a:pt x="2548" y="7965"/>
                    </a:cubicBezTo>
                    <a:cubicBezTo>
                      <a:pt x="2631" y="7965"/>
                      <a:pt x="2715" y="7894"/>
                      <a:pt x="2715" y="7799"/>
                    </a:cubicBezTo>
                    <a:lnTo>
                      <a:pt x="2715" y="6584"/>
                    </a:lnTo>
                    <a:cubicBezTo>
                      <a:pt x="2715" y="6358"/>
                      <a:pt x="2846" y="6167"/>
                      <a:pt x="3048" y="6096"/>
                    </a:cubicBezTo>
                    <a:lnTo>
                      <a:pt x="4084" y="5715"/>
                    </a:lnTo>
                    <a:lnTo>
                      <a:pt x="4513" y="6358"/>
                    </a:lnTo>
                    <a:cubicBezTo>
                      <a:pt x="4572" y="6453"/>
                      <a:pt x="4655" y="6489"/>
                      <a:pt x="4751" y="6513"/>
                    </a:cubicBezTo>
                    <a:lnTo>
                      <a:pt x="4775" y="6513"/>
                    </a:lnTo>
                    <a:cubicBezTo>
                      <a:pt x="4870" y="6513"/>
                      <a:pt x="4941" y="6477"/>
                      <a:pt x="5013" y="6418"/>
                    </a:cubicBezTo>
                    <a:lnTo>
                      <a:pt x="5286" y="6156"/>
                    </a:lnTo>
                    <a:lnTo>
                      <a:pt x="5286" y="7799"/>
                    </a:lnTo>
                    <a:cubicBezTo>
                      <a:pt x="5286" y="7894"/>
                      <a:pt x="5358" y="7965"/>
                      <a:pt x="5453" y="7965"/>
                    </a:cubicBezTo>
                    <a:cubicBezTo>
                      <a:pt x="5537" y="7965"/>
                      <a:pt x="5608" y="7894"/>
                      <a:pt x="5608" y="7799"/>
                    </a:cubicBezTo>
                    <a:lnTo>
                      <a:pt x="5608" y="6156"/>
                    </a:lnTo>
                    <a:lnTo>
                      <a:pt x="5882" y="6418"/>
                    </a:lnTo>
                    <a:cubicBezTo>
                      <a:pt x="5941" y="6477"/>
                      <a:pt x="6025" y="6513"/>
                      <a:pt x="6120" y="6513"/>
                    </a:cubicBezTo>
                    <a:lnTo>
                      <a:pt x="6144" y="6513"/>
                    </a:lnTo>
                    <a:cubicBezTo>
                      <a:pt x="6251" y="6489"/>
                      <a:pt x="6322" y="6453"/>
                      <a:pt x="6382" y="6358"/>
                    </a:cubicBezTo>
                    <a:lnTo>
                      <a:pt x="6822" y="5715"/>
                    </a:lnTo>
                    <a:lnTo>
                      <a:pt x="7846" y="6096"/>
                    </a:lnTo>
                    <a:cubicBezTo>
                      <a:pt x="8049" y="6167"/>
                      <a:pt x="8192" y="6358"/>
                      <a:pt x="8192" y="6584"/>
                    </a:cubicBezTo>
                    <a:lnTo>
                      <a:pt x="8192" y="7799"/>
                    </a:lnTo>
                    <a:cubicBezTo>
                      <a:pt x="8192" y="7894"/>
                      <a:pt x="8263" y="7965"/>
                      <a:pt x="8346" y="7965"/>
                    </a:cubicBezTo>
                    <a:cubicBezTo>
                      <a:pt x="8442" y="7965"/>
                      <a:pt x="8513" y="7894"/>
                      <a:pt x="8513" y="7799"/>
                    </a:cubicBezTo>
                    <a:lnTo>
                      <a:pt x="8513" y="6584"/>
                    </a:lnTo>
                    <a:cubicBezTo>
                      <a:pt x="8513" y="6358"/>
                      <a:pt x="8430" y="6156"/>
                      <a:pt x="8275" y="6001"/>
                    </a:cubicBezTo>
                    <a:lnTo>
                      <a:pt x="8323" y="5989"/>
                    </a:lnTo>
                    <a:cubicBezTo>
                      <a:pt x="8370" y="5977"/>
                      <a:pt x="8406" y="5953"/>
                      <a:pt x="8465" y="5929"/>
                    </a:cubicBezTo>
                    <a:lnTo>
                      <a:pt x="8870" y="6334"/>
                    </a:lnTo>
                    <a:lnTo>
                      <a:pt x="8870" y="7787"/>
                    </a:lnTo>
                    <a:cubicBezTo>
                      <a:pt x="8870" y="7882"/>
                      <a:pt x="8942" y="7953"/>
                      <a:pt x="9037" y="7953"/>
                    </a:cubicBezTo>
                    <a:cubicBezTo>
                      <a:pt x="9120" y="7953"/>
                      <a:pt x="9204" y="7882"/>
                      <a:pt x="9204" y="7787"/>
                    </a:cubicBezTo>
                    <a:lnTo>
                      <a:pt x="9204" y="6334"/>
                    </a:lnTo>
                    <a:lnTo>
                      <a:pt x="9597" y="5929"/>
                    </a:lnTo>
                    <a:cubicBezTo>
                      <a:pt x="9620" y="5941"/>
                      <a:pt x="9644" y="5941"/>
                      <a:pt x="9680" y="5953"/>
                    </a:cubicBezTo>
                    <a:lnTo>
                      <a:pt x="10335" y="6156"/>
                    </a:lnTo>
                    <a:cubicBezTo>
                      <a:pt x="10478" y="6191"/>
                      <a:pt x="10585" y="6334"/>
                      <a:pt x="10585" y="6489"/>
                    </a:cubicBezTo>
                    <a:lnTo>
                      <a:pt x="10585" y="7799"/>
                    </a:lnTo>
                    <a:cubicBezTo>
                      <a:pt x="10585" y="7894"/>
                      <a:pt x="10656" y="7965"/>
                      <a:pt x="10751" y="7965"/>
                    </a:cubicBezTo>
                    <a:cubicBezTo>
                      <a:pt x="10835" y="7965"/>
                      <a:pt x="10906" y="7894"/>
                      <a:pt x="10906" y="7799"/>
                    </a:cubicBezTo>
                    <a:lnTo>
                      <a:pt x="10906" y="6489"/>
                    </a:lnTo>
                    <a:cubicBezTo>
                      <a:pt x="10871" y="6227"/>
                      <a:pt x="10656" y="5953"/>
                      <a:pt x="10382" y="5870"/>
                    </a:cubicBezTo>
                    <a:lnTo>
                      <a:pt x="9716" y="5679"/>
                    </a:lnTo>
                    <a:cubicBezTo>
                      <a:pt x="9692" y="5656"/>
                      <a:pt x="9680" y="5644"/>
                      <a:pt x="9680" y="5620"/>
                    </a:cubicBezTo>
                    <a:lnTo>
                      <a:pt x="9680" y="5394"/>
                    </a:lnTo>
                    <a:cubicBezTo>
                      <a:pt x="9739" y="5358"/>
                      <a:pt x="9787" y="5322"/>
                      <a:pt x="9823" y="5275"/>
                    </a:cubicBezTo>
                    <a:cubicBezTo>
                      <a:pt x="10049" y="5048"/>
                      <a:pt x="10180" y="4751"/>
                      <a:pt x="10180" y="4429"/>
                    </a:cubicBezTo>
                    <a:lnTo>
                      <a:pt x="10180" y="4132"/>
                    </a:lnTo>
                    <a:lnTo>
                      <a:pt x="10239" y="3989"/>
                    </a:lnTo>
                    <a:cubicBezTo>
                      <a:pt x="10323" y="3858"/>
                      <a:pt x="10347" y="3691"/>
                      <a:pt x="10347" y="3548"/>
                    </a:cubicBezTo>
                    <a:lnTo>
                      <a:pt x="10347" y="2727"/>
                    </a:lnTo>
                    <a:cubicBezTo>
                      <a:pt x="10347" y="2643"/>
                      <a:pt x="10275" y="2560"/>
                      <a:pt x="10180" y="2560"/>
                    </a:cubicBezTo>
                    <a:lnTo>
                      <a:pt x="8656" y="2560"/>
                    </a:lnTo>
                    <a:cubicBezTo>
                      <a:pt x="8096" y="2560"/>
                      <a:pt x="7644" y="3012"/>
                      <a:pt x="7644" y="3572"/>
                    </a:cubicBezTo>
                    <a:lnTo>
                      <a:pt x="7644" y="3596"/>
                    </a:lnTo>
                    <a:cubicBezTo>
                      <a:pt x="7644" y="3727"/>
                      <a:pt x="7668" y="3846"/>
                      <a:pt x="7727" y="3965"/>
                    </a:cubicBezTo>
                    <a:lnTo>
                      <a:pt x="7799" y="4132"/>
                    </a:lnTo>
                    <a:lnTo>
                      <a:pt x="7799" y="4382"/>
                    </a:lnTo>
                    <a:cubicBezTo>
                      <a:pt x="7799" y="4798"/>
                      <a:pt x="8013" y="5155"/>
                      <a:pt x="8311" y="5382"/>
                    </a:cubicBezTo>
                    <a:lnTo>
                      <a:pt x="8311" y="5596"/>
                    </a:lnTo>
                    <a:cubicBezTo>
                      <a:pt x="8311" y="5632"/>
                      <a:pt x="8311" y="5644"/>
                      <a:pt x="8180" y="5691"/>
                    </a:cubicBezTo>
                    <a:lnTo>
                      <a:pt x="7858" y="5775"/>
                    </a:lnTo>
                    <a:lnTo>
                      <a:pt x="6941" y="5441"/>
                    </a:lnTo>
                    <a:cubicBezTo>
                      <a:pt x="6941" y="5394"/>
                      <a:pt x="6930" y="5346"/>
                      <a:pt x="6894" y="5322"/>
                    </a:cubicBezTo>
                    <a:lnTo>
                      <a:pt x="6596" y="5001"/>
                    </a:lnTo>
                    <a:lnTo>
                      <a:pt x="6596" y="4489"/>
                    </a:lnTo>
                    <a:cubicBezTo>
                      <a:pt x="6632" y="4453"/>
                      <a:pt x="6656" y="4429"/>
                      <a:pt x="6691" y="4405"/>
                    </a:cubicBezTo>
                    <a:cubicBezTo>
                      <a:pt x="7061" y="4072"/>
                      <a:pt x="7263" y="3560"/>
                      <a:pt x="7263" y="3060"/>
                    </a:cubicBezTo>
                    <a:lnTo>
                      <a:pt x="7263" y="2643"/>
                    </a:lnTo>
                    <a:cubicBezTo>
                      <a:pt x="7382" y="2405"/>
                      <a:pt x="7430" y="2131"/>
                      <a:pt x="7430" y="1869"/>
                    </a:cubicBezTo>
                    <a:lnTo>
                      <a:pt x="7430" y="167"/>
                    </a:lnTo>
                    <a:cubicBezTo>
                      <a:pt x="7430" y="83"/>
                      <a:pt x="7358" y="0"/>
                      <a:pt x="726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62"/>
              <p:cNvSpPr/>
              <p:nvPr/>
            </p:nvSpPr>
            <p:spPr>
              <a:xfrm>
                <a:off x="5645669" y="3625759"/>
                <a:ext cx="10248" cy="42872"/>
              </a:xfrm>
              <a:custGeom>
                <a:rect b="b" l="l" r="r" t="t"/>
                <a:pathLst>
                  <a:path extrusionOk="0" h="1347" w="322">
                    <a:moveTo>
                      <a:pt x="167" y="1"/>
                    </a:moveTo>
                    <a:cubicBezTo>
                      <a:pt x="72" y="1"/>
                      <a:pt x="0" y="72"/>
                      <a:pt x="0" y="167"/>
                    </a:cubicBezTo>
                    <a:lnTo>
                      <a:pt x="0" y="1179"/>
                    </a:lnTo>
                    <a:cubicBezTo>
                      <a:pt x="0" y="1263"/>
                      <a:pt x="72" y="1346"/>
                      <a:pt x="167" y="1346"/>
                    </a:cubicBezTo>
                    <a:cubicBezTo>
                      <a:pt x="251" y="1346"/>
                      <a:pt x="322" y="1263"/>
                      <a:pt x="322" y="1179"/>
                    </a:cubicBezTo>
                    <a:lnTo>
                      <a:pt x="322" y="167"/>
                    </a:lnTo>
                    <a:cubicBezTo>
                      <a:pt x="322" y="60"/>
                      <a:pt x="251" y="1"/>
                      <a:pt x="16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62"/>
              <p:cNvSpPr/>
              <p:nvPr/>
            </p:nvSpPr>
            <p:spPr>
              <a:xfrm>
                <a:off x="5462247" y="3461115"/>
                <a:ext cx="86825" cy="29759"/>
              </a:xfrm>
              <a:custGeom>
                <a:rect b="b" l="l" r="r" t="t"/>
                <a:pathLst>
                  <a:path extrusionOk="0" h="935" w="2728">
                    <a:moveTo>
                      <a:pt x="1094" y="0"/>
                    </a:moveTo>
                    <a:cubicBezTo>
                      <a:pt x="768" y="0"/>
                      <a:pt x="473" y="35"/>
                      <a:pt x="287" y="66"/>
                    </a:cubicBezTo>
                    <a:cubicBezTo>
                      <a:pt x="120" y="102"/>
                      <a:pt x="1" y="233"/>
                      <a:pt x="1" y="399"/>
                    </a:cubicBezTo>
                    <a:lnTo>
                      <a:pt x="1" y="768"/>
                    </a:lnTo>
                    <a:cubicBezTo>
                      <a:pt x="1" y="864"/>
                      <a:pt x="72" y="935"/>
                      <a:pt x="168" y="935"/>
                    </a:cubicBezTo>
                    <a:cubicBezTo>
                      <a:pt x="251" y="935"/>
                      <a:pt x="322" y="864"/>
                      <a:pt x="322" y="768"/>
                    </a:cubicBezTo>
                    <a:lnTo>
                      <a:pt x="322" y="399"/>
                    </a:lnTo>
                    <a:cubicBezTo>
                      <a:pt x="322" y="399"/>
                      <a:pt x="322" y="387"/>
                      <a:pt x="346" y="387"/>
                    </a:cubicBezTo>
                    <a:cubicBezTo>
                      <a:pt x="498" y="361"/>
                      <a:pt x="764" y="327"/>
                      <a:pt x="1063" y="327"/>
                    </a:cubicBezTo>
                    <a:cubicBezTo>
                      <a:pt x="1162" y="327"/>
                      <a:pt x="1266" y="331"/>
                      <a:pt x="1370" y="340"/>
                    </a:cubicBezTo>
                    <a:cubicBezTo>
                      <a:pt x="1858" y="364"/>
                      <a:pt x="2215" y="506"/>
                      <a:pt x="2442" y="709"/>
                    </a:cubicBezTo>
                    <a:cubicBezTo>
                      <a:pt x="2471" y="739"/>
                      <a:pt x="2513" y="753"/>
                      <a:pt x="2555" y="753"/>
                    </a:cubicBezTo>
                    <a:cubicBezTo>
                      <a:pt x="2596" y="753"/>
                      <a:pt x="2638" y="739"/>
                      <a:pt x="2668" y="709"/>
                    </a:cubicBezTo>
                    <a:cubicBezTo>
                      <a:pt x="2727" y="637"/>
                      <a:pt x="2727" y="530"/>
                      <a:pt x="2656" y="471"/>
                    </a:cubicBezTo>
                    <a:cubicBezTo>
                      <a:pt x="2283" y="97"/>
                      <a:pt x="1643" y="0"/>
                      <a:pt x="109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62"/>
              <p:cNvSpPr/>
              <p:nvPr/>
            </p:nvSpPr>
            <p:spPr>
              <a:xfrm>
                <a:off x="5441050" y="3636389"/>
                <a:ext cx="10248" cy="32241"/>
              </a:xfrm>
              <a:custGeom>
                <a:rect b="b" l="l" r="r" t="t"/>
                <a:pathLst>
                  <a:path extrusionOk="0" h="1013" w="322">
                    <a:moveTo>
                      <a:pt x="167" y="0"/>
                    </a:moveTo>
                    <a:cubicBezTo>
                      <a:pt x="72" y="0"/>
                      <a:pt x="0" y="71"/>
                      <a:pt x="0" y="155"/>
                    </a:cubicBezTo>
                    <a:lnTo>
                      <a:pt x="0" y="845"/>
                    </a:lnTo>
                    <a:cubicBezTo>
                      <a:pt x="0" y="929"/>
                      <a:pt x="72" y="1012"/>
                      <a:pt x="167" y="1012"/>
                    </a:cubicBezTo>
                    <a:cubicBezTo>
                      <a:pt x="250" y="1012"/>
                      <a:pt x="322" y="929"/>
                      <a:pt x="322" y="845"/>
                    </a:cubicBezTo>
                    <a:lnTo>
                      <a:pt x="322" y="155"/>
                    </a:lnTo>
                    <a:cubicBezTo>
                      <a:pt x="310" y="71"/>
                      <a:pt x="250"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62"/>
              <p:cNvSpPr/>
              <p:nvPr/>
            </p:nvSpPr>
            <p:spPr>
              <a:xfrm>
                <a:off x="5559257" y="3636389"/>
                <a:ext cx="10662" cy="32241"/>
              </a:xfrm>
              <a:custGeom>
                <a:rect b="b" l="l" r="r" t="t"/>
                <a:pathLst>
                  <a:path extrusionOk="0" h="1013" w="335">
                    <a:moveTo>
                      <a:pt x="168" y="0"/>
                    </a:moveTo>
                    <a:cubicBezTo>
                      <a:pt x="84" y="0"/>
                      <a:pt x="1" y="71"/>
                      <a:pt x="1" y="155"/>
                    </a:cubicBezTo>
                    <a:lnTo>
                      <a:pt x="1" y="845"/>
                    </a:lnTo>
                    <a:cubicBezTo>
                      <a:pt x="1" y="929"/>
                      <a:pt x="84" y="1012"/>
                      <a:pt x="168" y="1012"/>
                    </a:cubicBezTo>
                    <a:cubicBezTo>
                      <a:pt x="263" y="1012"/>
                      <a:pt x="334" y="929"/>
                      <a:pt x="334" y="845"/>
                    </a:cubicBezTo>
                    <a:lnTo>
                      <a:pt x="334" y="155"/>
                    </a:lnTo>
                    <a:cubicBezTo>
                      <a:pt x="334" y="71"/>
                      <a:pt x="263" y="0"/>
                      <a:pt x="16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8" name="Google Shape;3428;p62"/>
            <p:cNvSpPr/>
            <p:nvPr/>
          </p:nvSpPr>
          <p:spPr>
            <a:xfrm>
              <a:off x="950250" y="2431721"/>
              <a:ext cx="255843" cy="255843"/>
            </a:xfrm>
            <a:custGeom>
              <a:rect b="b" l="l" r="r" t="t"/>
              <a:pathLst>
                <a:path extrusionOk="0" h="11693" w="11693">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9" name="Google Shape;3429;p62"/>
            <p:cNvGrpSpPr/>
            <p:nvPr/>
          </p:nvGrpSpPr>
          <p:grpSpPr>
            <a:xfrm>
              <a:off x="1137571" y="1709571"/>
              <a:ext cx="215860" cy="255821"/>
              <a:chOff x="3122257" y="1508594"/>
              <a:chExt cx="294850" cy="349434"/>
            </a:xfrm>
          </p:grpSpPr>
          <p:sp>
            <p:nvSpPr>
              <p:cNvPr id="3430" name="Google Shape;3430;p62"/>
              <p:cNvSpPr/>
              <p:nvPr/>
            </p:nvSpPr>
            <p:spPr>
              <a:xfrm>
                <a:off x="3226110" y="1659042"/>
                <a:ext cx="87557" cy="29568"/>
              </a:xfrm>
              <a:custGeom>
                <a:rect b="b" l="l" r="r" t="t"/>
                <a:pathLst>
                  <a:path extrusionOk="0" h="929" w="2751">
                    <a:moveTo>
                      <a:pt x="1099" y="0"/>
                    </a:moveTo>
                    <a:cubicBezTo>
                      <a:pt x="771" y="0"/>
                      <a:pt x="476" y="33"/>
                      <a:pt x="286" y="60"/>
                    </a:cubicBezTo>
                    <a:cubicBezTo>
                      <a:pt x="119" y="96"/>
                      <a:pt x="0" y="227"/>
                      <a:pt x="0" y="393"/>
                    </a:cubicBezTo>
                    <a:lnTo>
                      <a:pt x="0" y="762"/>
                    </a:lnTo>
                    <a:cubicBezTo>
                      <a:pt x="0" y="846"/>
                      <a:pt x="72" y="929"/>
                      <a:pt x="167" y="929"/>
                    </a:cubicBezTo>
                    <a:cubicBezTo>
                      <a:pt x="250" y="929"/>
                      <a:pt x="322" y="846"/>
                      <a:pt x="322" y="762"/>
                    </a:cubicBezTo>
                    <a:lnTo>
                      <a:pt x="322" y="393"/>
                    </a:lnTo>
                    <a:cubicBezTo>
                      <a:pt x="322" y="393"/>
                      <a:pt x="322" y="369"/>
                      <a:pt x="345" y="369"/>
                    </a:cubicBezTo>
                    <a:cubicBezTo>
                      <a:pt x="509" y="350"/>
                      <a:pt x="813" y="315"/>
                      <a:pt x="1144" y="315"/>
                    </a:cubicBezTo>
                    <a:cubicBezTo>
                      <a:pt x="1222" y="315"/>
                      <a:pt x="1302" y="317"/>
                      <a:pt x="1381" y="322"/>
                    </a:cubicBezTo>
                    <a:cubicBezTo>
                      <a:pt x="1893" y="358"/>
                      <a:pt x="2250" y="488"/>
                      <a:pt x="2465" y="703"/>
                    </a:cubicBezTo>
                    <a:cubicBezTo>
                      <a:pt x="2494" y="733"/>
                      <a:pt x="2536" y="747"/>
                      <a:pt x="2578" y="747"/>
                    </a:cubicBezTo>
                    <a:cubicBezTo>
                      <a:pt x="2619" y="747"/>
                      <a:pt x="2661" y="733"/>
                      <a:pt x="2691" y="703"/>
                    </a:cubicBezTo>
                    <a:cubicBezTo>
                      <a:pt x="2750" y="643"/>
                      <a:pt x="2750" y="536"/>
                      <a:pt x="2679" y="477"/>
                    </a:cubicBezTo>
                    <a:cubicBezTo>
                      <a:pt x="2297" y="95"/>
                      <a:pt x="1652" y="0"/>
                      <a:pt x="109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62"/>
              <p:cNvSpPr/>
              <p:nvPr/>
            </p:nvSpPr>
            <p:spPr>
              <a:xfrm>
                <a:off x="3171144" y="1612033"/>
                <a:ext cx="196694" cy="245613"/>
              </a:xfrm>
              <a:custGeom>
                <a:rect b="b" l="l" r="r" t="t"/>
                <a:pathLst>
                  <a:path extrusionOk="0" h="7717" w="6180">
                    <a:moveTo>
                      <a:pt x="4835" y="334"/>
                    </a:moveTo>
                    <a:lnTo>
                      <a:pt x="4835" y="1894"/>
                    </a:lnTo>
                    <a:cubicBezTo>
                      <a:pt x="4835" y="2132"/>
                      <a:pt x="4775" y="2358"/>
                      <a:pt x="4692" y="2561"/>
                    </a:cubicBezTo>
                    <a:cubicBezTo>
                      <a:pt x="4668" y="2585"/>
                      <a:pt x="4668" y="2608"/>
                      <a:pt x="4668" y="2644"/>
                    </a:cubicBezTo>
                    <a:lnTo>
                      <a:pt x="4668" y="3097"/>
                    </a:lnTo>
                    <a:cubicBezTo>
                      <a:pt x="4668" y="3537"/>
                      <a:pt x="4489" y="3930"/>
                      <a:pt x="4180" y="4228"/>
                    </a:cubicBezTo>
                    <a:cubicBezTo>
                      <a:pt x="3900" y="4497"/>
                      <a:pt x="3532" y="4649"/>
                      <a:pt x="3129" y="4649"/>
                    </a:cubicBezTo>
                    <a:cubicBezTo>
                      <a:pt x="3087" y="4649"/>
                      <a:pt x="3044" y="4648"/>
                      <a:pt x="3001" y="4644"/>
                    </a:cubicBezTo>
                    <a:cubicBezTo>
                      <a:pt x="2168" y="4597"/>
                      <a:pt x="1537" y="3894"/>
                      <a:pt x="1537" y="3037"/>
                    </a:cubicBezTo>
                    <a:lnTo>
                      <a:pt x="1537" y="2644"/>
                    </a:lnTo>
                    <a:cubicBezTo>
                      <a:pt x="1537" y="2608"/>
                      <a:pt x="1537" y="2597"/>
                      <a:pt x="1513" y="2561"/>
                    </a:cubicBezTo>
                    <a:cubicBezTo>
                      <a:pt x="1418" y="2358"/>
                      <a:pt x="1370" y="2120"/>
                      <a:pt x="1370" y="1894"/>
                    </a:cubicBezTo>
                    <a:lnTo>
                      <a:pt x="1370" y="1549"/>
                    </a:lnTo>
                    <a:cubicBezTo>
                      <a:pt x="1370" y="882"/>
                      <a:pt x="1918" y="334"/>
                      <a:pt x="2584" y="334"/>
                    </a:cubicBezTo>
                    <a:close/>
                    <a:moveTo>
                      <a:pt x="3954" y="4763"/>
                    </a:moveTo>
                    <a:lnTo>
                      <a:pt x="3954" y="5061"/>
                    </a:lnTo>
                    <a:lnTo>
                      <a:pt x="3096" y="5656"/>
                    </a:lnTo>
                    <a:lnTo>
                      <a:pt x="2215" y="5061"/>
                    </a:lnTo>
                    <a:lnTo>
                      <a:pt x="2215" y="4763"/>
                    </a:lnTo>
                    <a:cubicBezTo>
                      <a:pt x="2441" y="4883"/>
                      <a:pt x="2691" y="4966"/>
                      <a:pt x="2965" y="4978"/>
                    </a:cubicBezTo>
                    <a:lnTo>
                      <a:pt x="3096" y="4978"/>
                    </a:lnTo>
                    <a:cubicBezTo>
                      <a:pt x="3406" y="4978"/>
                      <a:pt x="3704" y="4894"/>
                      <a:pt x="3954" y="4763"/>
                    </a:cubicBezTo>
                    <a:close/>
                    <a:moveTo>
                      <a:pt x="2084" y="5359"/>
                    </a:moveTo>
                    <a:lnTo>
                      <a:pt x="2846" y="5883"/>
                    </a:lnTo>
                    <a:lnTo>
                      <a:pt x="2441" y="6276"/>
                    </a:lnTo>
                    <a:lnTo>
                      <a:pt x="2430" y="6276"/>
                    </a:lnTo>
                    <a:lnTo>
                      <a:pt x="1918" y="5525"/>
                    </a:lnTo>
                    <a:lnTo>
                      <a:pt x="2084" y="5359"/>
                    </a:lnTo>
                    <a:close/>
                    <a:moveTo>
                      <a:pt x="4108" y="5347"/>
                    </a:moveTo>
                    <a:lnTo>
                      <a:pt x="4275" y="5514"/>
                    </a:lnTo>
                    <a:lnTo>
                      <a:pt x="3763" y="6276"/>
                    </a:lnTo>
                    <a:lnTo>
                      <a:pt x="3751" y="6276"/>
                    </a:lnTo>
                    <a:lnTo>
                      <a:pt x="3346" y="5871"/>
                    </a:lnTo>
                    <a:lnTo>
                      <a:pt x="4108" y="5347"/>
                    </a:lnTo>
                    <a:close/>
                    <a:moveTo>
                      <a:pt x="2572" y="1"/>
                    </a:moveTo>
                    <a:cubicBezTo>
                      <a:pt x="1727" y="1"/>
                      <a:pt x="1037" y="692"/>
                      <a:pt x="1037" y="1537"/>
                    </a:cubicBezTo>
                    <a:lnTo>
                      <a:pt x="1037" y="1882"/>
                    </a:lnTo>
                    <a:cubicBezTo>
                      <a:pt x="1037" y="2144"/>
                      <a:pt x="1096" y="2418"/>
                      <a:pt x="1215" y="2668"/>
                    </a:cubicBezTo>
                    <a:lnTo>
                      <a:pt x="1215" y="3025"/>
                    </a:lnTo>
                    <a:cubicBezTo>
                      <a:pt x="1215" y="3620"/>
                      <a:pt x="1489" y="4168"/>
                      <a:pt x="1906" y="4525"/>
                    </a:cubicBezTo>
                    <a:lnTo>
                      <a:pt x="1906" y="5061"/>
                    </a:lnTo>
                    <a:lnTo>
                      <a:pt x="1608" y="5383"/>
                    </a:lnTo>
                    <a:cubicBezTo>
                      <a:pt x="1572" y="5406"/>
                      <a:pt x="1560" y="5454"/>
                      <a:pt x="1560" y="5502"/>
                    </a:cubicBezTo>
                    <a:lnTo>
                      <a:pt x="560" y="5859"/>
                    </a:lnTo>
                    <a:cubicBezTo>
                      <a:pt x="239" y="5978"/>
                      <a:pt x="1" y="6299"/>
                      <a:pt x="1" y="6657"/>
                    </a:cubicBezTo>
                    <a:lnTo>
                      <a:pt x="1" y="7549"/>
                    </a:lnTo>
                    <a:cubicBezTo>
                      <a:pt x="1" y="7645"/>
                      <a:pt x="72" y="7716"/>
                      <a:pt x="167" y="7716"/>
                    </a:cubicBezTo>
                    <a:cubicBezTo>
                      <a:pt x="251" y="7716"/>
                      <a:pt x="322" y="7645"/>
                      <a:pt x="322" y="7549"/>
                    </a:cubicBezTo>
                    <a:lnTo>
                      <a:pt x="322" y="6657"/>
                    </a:lnTo>
                    <a:cubicBezTo>
                      <a:pt x="322" y="6430"/>
                      <a:pt x="465" y="6240"/>
                      <a:pt x="667" y="6168"/>
                    </a:cubicBezTo>
                    <a:lnTo>
                      <a:pt x="1715" y="5775"/>
                    </a:lnTo>
                    <a:lnTo>
                      <a:pt x="2144" y="6430"/>
                    </a:lnTo>
                    <a:cubicBezTo>
                      <a:pt x="2203" y="6526"/>
                      <a:pt x="2287" y="6561"/>
                      <a:pt x="2382" y="6585"/>
                    </a:cubicBezTo>
                    <a:lnTo>
                      <a:pt x="2406" y="6585"/>
                    </a:lnTo>
                    <a:cubicBezTo>
                      <a:pt x="2501" y="6585"/>
                      <a:pt x="2584" y="6549"/>
                      <a:pt x="2644" y="6478"/>
                    </a:cubicBezTo>
                    <a:lnTo>
                      <a:pt x="2918" y="6204"/>
                    </a:lnTo>
                    <a:lnTo>
                      <a:pt x="2918" y="7549"/>
                    </a:lnTo>
                    <a:cubicBezTo>
                      <a:pt x="2918" y="7633"/>
                      <a:pt x="2989" y="7716"/>
                      <a:pt x="3084" y="7716"/>
                    </a:cubicBezTo>
                    <a:cubicBezTo>
                      <a:pt x="3168" y="7716"/>
                      <a:pt x="3239" y="7633"/>
                      <a:pt x="3239" y="7549"/>
                    </a:cubicBezTo>
                    <a:lnTo>
                      <a:pt x="3239" y="6204"/>
                    </a:lnTo>
                    <a:lnTo>
                      <a:pt x="3513" y="6478"/>
                    </a:lnTo>
                    <a:cubicBezTo>
                      <a:pt x="3573" y="6537"/>
                      <a:pt x="3656" y="6585"/>
                      <a:pt x="3751" y="6585"/>
                    </a:cubicBezTo>
                    <a:lnTo>
                      <a:pt x="3775" y="6585"/>
                    </a:lnTo>
                    <a:cubicBezTo>
                      <a:pt x="3882" y="6561"/>
                      <a:pt x="3977" y="6526"/>
                      <a:pt x="4013" y="6430"/>
                    </a:cubicBezTo>
                    <a:lnTo>
                      <a:pt x="4454" y="5775"/>
                    </a:lnTo>
                    <a:lnTo>
                      <a:pt x="5489" y="6168"/>
                    </a:lnTo>
                    <a:cubicBezTo>
                      <a:pt x="5704" y="6240"/>
                      <a:pt x="5835" y="6430"/>
                      <a:pt x="5835" y="6657"/>
                    </a:cubicBezTo>
                    <a:lnTo>
                      <a:pt x="5835" y="7549"/>
                    </a:lnTo>
                    <a:cubicBezTo>
                      <a:pt x="5835" y="7645"/>
                      <a:pt x="5906" y="7716"/>
                      <a:pt x="6001" y="7716"/>
                    </a:cubicBezTo>
                    <a:cubicBezTo>
                      <a:pt x="6085" y="7716"/>
                      <a:pt x="6156" y="7645"/>
                      <a:pt x="6156" y="7549"/>
                    </a:cubicBezTo>
                    <a:lnTo>
                      <a:pt x="6156" y="6657"/>
                    </a:lnTo>
                    <a:cubicBezTo>
                      <a:pt x="6180" y="6311"/>
                      <a:pt x="5954" y="6002"/>
                      <a:pt x="5620" y="5883"/>
                    </a:cubicBezTo>
                    <a:lnTo>
                      <a:pt x="4632" y="5525"/>
                    </a:lnTo>
                    <a:cubicBezTo>
                      <a:pt x="4632" y="5478"/>
                      <a:pt x="4608" y="5442"/>
                      <a:pt x="4585" y="5406"/>
                    </a:cubicBezTo>
                    <a:lnTo>
                      <a:pt x="4287" y="5097"/>
                    </a:lnTo>
                    <a:lnTo>
                      <a:pt x="4287" y="4549"/>
                    </a:lnTo>
                    <a:cubicBezTo>
                      <a:pt x="4311" y="4513"/>
                      <a:pt x="4346" y="4490"/>
                      <a:pt x="4370" y="4466"/>
                    </a:cubicBezTo>
                    <a:cubicBezTo>
                      <a:pt x="4751" y="4109"/>
                      <a:pt x="4966" y="3620"/>
                      <a:pt x="4966" y="3097"/>
                    </a:cubicBezTo>
                    <a:lnTo>
                      <a:pt x="4966" y="2680"/>
                    </a:lnTo>
                    <a:cubicBezTo>
                      <a:pt x="5085" y="2430"/>
                      <a:pt x="5144" y="2180"/>
                      <a:pt x="5144" y="1894"/>
                    </a:cubicBezTo>
                    <a:lnTo>
                      <a:pt x="5144" y="168"/>
                    </a:lnTo>
                    <a:cubicBezTo>
                      <a:pt x="5144" y="72"/>
                      <a:pt x="5073" y="1"/>
                      <a:pt x="498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62"/>
              <p:cNvSpPr/>
              <p:nvPr/>
            </p:nvSpPr>
            <p:spPr>
              <a:xfrm>
                <a:off x="3204117" y="1836767"/>
                <a:ext cx="10630" cy="21261"/>
              </a:xfrm>
              <a:custGeom>
                <a:rect b="b" l="l" r="r" t="t"/>
                <a:pathLst>
                  <a:path extrusionOk="0" h="668" w="334">
                    <a:moveTo>
                      <a:pt x="167" y="0"/>
                    </a:moveTo>
                    <a:cubicBezTo>
                      <a:pt x="84" y="0"/>
                      <a:pt x="1" y="72"/>
                      <a:pt x="1" y="167"/>
                    </a:cubicBezTo>
                    <a:lnTo>
                      <a:pt x="1" y="500"/>
                    </a:lnTo>
                    <a:cubicBezTo>
                      <a:pt x="1" y="596"/>
                      <a:pt x="84" y="667"/>
                      <a:pt x="167" y="667"/>
                    </a:cubicBezTo>
                    <a:cubicBezTo>
                      <a:pt x="262" y="667"/>
                      <a:pt x="334" y="596"/>
                      <a:pt x="334" y="500"/>
                    </a:cubicBezTo>
                    <a:lnTo>
                      <a:pt x="334" y="167"/>
                    </a:lnTo>
                    <a:cubicBezTo>
                      <a:pt x="334" y="72"/>
                      <a:pt x="262"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62"/>
              <p:cNvSpPr/>
              <p:nvPr/>
            </p:nvSpPr>
            <p:spPr>
              <a:xfrm>
                <a:off x="3324616" y="1836767"/>
                <a:ext cx="10280" cy="21261"/>
              </a:xfrm>
              <a:custGeom>
                <a:rect b="b" l="l" r="r" t="t"/>
                <a:pathLst>
                  <a:path extrusionOk="0" h="668" w="323">
                    <a:moveTo>
                      <a:pt x="167" y="0"/>
                    </a:moveTo>
                    <a:cubicBezTo>
                      <a:pt x="72" y="0"/>
                      <a:pt x="1" y="72"/>
                      <a:pt x="1" y="167"/>
                    </a:cubicBezTo>
                    <a:lnTo>
                      <a:pt x="1" y="500"/>
                    </a:lnTo>
                    <a:cubicBezTo>
                      <a:pt x="1" y="596"/>
                      <a:pt x="72" y="667"/>
                      <a:pt x="167" y="667"/>
                    </a:cubicBezTo>
                    <a:cubicBezTo>
                      <a:pt x="251" y="667"/>
                      <a:pt x="322" y="596"/>
                      <a:pt x="322" y="500"/>
                    </a:cubicBezTo>
                    <a:lnTo>
                      <a:pt x="322" y="167"/>
                    </a:lnTo>
                    <a:cubicBezTo>
                      <a:pt x="322" y="72"/>
                      <a:pt x="251"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62"/>
              <p:cNvSpPr/>
              <p:nvPr/>
            </p:nvSpPr>
            <p:spPr>
              <a:xfrm>
                <a:off x="3122257" y="1508594"/>
                <a:ext cx="294850" cy="278554"/>
              </a:xfrm>
              <a:custGeom>
                <a:rect b="b" l="l" r="r" t="t"/>
                <a:pathLst>
                  <a:path extrusionOk="0" h="8752" w="9264">
                    <a:moveTo>
                      <a:pt x="3096" y="584"/>
                    </a:moveTo>
                    <a:lnTo>
                      <a:pt x="3096" y="584"/>
                    </a:lnTo>
                    <a:cubicBezTo>
                      <a:pt x="2858" y="798"/>
                      <a:pt x="2620" y="1060"/>
                      <a:pt x="2430" y="1382"/>
                    </a:cubicBezTo>
                    <a:cubicBezTo>
                      <a:pt x="2299" y="1584"/>
                      <a:pt x="2156" y="1810"/>
                      <a:pt x="2061" y="2048"/>
                    </a:cubicBezTo>
                    <a:lnTo>
                      <a:pt x="1168" y="2048"/>
                    </a:lnTo>
                    <a:cubicBezTo>
                      <a:pt x="1656" y="1394"/>
                      <a:pt x="2322" y="882"/>
                      <a:pt x="3096" y="584"/>
                    </a:cubicBezTo>
                    <a:close/>
                    <a:moveTo>
                      <a:pt x="4466" y="310"/>
                    </a:moveTo>
                    <a:lnTo>
                      <a:pt x="4466" y="2048"/>
                    </a:lnTo>
                    <a:lnTo>
                      <a:pt x="2418" y="2048"/>
                    </a:lnTo>
                    <a:cubicBezTo>
                      <a:pt x="2894" y="1048"/>
                      <a:pt x="3632" y="382"/>
                      <a:pt x="4466" y="310"/>
                    </a:cubicBezTo>
                    <a:close/>
                    <a:moveTo>
                      <a:pt x="4799" y="310"/>
                    </a:moveTo>
                    <a:cubicBezTo>
                      <a:pt x="5644" y="382"/>
                      <a:pt x="6371" y="1048"/>
                      <a:pt x="6847" y="2048"/>
                    </a:cubicBezTo>
                    <a:lnTo>
                      <a:pt x="4799" y="2048"/>
                    </a:lnTo>
                    <a:lnTo>
                      <a:pt x="4799" y="310"/>
                    </a:lnTo>
                    <a:close/>
                    <a:moveTo>
                      <a:pt x="6168" y="608"/>
                    </a:moveTo>
                    <a:cubicBezTo>
                      <a:pt x="6942" y="905"/>
                      <a:pt x="7609" y="1405"/>
                      <a:pt x="8097" y="2060"/>
                    </a:cubicBezTo>
                    <a:lnTo>
                      <a:pt x="7204" y="2060"/>
                    </a:lnTo>
                    <a:cubicBezTo>
                      <a:pt x="7097" y="1810"/>
                      <a:pt x="6966" y="1584"/>
                      <a:pt x="6835" y="1382"/>
                    </a:cubicBezTo>
                    <a:cubicBezTo>
                      <a:pt x="6621" y="1072"/>
                      <a:pt x="6406" y="810"/>
                      <a:pt x="6168" y="608"/>
                    </a:cubicBezTo>
                    <a:close/>
                    <a:moveTo>
                      <a:pt x="1941" y="2382"/>
                    </a:moveTo>
                    <a:cubicBezTo>
                      <a:pt x="1703" y="3013"/>
                      <a:pt x="1560" y="3715"/>
                      <a:pt x="1549" y="4465"/>
                    </a:cubicBezTo>
                    <a:lnTo>
                      <a:pt x="322" y="4465"/>
                    </a:lnTo>
                    <a:cubicBezTo>
                      <a:pt x="358" y="3703"/>
                      <a:pt x="584" y="2989"/>
                      <a:pt x="953" y="2382"/>
                    </a:cubicBezTo>
                    <a:close/>
                    <a:moveTo>
                      <a:pt x="8323" y="2382"/>
                    </a:moveTo>
                    <a:cubicBezTo>
                      <a:pt x="8692" y="2989"/>
                      <a:pt x="8919" y="3703"/>
                      <a:pt x="8942" y="4465"/>
                    </a:cubicBezTo>
                    <a:lnTo>
                      <a:pt x="7728" y="4465"/>
                    </a:lnTo>
                    <a:cubicBezTo>
                      <a:pt x="7692" y="3715"/>
                      <a:pt x="7561" y="3013"/>
                      <a:pt x="7335" y="2382"/>
                    </a:cubicBezTo>
                    <a:close/>
                    <a:moveTo>
                      <a:pt x="1537" y="4787"/>
                    </a:moveTo>
                    <a:cubicBezTo>
                      <a:pt x="1560" y="5466"/>
                      <a:pt x="1668" y="6132"/>
                      <a:pt x="1882" y="6739"/>
                    </a:cubicBezTo>
                    <a:lnTo>
                      <a:pt x="1918" y="6870"/>
                    </a:lnTo>
                    <a:lnTo>
                      <a:pt x="941" y="6870"/>
                    </a:lnTo>
                    <a:cubicBezTo>
                      <a:pt x="572" y="6239"/>
                      <a:pt x="346" y="5525"/>
                      <a:pt x="310" y="4787"/>
                    </a:cubicBezTo>
                    <a:close/>
                    <a:moveTo>
                      <a:pt x="8919" y="4787"/>
                    </a:moveTo>
                    <a:cubicBezTo>
                      <a:pt x="8919" y="5501"/>
                      <a:pt x="8704" y="6204"/>
                      <a:pt x="8347" y="6811"/>
                    </a:cubicBezTo>
                    <a:cubicBezTo>
                      <a:pt x="8335" y="6823"/>
                      <a:pt x="8323" y="6859"/>
                      <a:pt x="8311" y="6870"/>
                    </a:cubicBezTo>
                    <a:lnTo>
                      <a:pt x="7323" y="6870"/>
                    </a:lnTo>
                    <a:lnTo>
                      <a:pt x="7371" y="6739"/>
                    </a:lnTo>
                    <a:cubicBezTo>
                      <a:pt x="7573" y="6120"/>
                      <a:pt x="7680" y="5466"/>
                      <a:pt x="7692" y="4787"/>
                    </a:cubicBezTo>
                    <a:close/>
                    <a:moveTo>
                      <a:pt x="4632" y="1"/>
                    </a:moveTo>
                    <a:cubicBezTo>
                      <a:pt x="3394" y="1"/>
                      <a:pt x="2239" y="477"/>
                      <a:pt x="1358" y="1346"/>
                    </a:cubicBezTo>
                    <a:cubicBezTo>
                      <a:pt x="477" y="2227"/>
                      <a:pt x="1" y="3382"/>
                      <a:pt x="1" y="4620"/>
                    </a:cubicBezTo>
                    <a:cubicBezTo>
                      <a:pt x="1" y="6358"/>
                      <a:pt x="953" y="7930"/>
                      <a:pt x="2501" y="8728"/>
                    </a:cubicBezTo>
                    <a:cubicBezTo>
                      <a:pt x="2537" y="8752"/>
                      <a:pt x="2549" y="8752"/>
                      <a:pt x="2573" y="8752"/>
                    </a:cubicBezTo>
                    <a:cubicBezTo>
                      <a:pt x="2632" y="8752"/>
                      <a:pt x="2692" y="8716"/>
                      <a:pt x="2727" y="8656"/>
                    </a:cubicBezTo>
                    <a:cubicBezTo>
                      <a:pt x="2775" y="8585"/>
                      <a:pt x="2739" y="8478"/>
                      <a:pt x="2656" y="8430"/>
                    </a:cubicBezTo>
                    <a:cubicBezTo>
                      <a:pt x="2061" y="8121"/>
                      <a:pt x="1560" y="7692"/>
                      <a:pt x="1179" y="7180"/>
                    </a:cubicBezTo>
                    <a:lnTo>
                      <a:pt x="2072" y="7180"/>
                    </a:lnTo>
                    <a:cubicBezTo>
                      <a:pt x="2263" y="7632"/>
                      <a:pt x="2513" y="8013"/>
                      <a:pt x="2799" y="8335"/>
                    </a:cubicBezTo>
                    <a:cubicBezTo>
                      <a:pt x="2831" y="8368"/>
                      <a:pt x="2879" y="8386"/>
                      <a:pt x="2924" y="8386"/>
                    </a:cubicBezTo>
                    <a:cubicBezTo>
                      <a:pt x="2962" y="8386"/>
                      <a:pt x="2998" y="8374"/>
                      <a:pt x="3025" y="8347"/>
                    </a:cubicBezTo>
                    <a:cubicBezTo>
                      <a:pt x="3084" y="8287"/>
                      <a:pt x="3096" y="8180"/>
                      <a:pt x="3037" y="8121"/>
                    </a:cubicBezTo>
                    <a:cubicBezTo>
                      <a:pt x="2799" y="7859"/>
                      <a:pt x="2596" y="7537"/>
                      <a:pt x="2430" y="7180"/>
                    </a:cubicBezTo>
                    <a:cubicBezTo>
                      <a:pt x="2501" y="7168"/>
                      <a:pt x="2561" y="7109"/>
                      <a:pt x="2561" y="7025"/>
                    </a:cubicBezTo>
                    <a:cubicBezTo>
                      <a:pt x="2561" y="6930"/>
                      <a:pt x="2489" y="6859"/>
                      <a:pt x="2394" y="6859"/>
                    </a:cubicBezTo>
                    <a:lnTo>
                      <a:pt x="2275" y="6859"/>
                    </a:lnTo>
                    <a:cubicBezTo>
                      <a:pt x="2025" y="6228"/>
                      <a:pt x="1894" y="5513"/>
                      <a:pt x="1882" y="4775"/>
                    </a:cubicBezTo>
                    <a:lnTo>
                      <a:pt x="2061" y="4775"/>
                    </a:lnTo>
                    <a:cubicBezTo>
                      <a:pt x="2144" y="4775"/>
                      <a:pt x="2215" y="4704"/>
                      <a:pt x="2215" y="4608"/>
                    </a:cubicBezTo>
                    <a:cubicBezTo>
                      <a:pt x="2215" y="4513"/>
                      <a:pt x="2144" y="4442"/>
                      <a:pt x="2061" y="4442"/>
                    </a:cubicBezTo>
                    <a:lnTo>
                      <a:pt x="1882" y="4442"/>
                    </a:lnTo>
                    <a:cubicBezTo>
                      <a:pt x="1894" y="3680"/>
                      <a:pt x="2037" y="2965"/>
                      <a:pt x="2275" y="2358"/>
                    </a:cubicBezTo>
                    <a:lnTo>
                      <a:pt x="4478" y="2358"/>
                    </a:lnTo>
                    <a:lnTo>
                      <a:pt x="4478" y="2715"/>
                    </a:lnTo>
                    <a:cubicBezTo>
                      <a:pt x="4478" y="2810"/>
                      <a:pt x="4561" y="2882"/>
                      <a:pt x="4644" y="2882"/>
                    </a:cubicBezTo>
                    <a:cubicBezTo>
                      <a:pt x="4739" y="2882"/>
                      <a:pt x="4811" y="2810"/>
                      <a:pt x="4811" y="2715"/>
                    </a:cubicBezTo>
                    <a:lnTo>
                      <a:pt x="4811" y="2358"/>
                    </a:lnTo>
                    <a:lnTo>
                      <a:pt x="7014" y="2358"/>
                    </a:lnTo>
                    <a:cubicBezTo>
                      <a:pt x="7252" y="2965"/>
                      <a:pt x="7395" y="3680"/>
                      <a:pt x="7418" y="4442"/>
                    </a:cubicBezTo>
                    <a:lnTo>
                      <a:pt x="7204" y="4442"/>
                    </a:lnTo>
                    <a:cubicBezTo>
                      <a:pt x="7121" y="4442"/>
                      <a:pt x="7037" y="4513"/>
                      <a:pt x="7037" y="4608"/>
                    </a:cubicBezTo>
                    <a:cubicBezTo>
                      <a:pt x="7037" y="4704"/>
                      <a:pt x="7121" y="4775"/>
                      <a:pt x="7204" y="4775"/>
                    </a:cubicBezTo>
                    <a:lnTo>
                      <a:pt x="7383" y="4775"/>
                    </a:lnTo>
                    <a:cubicBezTo>
                      <a:pt x="7371" y="5513"/>
                      <a:pt x="7216" y="6228"/>
                      <a:pt x="6978" y="6859"/>
                    </a:cubicBezTo>
                    <a:lnTo>
                      <a:pt x="6859" y="6859"/>
                    </a:lnTo>
                    <a:cubicBezTo>
                      <a:pt x="6775" y="6859"/>
                      <a:pt x="6704" y="6930"/>
                      <a:pt x="6704" y="7025"/>
                    </a:cubicBezTo>
                    <a:cubicBezTo>
                      <a:pt x="6704" y="7109"/>
                      <a:pt x="6764" y="7168"/>
                      <a:pt x="6835" y="7180"/>
                    </a:cubicBezTo>
                    <a:cubicBezTo>
                      <a:pt x="6668" y="7537"/>
                      <a:pt x="6466" y="7859"/>
                      <a:pt x="6228" y="8121"/>
                    </a:cubicBezTo>
                    <a:cubicBezTo>
                      <a:pt x="6168" y="8180"/>
                      <a:pt x="6168" y="8287"/>
                      <a:pt x="6240" y="8347"/>
                    </a:cubicBezTo>
                    <a:cubicBezTo>
                      <a:pt x="6263" y="8371"/>
                      <a:pt x="6311" y="8394"/>
                      <a:pt x="6347" y="8394"/>
                    </a:cubicBezTo>
                    <a:cubicBezTo>
                      <a:pt x="6383" y="8394"/>
                      <a:pt x="6430" y="8371"/>
                      <a:pt x="6466" y="8335"/>
                    </a:cubicBezTo>
                    <a:cubicBezTo>
                      <a:pt x="6740" y="8013"/>
                      <a:pt x="7002" y="7621"/>
                      <a:pt x="7192" y="7180"/>
                    </a:cubicBezTo>
                    <a:lnTo>
                      <a:pt x="8085" y="7180"/>
                    </a:lnTo>
                    <a:cubicBezTo>
                      <a:pt x="7728" y="7656"/>
                      <a:pt x="7299" y="8061"/>
                      <a:pt x="6775" y="8347"/>
                    </a:cubicBezTo>
                    <a:cubicBezTo>
                      <a:pt x="6704" y="8394"/>
                      <a:pt x="6668" y="8490"/>
                      <a:pt x="6716" y="8573"/>
                    </a:cubicBezTo>
                    <a:cubicBezTo>
                      <a:pt x="6749" y="8622"/>
                      <a:pt x="6804" y="8649"/>
                      <a:pt x="6863" y="8649"/>
                    </a:cubicBezTo>
                    <a:cubicBezTo>
                      <a:pt x="6889" y="8649"/>
                      <a:pt x="6916" y="8644"/>
                      <a:pt x="6942" y="8633"/>
                    </a:cubicBezTo>
                    <a:cubicBezTo>
                      <a:pt x="7621" y="8228"/>
                      <a:pt x="8204" y="7644"/>
                      <a:pt x="8621" y="6966"/>
                    </a:cubicBezTo>
                    <a:cubicBezTo>
                      <a:pt x="9038" y="6251"/>
                      <a:pt x="9264" y="5442"/>
                      <a:pt x="9264" y="4608"/>
                    </a:cubicBezTo>
                    <a:cubicBezTo>
                      <a:pt x="9264" y="3382"/>
                      <a:pt x="8788" y="2227"/>
                      <a:pt x="7907" y="1346"/>
                    </a:cubicBezTo>
                    <a:cubicBezTo>
                      <a:pt x="7025" y="477"/>
                      <a:pt x="5871" y="1"/>
                      <a:pt x="463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5" name="Google Shape;3435;p62"/>
            <p:cNvGrpSpPr/>
            <p:nvPr/>
          </p:nvGrpSpPr>
          <p:grpSpPr>
            <a:xfrm>
              <a:off x="1117572" y="3223135"/>
              <a:ext cx="255850" cy="254737"/>
              <a:chOff x="3996113" y="4291176"/>
              <a:chExt cx="336512" cy="335048"/>
            </a:xfrm>
          </p:grpSpPr>
          <p:sp>
            <p:nvSpPr>
              <p:cNvPr id="3436" name="Google Shape;3436;p62"/>
              <p:cNvSpPr/>
              <p:nvPr/>
            </p:nvSpPr>
            <p:spPr>
              <a:xfrm>
                <a:off x="4082143" y="4323386"/>
                <a:ext cx="111810" cy="219833"/>
              </a:xfrm>
              <a:custGeom>
                <a:rect b="b" l="l" r="r" t="t"/>
                <a:pathLst>
                  <a:path extrusionOk="0" h="6907" w="3513">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62"/>
              <p:cNvSpPr/>
              <p:nvPr/>
            </p:nvSpPr>
            <p:spPr>
              <a:xfrm>
                <a:off x="4226894" y="4523485"/>
                <a:ext cx="52324" cy="51942"/>
              </a:xfrm>
              <a:custGeom>
                <a:rect b="b" l="l" r="r" t="t"/>
                <a:pathLst>
                  <a:path extrusionOk="0" h="1632" w="1644">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62"/>
              <p:cNvSpPr/>
              <p:nvPr/>
            </p:nvSpPr>
            <p:spPr>
              <a:xfrm>
                <a:off x="3996113" y="4291176"/>
                <a:ext cx="336512" cy="335048"/>
              </a:xfrm>
              <a:custGeom>
                <a:rect b="b" l="l" r="r" t="t"/>
                <a:pathLst>
                  <a:path extrusionOk="0" h="10527" w="10573">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9" name="Google Shape;3439;p62"/>
            <p:cNvGrpSpPr/>
            <p:nvPr/>
          </p:nvGrpSpPr>
          <p:grpSpPr>
            <a:xfrm>
              <a:off x="1901600" y="3538419"/>
              <a:ext cx="283488" cy="198604"/>
              <a:chOff x="4048787" y="2977019"/>
              <a:chExt cx="283488" cy="198604"/>
            </a:xfrm>
          </p:grpSpPr>
          <p:sp>
            <p:nvSpPr>
              <p:cNvPr id="3440" name="Google Shape;3440;p62"/>
              <p:cNvSpPr/>
              <p:nvPr/>
            </p:nvSpPr>
            <p:spPr>
              <a:xfrm>
                <a:off x="4277659" y="3015880"/>
                <a:ext cx="25048" cy="19128"/>
              </a:xfrm>
              <a:custGeom>
                <a:rect b="b" l="l" r="r" t="t"/>
                <a:pathLst>
                  <a:path extrusionOk="0" h="601" w="787">
                    <a:moveTo>
                      <a:pt x="157" y="1"/>
                    </a:moveTo>
                    <a:cubicBezTo>
                      <a:pt x="113" y="1"/>
                      <a:pt x="70" y="22"/>
                      <a:pt x="49" y="65"/>
                    </a:cubicBezTo>
                    <a:cubicBezTo>
                      <a:pt x="1" y="125"/>
                      <a:pt x="13" y="220"/>
                      <a:pt x="84" y="256"/>
                    </a:cubicBezTo>
                    <a:cubicBezTo>
                      <a:pt x="239" y="363"/>
                      <a:pt x="382" y="470"/>
                      <a:pt x="549" y="577"/>
                    </a:cubicBezTo>
                    <a:cubicBezTo>
                      <a:pt x="584" y="589"/>
                      <a:pt x="608" y="601"/>
                      <a:pt x="620" y="601"/>
                    </a:cubicBezTo>
                    <a:cubicBezTo>
                      <a:pt x="668" y="601"/>
                      <a:pt x="715" y="589"/>
                      <a:pt x="739" y="541"/>
                    </a:cubicBezTo>
                    <a:cubicBezTo>
                      <a:pt x="787" y="482"/>
                      <a:pt x="775" y="398"/>
                      <a:pt x="703" y="351"/>
                    </a:cubicBezTo>
                    <a:cubicBezTo>
                      <a:pt x="537" y="232"/>
                      <a:pt x="382" y="125"/>
                      <a:pt x="239" y="29"/>
                    </a:cubicBezTo>
                    <a:cubicBezTo>
                      <a:pt x="215" y="10"/>
                      <a:pt x="186" y="1"/>
                      <a:pt x="15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62"/>
              <p:cNvSpPr/>
              <p:nvPr/>
            </p:nvSpPr>
            <p:spPr>
              <a:xfrm>
                <a:off x="4101462" y="2977019"/>
                <a:ext cx="165630" cy="42458"/>
              </a:xfrm>
              <a:custGeom>
                <a:rect b="b" l="l" r="r" t="t"/>
                <a:pathLst>
                  <a:path extrusionOk="0" h="1334" w="5204">
                    <a:moveTo>
                      <a:pt x="2810" y="0"/>
                    </a:moveTo>
                    <a:cubicBezTo>
                      <a:pt x="2132" y="0"/>
                      <a:pt x="1239" y="357"/>
                      <a:pt x="84" y="1084"/>
                    </a:cubicBezTo>
                    <a:cubicBezTo>
                      <a:pt x="24" y="1119"/>
                      <a:pt x="1" y="1215"/>
                      <a:pt x="48" y="1274"/>
                    </a:cubicBezTo>
                    <a:cubicBezTo>
                      <a:pt x="72" y="1322"/>
                      <a:pt x="120" y="1334"/>
                      <a:pt x="167" y="1334"/>
                    </a:cubicBezTo>
                    <a:cubicBezTo>
                      <a:pt x="191" y="1334"/>
                      <a:pt x="203" y="1334"/>
                      <a:pt x="239" y="1322"/>
                    </a:cubicBezTo>
                    <a:cubicBezTo>
                      <a:pt x="1334" y="619"/>
                      <a:pt x="2167" y="274"/>
                      <a:pt x="2798" y="274"/>
                    </a:cubicBezTo>
                    <a:cubicBezTo>
                      <a:pt x="3346" y="274"/>
                      <a:pt x="4061" y="524"/>
                      <a:pt x="4965" y="1060"/>
                    </a:cubicBezTo>
                    <a:cubicBezTo>
                      <a:pt x="4987" y="1077"/>
                      <a:pt x="5014" y="1085"/>
                      <a:pt x="5041" y="1085"/>
                    </a:cubicBezTo>
                    <a:cubicBezTo>
                      <a:pt x="5088" y="1085"/>
                      <a:pt x="5138" y="1062"/>
                      <a:pt x="5168" y="1024"/>
                    </a:cubicBezTo>
                    <a:cubicBezTo>
                      <a:pt x="5204" y="953"/>
                      <a:pt x="5180" y="869"/>
                      <a:pt x="5120" y="834"/>
                    </a:cubicBezTo>
                    <a:cubicBezTo>
                      <a:pt x="4168" y="262"/>
                      <a:pt x="3406" y="0"/>
                      <a:pt x="2810"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62"/>
              <p:cNvSpPr/>
              <p:nvPr/>
            </p:nvSpPr>
            <p:spPr>
              <a:xfrm>
                <a:off x="4048787" y="3000508"/>
                <a:ext cx="283488" cy="175115"/>
              </a:xfrm>
              <a:custGeom>
                <a:rect b="b" l="l" r="r" t="t"/>
                <a:pathLst>
                  <a:path extrusionOk="0" h="5502" w="8907">
                    <a:moveTo>
                      <a:pt x="4453" y="286"/>
                    </a:moveTo>
                    <a:cubicBezTo>
                      <a:pt x="5596" y="286"/>
                      <a:pt x="7894" y="2072"/>
                      <a:pt x="8561" y="2620"/>
                    </a:cubicBezTo>
                    <a:cubicBezTo>
                      <a:pt x="8609" y="2655"/>
                      <a:pt x="8621" y="2691"/>
                      <a:pt x="8621" y="2751"/>
                    </a:cubicBezTo>
                    <a:cubicBezTo>
                      <a:pt x="8621" y="2810"/>
                      <a:pt x="8609" y="2858"/>
                      <a:pt x="8561" y="2894"/>
                    </a:cubicBezTo>
                    <a:cubicBezTo>
                      <a:pt x="7894" y="3441"/>
                      <a:pt x="5596" y="5227"/>
                      <a:pt x="4453" y="5227"/>
                    </a:cubicBezTo>
                    <a:cubicBezTo>
                      <a:pt x="3310" y="5227"/>
                      <a:pt x="1013" y="3441"/>
                      <a:pt x="346" y="2894"/>
                    </a:cubicBezTo>
                    <a:cubicBezTo>
                      <a:pt x="298" y="2858"/>
                      <a:pt x="286" y="2810"/>
                      <a:pt x="286" y="2751"/>
                    </a:cubicBezTo>
                    <a:cubicBezTo>
                      <a:pt x="286" y="2691"/>
                      <a:pt x="310" y="2655"/>
                      <a:pt x="346" y="2620"/>
                    </a:cubicBezTo>
                    <a:cubicBezTo>
                      <a:pt x="1013" y="2072"/>
                      <a:pt x="3310" y="286"/>
                      <a:pt x="4453" y="286"/>
                    </a:cubicBezTo>
                    <a:close/>
                    <a:moveTo>
                      <a:pt x="4453" y="0"/>
                    </a:moveTo>
                    <a:cubicBezTo>
                      <a:pt x="3251" y="0"/>
                      <a:pt x="1060" y="1679"/>
                      <a:pt x="167" y="2405"/>
                    </a:cubicBezTo>
                    <a:cubicBezTo>
                      <a:pt x="60" y="2501"/>
                      <a:pt x="1" y="2620"/>
                      <a:pt x="1" y="2751"/>
                    </a:cubicBezTo>
                    <a:cubicBezTo>
                      <a:pt x="1" y="2882"/>
                      <a:pt x="60" y="3025"/>
                      <a:pt x="167" y="3096"/>
                    </a:cubicBezTo>
                    <a:cubicBezTo>
                      <a:pt x="1060" y="3822"/>
                      <a:pt x="3251" y="5501"/>
                      <a:pt x="4453" y="5501"/>
                    </a:cubicBezTo>
                    <a:cubicBezTo>
                      <a:pt x="5656" y="5501"/>
                      <a:pt x="7847" y="3822"/>
                      <a:pt x="8740" y="3096"/>
                    </a:cubicBezTo>
                    <a:cubicBezTo>
                      <a:pt x="8847" y="3001"/>
                      <a:pt x="8906" y="2882"/>
                      <a:pt x="8906" y="2751"/>
                    </a:cubicBezTo>
                    <a:cubicBezTo>
                      <a:pt x="8906" y="2620"/>
                      <a:pt x="8847" y="2501"/>
                      <a:pt x="8740" y="2405"/>
                    </a:cubicBezTo>
                    <a:cubicBezTo>
                      <a:pt x="7847" y="1679"/>
                      <a:pt x="5656" y="0"/>
                      <a:pt x="445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62"/>
              <p:cNvSpPr/>
              <p:nvPr/>
            </p:nvSpPr>
            <p:spPr>
              <a:xfrm>
                <a:off x="4126478" y="3024347"/>
                <a:ext cx="129220" cy="127437"/>
              </a:xfrm>
              <a:custGeom>
                <a:rect b="b" l="l" r="r" t="t"/>
                <a:pathLst>
                  <a:path extrusionOk="0" h="4004" w="4060">
                    <a:moveTo>
                      <a:pt x="2016" y="0"/>
                    </a:moveTo>
                    <a:cubicBezTo>
                      <a:pt x="1995" y="0"/>
                      <a:pt x="1974" y="1"/>
                      <a:pt x="1953" y="1"/>
                    </a:cubicBezTo>
                    <a:cubicBezTo>
                      <a:pt x="893" y="25"/>
                      <a:pt x="48" y="894"/>
                      <a:pt x="12" y="1930"/>
                    </a:cubicBezTo>
                    <a:cubicBezTo>
                      <a:pt x="0" y="2454"/>
                      <a:pt x="179" y="2942"/>
                      <a:pt x="512" y="3299"/>
                    </a:cubicBezTo>
                    <a:cubicBezTo>
                      <a:pt x="542" y="3329"/>
                      <a:pt x="578" y="3344"/>
                      <a:pt x="613" y="3344"/>
                    </a:cubicBezTo>
                    <a:cubicBezTo>
                      <a:pt x="649" y="3344"/>
                      <a:pt x="685" y="3329"/>
                      <a:pt x="715" y="3299"/>
                    </a:cubicBezTo>
                    <a:cubicBezTo>
                      <a:pt x="762" y="3252"/>
                      <a:pt x="774" y="3169"/>
                      <a:pt x="715" y="3109"/>
                    </a:cubicBezTo>
                    <a:cubicBezTo>
                      <a:pt x="429" y="2776"/>
                      <a:pt x="286" y="2359"/>
                      <a:pt x="298" y="1906"/>
                    </a:cubicBezTo>
                    <a:cubicBezTo>
                      <a:pt x="346" y="1025"/>
                      <a:pt x="1060" y="299"/>
                      <a:pt x="1941" y="263"/>
                    </a:cubicBezTo>
                    <a:cubicBezTo>
                      <a:pt x="1969" y="262"/>
                      <a:pt x="1996" y="261"/>
                      <a:pt x="2024" y="261"/>
                    </a:cubicBezTo>
                    <a:cubicBezTo>
                      <a:pt x="2975" y="261"/>
                      <a:pt x="3762" y="1053"/>
                      <a:pt x="3739" y="2026"/>
                    </a:cubicBezTo>
                    <a:cubicBezTo>
                      <a:pt x="3727" y="2930"/>
                      <a:pt x="2977" y="3692"/>
                      <a:pt x="2072" y="3716"/>
                    </a:cubicBezTo>
                    <a:cubicBezTo>
                      <a:pt x="2050" y="3717"/>
                      <a:pt x="2027" y="3717"/>
                      <a:pt x="2005" y="3717"/>
                    </a:cubicBezTo>
                    <a:cubicBezTo>
                      <a:pt x="1717" y="3717"/>
                      <a:pt x="1423" y="3646"/>
                      <a:pt x="1191" y="3514"/>
                    </a:cubicBezTo>
                    <a:cubicBezTo>
                      <a:pt x="1167" y="3500"/>
                      <a:pt x="1144" y="3493"/>
                      <a:pt x="1121" y="3493"/>
                    </a:cubicBezTo>
                    <a:cubicBezTo>
                      <a:pt x="1086" y="3493"/>
                      <a:pt x="1053" y="3509"/>
                      <a:pt x="1024" y="3538"/>
                    </a:cubicBezTo>
                    <a:cubicBezTo>
                      <a:pt x="965" y="3597"/>
                      <a:pt x="989" y="3716"/>
                      <a:pt x="1060" y="3764"/>
                    </a:cubicBezTo>
                    <a:cubicBezTo>
                      <a:pt x="1339" y="3920"/>
                      <a:pt x="1660" y="4003"/>
                      <a:pt x="1993" y="4003"/>
                    </a:cubicBezTo>
                    <a:cubicBezTo>
                      <a:pt x="2015" y="4003"/>
                      <a:pt x="2038" y="4003"/>
                      <a:pt x="2060" y="4002"/>
                    </a:cubicBezTo>
                    <a:cubicBezTo>
                      <a:pt x="3108" y="3966"/>
                      <a:pt x="3989" y="3121"/>
                      <a:pt x="4025" y="2061"/>
                    </a:cubicBezTo>
                    <a:cubicBezTo>
                      <a:pt x="4060" y="939"/>
                      <a:pt x="3142" y="0"/>
                      <a:pt x="201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62"/>
              <p:cNvSpPr/>
              <p:nvPr/>
            </p:nvSpPr>
            <p:spPr>
              <a:xfrm>
                <a:off x="4156778" y="3054678"/>
                <a:ext cx="68238" cy="68270"/>
              </a:xfrm>
              <a:custGeom>
                <a:rect b="b" l="l" r="r" t="t"/>
                <a:pathLst>
                  <a:path extrusionOk="0" h="2145" w="2144">
                    <a:moveTo>
                      <a:pt x="1072" y="1"/>
                    </a:moveTo>
                    <a:cubicBezTo>
                      <a:pt x="477" y="1"/>
                      <a:pt x="1" y="477"/>
                      <a:pt x="1" y="1073"/>
                    </a:cubicBezTo>
                    <a:cubicBezTo>
                      <a:pt x="1" y="1668"/>
                      <a:pt x="477" y="2144"/>
                      <a:pt x="1072" y="2144"/>
                    </a:cubicBezTo>
                    <a:cubicBezTo>
                      <a:pt x="1668" y="2144"/>
                      <a:pt x="2144" y="1668"/>
                      <a:pt x="2144" y="1073"/>
                    </a:cubicBezTo>
                    <a:cubicBezTo>
                      <a:pt x="2132" y="977"/>
                      <a:pt x="2073" y="918"/>
                      <a:pt x="2001" y="918"/>
                    </a:cubicBezTo>
                    <a:cubicBezTo>
                      <a:pt x="1918" y="918"/>
                      <a:pt x="1858" y="977"/>
                      <a:pt x="1858" y="1049"/>
                    </a:cubicBezTo>
                    <a:cubicBezTo>
                      <a:pt x="1858" y="1489"/>
                      <a:pt x="1501" y="1846"/>
                      <a:pt x="1072" y="1846"/>
                    </a:cubicBezTo>
                    <a:cubicBezTo>
                      <a:pt x="644" y="1846"/>
                      <a:pt x="287" y="1489"/>
                      <a:pt x="287" y="1049"/>
                    </a:cubicBezTo>
                    <a:cubicBezTo>
                      <a:pt x="287" y="620"/>
                      <a:pt x="644" y="263"/>
                      <a:pt x="1072" y="263"/>
                    </a:cubicBezTo>
                    <a:cubicBezTo>
                      <a:pt x="1144" y="263"/>
                      <a:pt x="1203" y="203"/>
                      <a:pt x="1203" y="132"/>
                    </a:cubicBezTo>
                    <a:cubicBezTo>
                      <a:pt x="1203" y="60"/>
                      <a:pt x="1144" y="1"/>
                      <a:pt x="107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62"/>
              <p:cNvSpPr/>
              <p:nvPr/>
            </p:nvSpPr>
            <p:spPr>
              <a:xfrm>
                <a:off x="4198090" y="3060375"/>
                <a:ext cx="20879" cy="20879"/>
              </a:xfrm>
              <a:custGeom>
                <a:rect b="b" l="l" r="r" t="t"/>
                <a:pathLst>
                  <a:path extrusionOk="0" h="656" w="656">
                    <a:moveTo>
                      <a:pt x="322" y="1"/>
                    </a:moveTo>
                    <a:cubicBezTo>
                      <a:pt x="143" y="1"/>
                      <a:pt x="1" y="143"/>
                      <a:pt x="1" y="322"/>
                    </a:cubicBezTo>
                    <a:cubicBezTo>
                      <a:pt x="1" y="501"/>
                      <a:pt x="143" y="655"/>
                      <a:pt x="322" y="655"/>
                    </a:cubicBezTo>
                    <a:cubicBezTo>
                      <a:pt x="501" y="655"/>
                      <a:pt x="655" y="501"/>
                      <a:pt x="655" y="322"/>
                    </a:cubicBezTo>
                    <a:cubicBezTo>
                      <a:pt x="655" y="143"/>
                      <a:pt x="501" y="1"/>
                      <a:pt x="32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446" name="Google Shape;3446;p62"/>
            <p:cNvCxnSpPr>
              <a:stCxn id="3396" idx="0"/>
            </p:cNvCxnSpPr>
            <p:nvPr/>
          </p:nvCxnSpPr>
          <p:spPr>
            <a:xfrm flipH="1" rot="10800000">
              <a:off x="2043301" y="1841523"/>
              <a:ext cx="1800" cy="207600"/>
            </a:xfrm>
            <a:prstGeom prst="straightConnector1">
              <a:avLst/>
            </a:prstGeom>
            <a:noFill/>
            <a:ln cap="flat" cmpd="sng" w="9525">
              <a:solidFill>
                <a:srgbClr val="2F293A"/>
              </a:solidFill>
              <a:prstDash val="solid"/>
              <a:round/>
              <a:headEnd len="med" w="med" type="none"/>
              <a:tailEnd len="med" w="med" type="none"/>
            </a:ln>
          </p:spPr>
        </p:cxnSp>
        <p:cxnSp>
          <p:nvCxnSpPr>
            <p:cNvPr id="3447" name="Google Shape;3447;p62"/>
            <p:cNvCxnSpPr/>
            <p:nvPr/>
          </p:nvCxnSpPr>
          <p:spPr>
            <a:xfrm rot="10800000">
              <a:off x="1571950" y="2034550"/>
              <a:ext cx="153000" cy="153000"/>
            </a:xfrm>
            <a:prstGeom prst="straightConnector1">
              <a:avLst/>
            </a:prstGeom>
            <a:noFill/>
            <a:ln cap="flat" cmpd="sng" w="9525">
              <a:solidFill>
                <a:srgbClr val="2F293A"/>
              </a:solidFill>
              <a:prstDash val="solid"/>
              <a:round/>
              <a:headEnd len="med" w="med" type="none"/>
              <a:tailEnd len="med" w="med" type="none"/>
            </a:ln>
          </p:spPr>
        </p:cxnSp>
        <p:cxnSp>
          <p:nvCxnSpPr>
            <p:cNvPr id="3448" name="Google Shape;3448;p62"/>
            <p:cNvCxnSpPr/>
            <p:nvPr/>
          </p:nvCxnSpPr>
          <p:spPr>
            <a:xfrm rot="10800000">
              <a:off x="1363150" y="2531450"/>
              <a:ext cx="188100" cy="0"/>
            </a:xfrm>
            <a:prstGeom prst="straightConnector1">
              <a:avLst/>
            </a:prstGeom>
            <a:noFill/>
            <a:ln cap="flat" cmpd="sng" w="9525">
              <a:solidFill>
                <a:srgbClr val="2F293A"/>
              </a:solidFill>
              <a:prstDash val="solid"/>
              <a:round/>
              <a:headEnd len="med" w="med" type="none"/>
              <a:tailEnd len="med" w="med" type="none"/>
            </a:ln>
          </p:spPr>
        </p:cxnSp>
        <p:cxnSp>
          <p:nvCxnSpPr>
            <p:cNvPr id="3449" name="Google Shape;3449;p62"/>
            <p:cNvCxnSpPr>
              <a:stCxn id="3396" idx="2"/>
              <a:endCxn id="3420" idx="0"/>
            </p:cNvCxnSpPr>
            <p:nvPr/>
          </p:nvCxnSpPr>
          <p:spPr>
            <a:xfrm>
              <a:off x="2043301" y="3016166"/>
              <a:ext cx="0" cy="162300"/>
            </a:xfrm>
            <a:prstGeom prst="straightConnector1">
              <a:avLst/>
            </a:prstGeom>
            <a:noFill/>
            <a:ln cap="flat" cmpd="sng" w="9525">
              <a:solidFill>
                <a:srgbClr val="2F293A"/>
              </a:solidFill>
              <a:prstDash val="solid"/>
              <a:round/>
              <a:headEnd len="med" w="med" type="none"/>
              <a:tailEnd len="med" w="med" type="none"/>
            </a:ln>
          </p:spPr>
        </p:cxnSp>
        <p:cxnSp>
          <p:nvCxnSpPr>
            <p:cNvPr id="3450" name="Google Shape;3450;p62"/>
            <p:cNvCxnSpPr/>
            <p:nvPr/>
          </p:nvCxnSpPr>
          <p:spPr>
            <a:xfrm flipH="1">
              <a:off x="1560400" y="2869700"/>
              <a:ext cx="133200" cy="133200"/>
            </a:xfrm>
            <a:prstGeom prst="straightConnector1">
              <a:avLst/>
            </a:prstGeom>
            <a:noFill/>
            <a:ln cap="flat" cmpd="sng" w="9525">
              <a:solidFill>
                <a:srgbClr val="2F293A"/>
              </a:solidFill>
              <a:prstDash val="solid"/>
              <a:round/>
              <a:headEnd len="med" w="med" type="none"/>
              <a:tailEnd len="med" w="med" type="none"/>
            </a:ln>
          </p:spPr>
        </p:cxnSp>
      </p:grpSp>
      <p:grpSp>
        <p:nvGrpSpPr>
          <p:cNvPr id="3451" name="Google Shape;3451;p62"/>
          <p:cNvGrpSpPr/>
          <p:nvPr/>
        </p:nvGrpSpPr>
        <p:grpSpPr>
          <a:xfrm>
            <a:off x="4124150" y="819763"/>
            <a:ext cx="1812175" cy="2758436"/>
            <a:chOff x="3971750" y="1131188"/>
            <a:chExt cx="1812175" cy="2758436"/>
          </a:xfrm>
        </p:grpSpPr>
        <p:grpSp>
          <p:nvGrpSpPr>
            <p:cNvPr id="3452" name="Google Shape;3452;p62"/>
            <p:cNvGrpSpPr/>
            <p:nvPr/>
          </p:nvGrpSpPr>
          <p:grpSpPr>
            <a:xfrm>
              <a:off x="4327440" y="3620301"/>
              <a:ext cx="255817" cy="255543"/>
              <a:chOff x="1749897" y="2894561"/>
              <a:chExt cx="355993" cy="355612"/>
            </a:xfrm>
          </p:grpSpPr>
          <p:sp>
            <p:nvSpPr>
              <p:cNvPr id="3453" name="Google Shape;3453;p62"/>
              <p:cNvSpPr/>
              <p:nvPr/>
            </p:nvSpPr>
            <p:spPr>
              <a:xfrm>
                <a:off x="1899858" y="2895324"/>
                <a:ext cx="206033" cy="161728"/>
              </a:xfrm>
              <a:custGeom>
                <a:rect b="b" l="l" r="r" t="t"/>
                <a:pathLst>
                  <a:path extrusionOk="0" h="5085" w="6478">
                    <a:moveTo>
                      <a:pt x="6156" y="322"/>
                    </a:moveTo>
                    <a:lnTo>
                      <a:pt x="6156" y="4763"/>
                    </a:lnTo>
                    <a:lnTo>
                      <a:pt x="334" y="4763"/>
                    </a:lnTo>
                    <a:lnTo>
                      <a:pt x="334" y="322"/>
                    </a:lnTo>
                    <a:close/>
                    <a:moveTo>
                      <a:pt x="167" y="1"/>
                    </a:moveTo>
                    <a:cubicBezTo>
                      <a:pt x="72" y="1"/>
                      <a:pt x="0" y="72"/>
                      <a:pt x="0" y="167"/>
                    </a:cubicBezTo>
                    <a:lnTo>
                      <a:pt x="0" y="4930"/>
                    </a:lnTo>
                    <a:cubicBezTo>
                      <a:pt x="0" y="5013"/>
                      <a:pt x="72" y="5085"/>
                      <a:pt x="167" y="5085"/>
                    </a:cubicBezTo>
                    <a:lnTo>
                      <a:pt x="6311" y="5085"/>
                    </a:lnTo>
                    <a:cubicBezTo>
                      <a:pt x="6406" y="5085"/>
                      <a:pt x="6477" y="5013"/>
                      <a:pt x="6477" y="4930"/>
                    </a:cubicBezTo>
                    <a:lnTo>
                      <a:pt x="6477" y="167"/>
                    </a:lnTo>
                    <a:cubicBezTo>
                      <a:pt x="6477" y="72"/>
                      <a:pt x="6406" y="1"/>
                      <a:pt x="631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62"/>
              <p:cNvSpPr/>
              <p:nvPr/>
            </p:nvSpPr>
            <p:spPr>
              <a:xfrm>
                <a:off x="1751424" y="2894561"/>
                <a:ext cx="135585" cy="161379"/>
              </a:xfrm>
              <a:custGeom>
                <a:rect b="b" l="l" r="r" t="t"/>
                <a:pathLst>
                  <a:path extrusionOk="0" h="5074" w="4263">
                    <a:moveTo>
                      <a:pt x="3643" y="334"/>
                    </a:moveTo>
                    <a:lnTo>
                      <a:pt x="2048" y="2227"/>
                    </a:lnTo>
                    <a:lnTo>
                      <a:pt x="476" y="334"/>
                    </a:lnTo>
                    <a:close/>
                    <a:moveTo>
                      <a:pt x="286" y="632"/>
                    </a:moveTo>
                    <a:lnTo>
                      <a:pt x="1846" y="2489"/>
                    </a:lnTo>
                    <a:lnTo>
                      <a:pt x="286" y="4359"/>
                    </a:lnTo>
                    <a:lnTo>
                      <a:pt x="286" y="632"/>
                    </a:lnTo>
                    <a:close/>
                    <a:moveTo>
                      <a:pt x="3894" y="561"/>
                    </a:moveTo>
                    <a:lnTo>
                      <a:pt x="3894" y="4430"/>
                    </a:lnTo>
                    <a:lnTo>
                      <a:pt x="2274" y="2489"/>
                    </a:lnTo>
                    <a:lnTo>
                      <a:pt x="3894" y="561"/>
                    </a:lnTo>
                    <a:close/>
                    <a:moveTo>
                      <a:pt x="2072" y="2739"/>
                    </a:moveTo>
                    <a:lnTo>
                      <a:pt x="3763" y="4763"/>
                    </a:lnTo>
                    <a:lnTo>
                      <a:pt x="369" y="4763"/>
                    </a:lnTo>
                    <a:lnTo>
                      <a:pt x="2072" y="2739"/>
                    </a:lnTo>
                    <a:close/>
                    <a:moveTo>
                      <a:pt x="36" y="1"/>
                    </a:moveTo>
                    <a:cubicBezTo>
                      <a:pt x="36" y="1"/>
                      <a:pt x="24" y="1"/>
                      <a:pt x="24" y="25"/>
                    </a:cubicBezTo>
                    <a:cubicBezTo>
                      <a:pt x="24" y="25"/>
                      <a:pt x="12" y="25"/>
                      <a:pt x="12" y="37"/>
                    </a:cubicBezTo>
                    <a:lnTo>
                      <a:pt x="0" y="49"/>
                    </a:lnTo>
                    <a:lnTo>
                      <a:pt x="0" y="72"/>
                    </a:lnTo>
                    <a:lnTo>
                      <a:pt x="0" y="84"/>
                    </a:lnTo>
                    <a:lnTo>
                      <a:pt x="0" y="96"/>
                    </a:lnTo>
                    <a:lnTo>
                      <a:pt x="0" y="108"/>
                    </a:lnTo>
                    <a:lnTo>
                      <a:pt x="0" y="132"/>
                    </a:lnTo>
                    <a:lnTo>
                      <a:pt x="0" y="144"/>
                    </a:lnTo>
                    <a:lnTo>
                      <a:pt x="0" y="4906"/>
                    </a:lnTo>
                    <a:cubicBezTo>
                      <a:pt x="0" y="4990"/>
                      <a:pt x="72" y="5073"/>
                      <a:pt x="155" y="5073"/>
                    </a:cubicBezTo>
                    <a:lnTo>
                      <a:pt x="4108" y="5073"/>
                    </a:lnTo>
                    <a:cubicBezTo>
                      <a:pt x="4191" y="5073"/>
                      <a:pt x="4263" y="4990"/>
                      <a:pt x="4263" y="4906"/>
                    </a:cubicBezTo>
                    <a:lnTo>
                      <a:pt x="4263" y="144"/>
                    </a:lnTo>
                    <a:cubicBezTo>
                      <a:pt x="4239" y="84"/>
                      <a:pt x="4167" y="1"/>
                      <a:pt x="406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62"/>
              <p:cNvSpPr/>
              <p:nvPr/>
            </p:nvSpPr>
            <p:spPr>
              <a:xfrm>
                <a:off x="1931663" y="2921468"/>
                <a:ext cx="64787" cy="10241"/>
              </a:xfrm>
              <a:custGeom>
                <a:rect b="b" l="l" r="r" t="t"/>
                <a:pathLst>
                  <a:path extrusionOk="0" h="322" w="2037">
                    <a:moveTo>
                      <a:pt x="167" y="0"/>
                    </a:moveTo>
                    <a:cubicBezTo>
                      <a:pt x="72" y="0"/>
                      <a:pt x="1" y="72"/>
                      <a:pt x="1" y="155"/>
                    </a:cubicBezTo>
                    <a:cubicBezTo>
                      <a:pt x="1" y="250"/>
                      <a:pt x="72" y="322"/>
                      <a:pt x="167" y="322"/>
                    </a:cubicBezTo>
                    <a:lnTo>
                      <a:pt x="1882" y="322"/>
                    </a:lnTo>
                    <a:cubicBezTo>
                      <a:pt x="1965" y="322"/>
                      <a:pt x="2037" y="250"/>
                      <a:pt x="2037" y="155"/>
                    </a:cubicBezTo>
                    <a:cubicBezTo>
                      <a:pt x="2037" y="72"/>
                      <a:pt x="1965" y="0"/>
                      <a:pt x="188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62"/>
              <p:cNvSpPr/>
              <p:nvPr/>
            </p:nvSpPr>
            <p:spPr>
              <a:xfrm>
                <a:off x="2009681" y="2921468"/>
                <a:ext cx="65168" cy="10241"/>
              </a:xfrm>
              <a:custGeom>
                <a:rect b="b" l="l" r="r" t="t"/>
                <a:pathLst>
                  <a:path extrusionOk="0" h="322" w="2049">
                    <a:moveTo>
                      <a:pt x="167" y="0"/>
                    </a:moveTo>
                    <a:cubicBezTo>
                      <a:pt x="84" y="0"/>
                      <a:pt x="0" y="72"/>
                      <a:pt x="0" y="155"/>
                    </a:cubicBezTo>
                    <a:cubicBezTo>
                      <a:pt x="0" y="250"/>
                      <a:pt x="84" y="322"/>
                      <a:pt x="167" y="322"/>
                    </a:cubicBezTo>
                    <a:lnTo>
                      <a:pt x="1881" y="322"/>
                    </a:lnTo>
                    <a:cubicBezTo>
                      <a:pt x="1965" y="322"/>
                      <a:pt x="2048" y="250"/>
                      <a:pt x="2048" y="155"/>
                    </a:cubicBezTo>
                    <a:cubicBezTo>
                      <a:pt x="2048" y="72"/>
                      <a:pt x="1965" y="0"/>
                      <a:pt x="1881"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62"/>
              <p:cNvSpPr/>
              <p:nvPr/>
            </p:nvSpPr>
            <p:spPr>
              <a:xfrm>
                <a:off x="1931663" y="2954418"/>
                <a:ext cx="64787" cy="10623"/>
              </a:xfrm>
              <a:custGeom>
                <a:rect b="b" l="l" r="r" t="t"/>
                <a:pathLst>
                  <a:path extrusionOk="0" h="334" w="2037">
                    <a:moveTo>
                      <a:pt x="167" y="0"/>
                    </a:moveTo>
                    <a:cubicBezTo>
                      <a:pt x="72" y="0"/>
                      <a:pt x="1" y="72"/>
                      <a:pt x="1" y="167"/>
                    </a:cubicBezTo>
                    <a:cubicBezTo>
                      <a:pt x="1" y="250"/>
                      <a:pt x="72" y="334"/>
                      <a:pt x="167" y="334"/>
                    </a:cubicBezTo>
                    <a:lnTo>
                      <a:pt x="1882" y="334"/>
                    </a:lnTo>
                    <a:cubicBezTo>
                      <a:pt x="1965" y="334"/>
                      <a:pt x="2037" y="250"/>
                      <a:pt x="2037" y="167"/>
                    </a:cubicBezTo>
                    <a:cubicBezTo>
                      <a:pt x="2037" y="72"/>
                      <a:pt x="1965" y="0"/>
                      <a:pt x="188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62"/>
              <p:cNvSpPr/>
              <p:nvPr/>
            </p:nvSpPr>
            <p:spPr>
              <a:xfrm>
                <a:off x="2009681" y="2954418"/>
                <a:ext cx="65168" cy="10623"/>
              </a:xfrm>
              <a:custGeom>
                <a:rect b="b" l="l" r="r" t="t"/>
                <a:pathLst>
                  <a:path extrusionOk="0" h="334" w="2049">
                    <a:moveTo>
                      <a:pt x="167" y="0"/>
                    </a:moveTo>
                    <a:cubicBezTo>
                      <a:pt x="84" y="0"/>
                      <a:pt x="0" y="72"/>
                      <a:pt x="0" y="167"/>
                    </a:cubicBezTo>
                    <a:cubicBezTo>
                      <a:pt x="0" y="250"/>
                      <a:pt x="84" y="334"/>
                      <a:pt x="167" y="334"/>
                    </a:cubicBezTo>
                    <a:lnTo>
                      <a:pt x="1881" y="334"/>
                    </a:lnTo>
                    <a:cubicBezTo>
                      <a:pt x="1965" y="334"/>
                      <a:pt x="2048" y="250"/>
                      <a:pt x="2048" y="167"/>
                    </a:cubicBezTo>
                    <a:cubicBezTo>
                      <a:pt x="2048" y="72"/>
                      <a:pt x="1965" y="0"/>
                      <a:pt x="1881"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62"/>
              <p:cNvSpPr/>
              <p:nvPr/>
            </p:nvSpPr>
            <p:spPr>
              <a:xfrm>
                <a:off x="1931663" y="2987718"/>
                <a:ext cx="64787" cy="10273"/>
              </a:xfrm>
              <a:custGeom>
                <a:rect b="b" l="l" r="r" t="t"/>
                <a:pathLst>
                  <a:path extrusionOk="0" h="323" w="2037">
                    <a:moveTo>
                      <a:pt x="167" y="1"/>
                    </a:moveTo>
                    <a:cubicBezTo>
                      <a:pt x="72" y="1"/>
                      <a:pt x="1" y="72"/>
                      <a:pt x="1" y="156"/>
                    </a:cubicBezTo>
                    <a:cubicBezTo>
                      <a:pt x="1" y="251"/>
                      <a:pt x="72" y="322"/>
                      <a:pt x="167" y="322"/>
                    </a:cubicBezTo>
                    <a:lnTo>
                      <a:pt x="1882" y="322"/>
                    </a:lnTo>
                    <a:cubicBezTo>
                      <a:pt x="1965" y="322"/>
                      <a:pt x="2037" y="251"/>
                      <a:pt x="2037" y="156"/>
                    </a:cubicBezTo>
                    <a:cubicBezTo>
                      <a:pt x="2037" y="72"/>
                      <a:pt x="1965" y="1"/>
                      <a:pt x="18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62"/>
              <p:cNvSpPr/>
              <p:nvPr/>
            </p:nvSpPr>
            <p:spPr>
              <a:xfrm>
                <a:off x="2009681" y="2987718"/>
                <a:ext cx="65168" cy="10273"/>
              </a:xfrm>
              <a:custGeom>
                <a:rect b="b" l="l" r="r" t="t"/>
                <a:pathLst>
                  <a:path extrusionOk="0" h="323" w="2049">
                    <a:moveTo>
                      <a:pt x="167" y="1"/>
                    </a:moveTo>
                    <a:cubicBezTo>
                      <a:pt x="84" y="1"/>
                      <a:pt x="0" y="72"/>
                      <a:pt x="0" y="156"/>
                    </a:cubicBezTo>
                    <a:cubicBezTo>
                      <a:pt x="0" y="251"/>
                      <a:pt x="84" y="322"/>
                      <a:pt x="167" y="322"/>
                    </a:cubicBezTo>
                    <a:lnTo>
                      <a:pt x="1881" y="322"/>
                    </a:lnTo>
                    <a:cubicBezTo>
                      <a:pt x="1965" y="322"/>
                      <a:pt x="2048" y="251"/>
                      <a:pt x="2048" y="156"/>
                    </a:cubicBezTo>
                    <a:cubicBezTo>
                      <a:pt x="2048" y="72"/>
                      <a:pt x="1965" y="1"/>
                      <a:pt x="188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62"/>
              <p:cNvSpPr/>
              <p:nvPr/>
            </p:nvSpPr>
            <p:spPr>
              <a:xfrm>
                <a:off x="1931663" y="3020668"/>
                <a:ext cx="64787" cy="10655"/>
              </a:xfrm>
              <a:custGeom>
                <a:rect b="b" l="l" r="r" t="t"/>
                <a:pathLst>
                  <a:path extrusionOk="0" h="335" w="2037">
                    <a:moveTo>
                      <a:pt x="167" y="1"/>
                    </a:moveTo>
                    <a:cubicBezTo>
                      <a:pt x="72" y="1"/>
                      <a:pt x="1" y="72"/>
                      <a:pt x="1" y="167"/>
                    </a:cubicBezTo>
                    <a:cubicBezTo>
                      <a:pt x="1" y="251"/>
                      <a:pt x="72" y="334"/>
                      <a:pt x="167" y="334"/>
                    </a:cubicBezTo>
                    <a:lnTo>
                      <a:pt x="1882" y="334"/>
                    </a:lnTo>
                    <a:cubicBezTo>
                      <a:pt x="1965" y="334"/>
                      <a:pt x="2037" y="251"/>
                      <a:pt x="2037" y="167"/>
                    </a:cubicBezTo>
                    <a:cubicBezTo>
                      <a:pt x="2037" y="72"/>
                      <a:pt x="1965" y="1"/>
                      <a:pt x="18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62"/>
              <p:cNvSpPr/>
              <p:nvPr/>
            </p:nvSpPr>
            <p:spPr>
              <a:xfrm>
                <a:off x="2009681" y="3020668"/>
                <a:ext cx="65168" cy="10655"/>
              </a:xfrm>
              <a:custGeom>
                <a:rect b="b" l="l" r="r" t="t"/>
                <a:pathLst>
                  <a:path extrusionOk="0" h="335" w="2049">
                    <a:moveTo>
                      <a:pt x="167" y="1"/>
                    </a:moveTo>
                    <a:cubicBezTo>
                      <a:pt x="84" y="1"/>
                      <a:pt x="0" y="72"/>
                      <a:pt x="0" y="167"/>
                    </a:cubicBezTo>
                    <a:cubicBezTo>
                      <a:pt x="0" y="251"/>
                      <a:pt x="84" y="334"/>
                      <a:pt x="167" y="334"/>
                    </a:cubicBezTo>
                    <a:lnTo>
                      <a:pt x="1881" y="334"/>
                    </a:lnTo>
                    <a:cubicBezTo>
                      <a:pt x="1965" y="334"/>
                      <a:pt x="2048" y="251"/>
                      <a:pt x="2048" y="167"/>
                    </a:cubicBezTo>
                    <a:cubicBezTo>
                      <a:pt x="2048" y="72"/>
                      <a:pt x="1965" y="1"/>
                      <a:pt x="188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62"/>
              <p:cNvSpPr/>
              <p:nvPr/>
            </p:nvSpPr>
            <p:spPr>
              <a:xfrm>
                <a:off x="1749897" y="3069138"/>
                <a:ext cx="355993" cy="181034"/>
              </a:xfrm>
              <a:custGeom>
                <a:rect b="b" l="l" r="r" t="t"/>
                <a:pathLst>
                  <a:path extrusionOk="0" h="5692" w="11193">
                    <a:moveTo>
                      <a:pt x="9859" y="322"/>
                    </a:moveTo>
                    <a:lnTo>
                      <a:pt x="5596" y="1477"/>
                    </a:lnTo>
                    <a:lnTo>
                      <a:pt x="1334" y="322"/>
                    </a:lnTo>
                    <a:close/>
                    <a:moveTo>
                      <a:pt x="334" y="394"/>
                    </a:moveTo>
                    <a:lnTo>
                      <a:pt x="4954" y="1644"/>
                    </a:lnTo>
                    <a:lnTo>
                      <a:pt x="334" y="2894"/>
                    </a:lnTo>
                    <a:lnTo>
                      <a:pt x="334" y="394"/>
                    </a:lnTo>
                    <a:close/>
                    <a:moveTo>
                      <a:pt x="10871" y="417"/>
                    </a:moveTo>
                    <a:lnTo>
                      <a:pt x="10871" y="2918"/>
                    </a:lnTo>
                    <a:lnTo>
                      <a:pt x="6239" y="1668"/>
                    </a:lnTo>
                    <a:lnTo>
                      <a:pt x="10871" y="417"/>
                    </a:lnTo>
                    <a:close/>
                    <a:moveTo>
                      <a:pt x="5596" y="1822"/>
                    </a:moveTo>
                    <a:lnTo>
                      <a:pt x="10252" y="3096"/>
                    </a:lnTo>
                    <a:lnTo>
                      <a:pt x="941" y="3096"/>
                    </a:lnTo>
                    <a:lnTo>
                      <a:pt x="5596" y="1822"/>
                    </a:lnTo>
                    <a:close/>
                    <a:moveTo>
                      <a:pt x="9132" y="3425"/>
                    </a:moveTo>
                    <a:cubicBezTo>
                      <a:pt x="9140" y="3425"/>
                      <a:pt x="9148" y="3427"/>
                      <a:pt x="9156" y="3430"/>
                    </a:cubicBezTo>
                    <a:lnTo>
                      <a:pt x="10669" y="4477"/>
                    </a:lnTo>
                    <a:cubicBezTo>
                      <a:pt x="10692" y="4489"/>
                      <a:pt x="10704" y="4501"/>
                      <a:pt x="10692" y="4537"/>
                    </a:cubicBezTo>
                    <a:cubicBezTo>
                      <a:pt x="10692" y="4549"/>
                      <a:pt x="10669" y="4561"/>
                      <a:pt x="10645" y="4561"/>
                    </a:cubicBezTo>
                    <a:lnTo>
                      <a:pt x="9871" y="4525"/>
                    </a:lnTo>
                    <a:cubicBezTo>
                      <a:pt x="9856" y="4522"/>
                      <a:pt x="9840" y="4521"/>
                      <a:pt x="9825" y="4521"/>
                    </a:cubicBezTo>
                    <a:cubicBezTo>
                      <a:pt x="9708" y="4521"/>
                      <a:pt x="9589" y="4598"/>
                      <a:pt x="9526" y="4704"/>
                    </a:cubicBezTo>
                    <a:cubicBezTo>
                      <a:pt x="9097" y="5382"/>
                      <a:pt x="9121" y="5382"/>
                      <a:pt x="9085" y="5382"/>
                    </a:cubicBezTo>
                    <a:cubicBezTo>
                      <a:pt x="9049" y="5382"/>
                      <a:pt x="9037" y="5370"/>
                      <a:pt x="9037" y="5335"/>
                    </a:cubicBezTo>
                    <a:lnTo>
                      <a:pt x="9085" y="3477"/>
                    </a:lnTo>
                    <a:cubicBezTo>
                      <a:pt x="9085" y="3441"/>
                      <a:pt x="9106" y="3425"/>
                      <a:pt x="9132" y="3425"/>
                    </a:cubicBezTo>
                    <a:close/>
                    <a:moveTo>
                      <a:pt x="334" y="1"/>
                    </a:moveTo>
                    <a:cubicBezTo>
                      <a:pt x="286" y="1"/>
                      <a:pt x="239" y="13"/>
                      <a:pt x="215" y="25"/>
                    </a:cubicBezTo>
                    <a:cubicBezTo>
                      <a:pt x="96" y="72"/>
                      <a:pt x="12" y="191"/>
                      <a:pt x="1" y="310"/>
                    </a:cubicBezTo>
                    <a:lnTo>
                      <a:pt x="1" y="322"/>
                    </a:lnTo>
                    <a:lnTo>
                      <a:pt x="1" y="3096"/>
                    </a:lnTo>
                    <a:cubicBezTo>
                      <a:pt x="1" y="3275"/>
                      <a:pt x="155" y="3418"/>
                      <a:pt x="334" y="3418"/>
                    </a:cubicBezTo>
                    <a:lnTo>
                      <a:pt x="8728" y="3418"/>
                    </a:lnTo>
                    <a:cubicBezTo>
                      <a:pt x="8728" y="3465"/>
                      <a:pt x="8728" y="3346"/>
                      <a:pt x="8680" y="5311"/>
                    </a:cubicBezTo>
                    <a:cubicBezTo>
                      <a:pt x="8680" y="5418"/>
                      <a:pt x="8704" y="5513"/>
                      <a:pt x="8775" y="5573"/>
                    </a:cubicBezTo>
                    <a:cubicBezTo>
                      <a:pt x="8859" y="5656"/>
                      <a:pt x="8954" y="5692"/>
                      <a:pt x="9061" y="5692"/>
                    </a:cubicBezTo>
                    <a:cubicBezTo>
                      <a:pt x="9192" y="5692"/>
                      <a:pt x="9311" y="5620"/>
                      <a:pt x="9395" y="5513"/>
                    </a:cubicBezTo>
                    <a:cubicBezTo>
                      <a:pt x="9823" y="4847"/>
                      <a:pt x="9787" y="4835"/>
                      <a:pt x="9835" y="4835"/>
                    </a:cubicBezTo>
                    <a:cubicBezTo>
                      <a:pt x="10764" y="4882"/>
                      <a:pt x="10621" y="4882"/>
                      <a:pt x="10645" y="4882"/>
                    </a:cubicBezTo>
                    <a:cubicBezTo>
                      <a:pt x="10800" y="4882"/>
                      <a:pt x="10954" y="4775"/>
                      <a:pt x="11002" y="4608"/>
                    </a:cubicBezTo>
                    <a:cubicBezTo>
                      <a:pt x="11038" y="4442"/>
                      <a:pt x="10978" y="4287"/>
                      <a:pt x="10847" y="4180"/>
                    </a:cubicBezTo>
                    <a:lnTo>
                      <a:pt x="9704" y="3406"/>
                    </a:lnTo>
                    <a:lnTo>
                      <a:pt x="10847" y="3406"/>
                    </a:lnTo>
                    <a:cubicBezTo>
                      <a:pt x="11026" y="3406"/>
                      <a:pt x="11181" y="3251"/>
                      <a:pt x="11181" y="3073"/>
                    </a:cubicBezTo>
                    <a:cubicBezTo>
                      <a:pt x="11192" y="2739"/>
                      <a:pt x="11192" y="620"/>
                      <a:pt x="11192" y="310"/>
                    </a:cubicBezTo>
                    <a:cubicBezTo>
                      <a:pt x="11192" y="179"/>
                      <a:pt x="11109" y="72"/>
                      <a:pt x="10990" y="25"/>
                    </a:cubicBezTo>
                    <a:cubicBezTo>
                      <a:pt x="10942" y="13"/>
                      <a:pt x="10907" y="1"/>
                      <a:pt x="1087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4" name="Google Shape;3464;p62"/>
            <p:cNvSpPr txBox="1"/>
            <p:nvPr/>
          </p:nvSpPr>
          <p:spPr>
            <a:xfrm>
              <a:off x="3971750" y="3209463"/>
              <a:ext cx="9672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Wireframe</a:t>
              </a:r>
              <a:endParaRPr sz="1200">
                <a:latin typeface="Abel"/>
                <a:ea typeface="Abel"/>
                <a:cs typeface="Abel"/>
                <a:sym typeface="Abel"/>
              </a:endParaRPr>
            </a:p>
          </p:txBody>
        </p:sp>
        <p:grpSp>
          <p:nvGrpSpPr>
            <p:cNvPr id="3465" name="Google Shape;3465;p62"/>
            <p:cNvGrpSpPr/>
            <p:nvPr/>
          </p:nvGrpSpPr>
          <p:grpSpPr>
            <a:xfrm>
              <a:off x="4708598" y="1543593"/>
              <a:ext cx="283464" cy="283189"/>
              <a:chOff x="7978465" y="1969392"/>
              <a:chExt cx="361147" cy="360797"/>
            </a:xfrm>
          </p:grpSpPr>
          <p:sp>
            <p:nvSpPr>
              <p:cNvPr id="3466" name="Google Shape;3466;p62"/>
              <p:cNvSpPr/>
              <p:nvPr/>
            </p:nvSpPr>
            <p:spPr>
              <a:xfrm>
                <a:off x="8136871" y="2285821"/>
                <a:ext cx="44368" cy="44368"/>
              </a:xfrm>
              <a:custGeom>
                <a:rect b="b" l="l" r="r" t="t"/>
                <a:pathLst>
                  <a:path extrusionOk="0" h="1394" w="1394">
                    <a:moveTo>
                      <a:pt x="691" y="322"/>
                    </a:moveTo>
                    <a:cubicBezTo>
                      <a:pt x="905" y="322"/>
                      <a:pt x="1072" y="488"/>
                      <a:pt x="1072" y="703"/>
                    </a:cubicBezTo>
                    <a:cubicBezTo>
                      <a:pt x="1072" y="905"/>
                      <a:pt x="893" y="1072"/>
                      <a:pt x="691" y="1072"/>
                    </a:cubicBezTo>
                    <a:cubicBezTo>
                      <a:pt x="488" y="1072"/>
                      <a:pt x="322" y="905"/>
                      <a:pt x="322" y="703"/>
                    </a:cubicBezTo>
                    <a:cubicBezTo>
                      <a:pt x="322" y="488"/>
                      <a:pt x="488" y="322"/>
                      <a:pt x="691" y="322"/>
                    </a:cubicBezTo>
                    <a:close/>
                    <a:moveTo>
                      <a:pt x="691" y="0"/>
                    </a:moveTo>
                    <a:cubicBezTo>
                      <a:pt x="310" y="0"/>
                      <a:pt x="0" y="310"/>
                      <a:pt x="0" y="703"/>
                    </a:cubicBezTo>
                    <a:cubicBezTo>
                      <a:pt x="0" y="1084"/>
                      <a:pt x="310" y="1393"/>
                      <a:pt x="691" y="1393"/>
                    </a:cubicBezTo>
                    <a:cubicBezTo>
                      <a:pt x="1084" y="1393"/>
                      <a:pt x="1393" y="1084"/>
                      <a:pt x="1393" y="703"/>
                    </a:cubicBezTo>
                    <a:cubicBezTo>
                      <a:pt x="1393" y="310"/>
                      <a:pt x="1084" y="0"/>
                      <a:pt x="691"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62"/>
              <p:cNvSpPr/>
              <p:nvPr/>
            </p:nvSpPr>
            <p:spPr>
              <a:xfrm>
                <a:off x="8210010" y="2121719"/>
                <a:ext cx="56112" cy="56112"/>
              </a:xfrm>
              <a:custGeom>
                <a:rect b="b" l="l" r="r" t="t"/>
                <a:pathLst>
                  <a:path extrusionOk="0" h="1763" w="1763">
                    <a:moveTo>
                      <a:pt x="881" y="334"/>
                    </a:moveTo>
                    <a:cubicBezTo>
                      <a:pt x="1191" y="334"/>
                      <a:pt x="1429" y="572"/>
                      <a:pt x="1429" y="882"/>
                    </a:cubicBezTo>
                    <a:cubicBezTo>
                      <a:pt x="1417" y="1180"/>
                      <a:pt x="1179" y="1430"/>
                      <a:pt x="881" y="1430"/>
                    </a:cubicBezTo>
                    <a:cubicBezTo>
                      <a:pt x="583" y="1430"/>
                      <a:pt x="333" y="1191"/>
                      <a:pt x="333" y="882"/>
                    </a:cubicBezTo>
                    <a:cubicBezTo>
                      <a:pt x="333" y="584"/>
                      <a:pt x="572" y="334"/>
                      <a:pt x="881" y="334"/>
                    </a:cubicBezTo>
                    <a:close/>
                    <a:moveTo>
                      <a:pt x="881" y="1"/>
                    </a:moveTo>
                    <a:cubicBezTo>
                      <a:pt x="405" y="1"/>
                      <a:pt x="0" y="394"/>
                      <a:pt x="0" y="882"/>
                    </a:cubicBezTo>
                    <a:cubicBezTo>
                      <a:pt x="0" y="1358"/>
                      <a:pt x="393" y="1763"/>
                      <a:pt x="881" y="1763"/>
                    </a:cubicBezTo>
                    <a:cubicBezTo>
                      <a:pt x="1357" y="1763"/>
                      <a:pt x="1762" y="1370"/>
                      <a:pt x="1762" y="882"/>
                    </a:cubicBezTo>
                    <a:cubicBezTo>
                      <a:pt x="1762" y="406"/>
                      <a:pt x="1357" y="1"/>
                      <a:pt x="88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62"/>
              <p:cNvSpPr/>
              <p:nvPr/>
            </p:nvSpPr>
            <p:spPr>
              <a:xfrm>
                <a:off x="8051987" y="2121719"/>
                <a:ext cx="55730" cy="56112"/>
              </a:xfrm>
              <a:custGeom>
                <a:rect b="b" l="l" r="r" t="t"/>
                <a:pathLst>
                  <a:path extrusionOk="0" h="1763" w="1751">
                    <a:moveTo>
                      <a:pt x="881" y="334"/>
                    </a:moveTo>
                    <a:cubicBezTo>
                      <a:pt x="1179" y="334"/>
                      <a:pt x="1429" y="572"/>
                      <a:pt x="1429" y="882"/>
                    </a:cubicBezTo>
                    <a:cubicBezTo>
                      <a:pt x="1417" y="1180"/>
                      <a:pt x="1179" y="1430"/>
                      <a:pt x="881" y="1430"/>
                    </a:cubicBezTo>
                    <a:cubicBezTo>
                      <a:pt x="584" y="1430"/>
                      <a:pt x="322" y="1191"/>
                      <a:pt x="322" y="882"/>
                    </a:cubicBezTo>
                    <a:cubicBezTo>
                      <a:pt x="322" y="572"/>
                      <a:pt x="560" y="334"/>
                      <a:pt x="881" y="334"/>
                    </a:cubicBezTo>
                    <a:close/>
                    <a:moveTo>
                      <a:pt x="881" y="1"/>
                    </a:moveTo>
                    <a:cubicBezTo>
                      <a:pt x="405" y="1"/>
                      <a:pt x="0" y="394"/>
                      <a:pt x="0" y="882"/>
                    </a:cubicBezTo>
                    <a:cubicBezTo>
                      <a:pt x="0" y="1358"/>
                      <a:pt x="381" y="1763"/>
                      <a:pt x="881" y="1763"/>
                    </a:cubicBezTo>
                    <a:cubicBezTo>
                      <a:pt x="1357" y="1763"/>
                      <a:pt x="1750" y="1370"/>
                      <a:pt x="1750" y="882"/>
                    </a:cubicBezTo>
                    <a:cubicBezTo>
                      <a:pt x="1750" y="406"/>
                      <a:pt x="1357" y="1"/>
                      <a:pt x="88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62"/>
              <p:cNvSpPr/>
              <p:nvPr/>
            </p:nvSpPr>
            <p:spPr>
              <a:xfrm>
                <a:off x="7978465" y="2285821"/>
                <a:ext cx="44749" cy="44368"/>
              </a:xfrm>
              <a:custGeom>
                <a:rect b="b" l="l" r="r" t="t"/>
                <a:pathLst>
                  <a:path extrusionOk="0" h="1394" w="1406">
                    <a:moveTo>
                      <a:pt x="703" y="322"/>
                    </a:moveTo>
                    <a:cubicBezTo>
                      <a:pt x="905" y="322"/>
                      <a:pt x="1072" y="488"/>
                      <a:pt x="1072" y="703"/>
                    </a:cubicBezTo>
                    <a:cubicBezTo>
                      <a:pt x="1072" y="905"/>
                      <a:pt x="893" y="1072"/>
                      <a:pt x="703" y="1072"/>
                    </a:cubicBezTo>
                    <a:cubicBezTo>
                      <a:pt x="489" y="1072"/>
                      <a:pt x="334" y="905"/>
                      <a:pt x="334" y="703"/>
                    </a:cubicBezTo>
                    <a:cubicBezTo>
                      <a:pt x="334" y="488"/>
                      <a:pt x="489" y="322"/>
                      <a:pt x="703" y="322"/>
                    </a:cubicBezTo>
                    <a:close/>
                    <a:moveTo>
                      <a:pt x="703" y="0"/>
                    </a:moveTo>
                    <a:cubicBezTo>
                      <a:pt x="310" y="0"/>
                      <a:pt x="0" y="310"/>
                      <a:pt x="0" y="703"/>
                    </a:cubicBezTo>
                    <a:cubicBezTo>
                      <a:pt x="0" y="1084"/>
                      <a:pt x="310" y="1393"/>
                      <a:pt x="703" y="1393"/>
                    </a:cubicBezTo>
                    <a:cubicBezTo>
                      <a:pt x="1084" y="1393"/>
                      <a:pt x="1405" y="1084"/>
                      <a:pt x="1405" y="703"/>
                    </a:cubicBezTo>
                    <a:cubicBezTo>
                      <a:pt x="1405" y="310"/>
                      <a:pt x="1084" y="0"/>
                      <a:pt x="70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62"/>
              <p:cNvSpPr/>
              <p:nvPr/>
            </p:nvSpPr>
            <p:spPr>
              <a:xfrm>
                <a:off x="8294894" y="2285821"/>
                <a:ext cx="44718" cy="44368"/>
              </a:xfrm>
              <a:custGeom>
                <a:rect b="b" l="l" r="r" t="t"/>
                <a:pathLst>
                  <a:path extrusionOk="0" h="1394" w="1405">
                    <a:moveTo>
                      <a:pt x="703" y="322"/>
                    </a:moveTo>
                    <a:cubicBezTo>
                      <a:pt x="905" y="322"/>
                      <a:pt x="1072" y="488"/>
                      <a:pt x="1072" y="703"/>
                    </a:cubicBezTo>
                    <a:cubicBezTo>
                      <a:pt x="1072" y="905"/>
                      <a:pt x="893" y="1072"/>
                      <a:pt x="703" y="1072"/>
                    </a:cubicBezTo>
                    <a:cubicBezTo>
                      <a:pt x="488" y="1072"/>
                      <a:pt x="333" y="905"/>
                      <a:pt x="333" y="703"/>
                    </a:cubicBezTo>
                    <a:cubicBezTo>
                      <a:pt x="333" y="488"/>
                      <a:pt x="488" y="322"/>
                      <a:pt x="703" y="322"/>
                    </a:cubicBezTo>
                    <a:close/>
                    <a:moveTo>
                      <a:pt x="703" y="0"/>
                    </a:moveTo>
                    <a:cubicBezTo>
                      <a:pt x="310" y="0"/>
                      <a:pt x="0" y="310"/>
                      <a:pt x="0" y="703"/>
                    </a:cubicBezTo>
                    <a:cubicBezTo>
                      <a:pt x="0" y="1084"/>
                      <a:pt x="310" y="1393"/>
                      <a:pt x="703" y="1393"/>
                    </a:cubicBezTo>
                    <a:cubicBezTo>
                      <a:pt x="1084" y="1393"/>
                      <a:pt x="1405" y="1084"/>
                      <a:pt x="1405" y="703"/>
                    </a:cubicBezTo>
                    <a:cubicBezTo>
                      <a:pt x="1405" y="310"/>
                      <a:pt x="1084" y="0"/>
                      <a:pt x="70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62"/>
              <p:cNvSpPr/>
              <p:nvPr/>
            </p:nvSpPr>
            <p:spPr>
              <a:xfrm>
                <a:off x="8119811" y="1969392"/>
                <a:ext cx="78455" cy="78487"/>
              </a:xfrm>
              <a:custGeom>
                <a:rect b="b" l="l" r="r" t="t"/>
                <a:pathLst>
                  <a:path extrusionOk="0" h="2466" w="2465">
                    <a:moveTo>
                      <a:pt x="1227" y="346"/>
                    </a:moveTo>
                    <a:cubicBezTo>
                      <a:pt x="1727" y="346"/>
                      <a:pt x="2120" y="739"/>
                      <a:pt x="2120" y="1239"/>
                    </a:cubicBezTo>
                    <a:cubicBezTo>
                      <a:pt x="2120" y="1727"/>
                      <a:pt x="1727" y="2132"/>
                      <a:pt x="1227" y="2132"/>
                    </a:cubicBezTo>
                    <a:cubicBezTo>
                      <a:pt x="739" y="2132"/>
                      <a:pt x="334" y="1727"/>
                      <a:pt x="334" y="1239"/>
                    </a:cubicBezTo>
                    <a:cubicBezTo>
                      <a:pt x="334" y="739"/>
                      <a:pt x="739" y="346"/>
                      <a:pt x="1227" y="346"/>
                    </a:cubicBezTo>
                    <a:close/>
                    <a:moveTo>
                      <a:pt x="1227" y="1"/>
                    </a:moveTo>
                    <a:cubicBezTo>
                      <a:pt x="548" y="1"/>
                      <a:pt x="0" y="548"/>
                      <a:pt x="0" y="1239"/>
                    </a:cubicBezTo>
                    <a:cubicBezTo>
                      <a:pt x="0" y="1917"/>
                      <a:pt x="548" y="2465"/>
                      <a:pt x="1227" y="2465"/>
                    </a:cubicBezTo>
                    <a:cubicBezTo>
                      <a:pt x="1917" y="2465"/>
                      <a:pt x="2465" y="1917"/>
                      <a:pt x="2465" y="1239"/>
                    </a:cubicBezTo>
                    <a:cubicBezTo>
                      <a:pt x="2465" y="548"/>
                      <a:pt x="1905" y="1"/>
                      <a:pt x="122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62"/>
              <p:cNvSpPr/>
              <p:nvPr/>
            </p:nvSpPr>
            <p:spPr>
              <a:xfrm>
                <a:off x="8012202" y="2189575"/>
                <a:ext cx="134917" cy="89690"/>
              </a:xfrm>
              <a:custGeom>
                <a:rect b="b" l="l" r="r" t="t"/>
                <a:pathLst>
                  <a:path extrusionOk="0" h="2818" w="4239">
                    <a:moveTo>
                      <a:pt x="2107" y="0"/>
                    </a:moveTo>
                    <a:cubicBezTo>
                      <a:pt x="2024" y="0"/>
                      <a:pt x="1953" y="71"/>
                      <a:pt x="1953" y="167"/>
                    </a:cubicBezTo>
                    <a:lnTo>
                      <a:pt x="1953" y="1417"/>
                    </a:lnTo>
                    <a:lnTo>
                      <a:pt x="1072" y="1417"/>
                    </a:lnTo>
                    <a:cubicBezTo>
                      <a:pt x="822" y="1417"/>
                      <a:pt x="583" y="1560"/>
                      <a:pt x="464" y="1786"/>
                    </a:cubicBezTo>
                    <a:lnTo>
                      <a:pt x="48" y="2560"/>
                    </a:lnTo>
                    <a:cubicBezTo>
                      <a:pt x="0" y="2631"/>
                      <a:pt x="24" y="2738"/>
                      <a:pt x="119" y="2786"/>
                    </a:cubicBezTo>
                    <a:cubicBezTo>
                      <a:pt x="143" y="2798"/>
                      <a:pt x="167" y="2798"/>
                      <a:pt x="191" y="2798"/>
                    </a:cubicBezTo>
                    <a:cubicBezTo>
                      <a:pt x="250" y="2798"/>
                      <a:pt x="310" y="2774"/>
                      <a:pt x="345" y="2715"/>
                    </a:cubicBezTo>
                    <a:lnTo>
                      <a:pt x="762" y="1941"/>
                    </a:lnTo>
                    <a:cubicBezTo>
                      <a:pt x="822" y="1822"/>
                      <a:pt x="953" y="1738"/>
                      <a:pt x="1083" y="1738"/>
                    </a:cubicBezTo>
                    <a:lnTo>
                      <a:pt x="3167" y="1738"/>
                    </a:lnTo>
                    <a:cubicBezTo>
                      <a:pt x="3298" y="1738"/>
                      <a:pt x="3417" y="1822"/>
                      <a:pt x="3500" y="1941"/>
                    </a:cubicBezTo>
                    <a:lnTo>
                      <a:pt x="3917" y="2727"/>
                    </a:lnTo>
                    <a:cubicBezTo>
                      <a:pt x="3943" y="2778"/>
                      <a:pt x="4006" y="2817"/>
                      <a:pt x="4066" y="2817"/>
                    </a:cubicBezTo>
                    <a:cubicBezTo>
                      <a:pt x="4089" y="2817"/>
                      <a:pt x="4112" y="2811"/>
                      <a:pt x="4131" y="2798"/>
                    </a:cubicBezTo>
                    <a:cubicBezTo>
                      <a:pt x="4215" y="2774"/>
                      <a:pt x="4239" y="2667"/>
                      <a:pt x="4191" y="2572"/>
                    </a:cubicBezTo>
                    <a:lnTo>
                      <a:pt x="3774" y="1786"/>
                    </a:lnTo>
                    <a:cubicBezTo>
                      <a:pt x="3655" y="1560"/>
                      <a:pt x="3417" y="1417"/>
                      <a:pt x="3155" y="1417"/>
                    </a:cubicBezTo>
                    <a:lnTo>
                      <a:pt x="2274" y="1417"/>
                    </a:lnTo>
                    <a:lnTo>
                      <a:pt x="2274" y="167"/>
                    </a:lnTo>
                    <a:cubicBezTo>
                      <a:pt x="2274" y="71"/>
                      <a:pt x="2203" y="0"/>
                      <a:pt x="210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62"/>
              <p:cNvSpPr/>
              <p:nvPr/>
            </p:nvSpPr>
            <p:spPr>
              <a:xfrm>
                <a:off x="8099346" y="2059973"/>
                <a:ext cx="119385" cy="56016"/>
              </a:xfrm>
              <a:custGeom>
                <a:rect b="b" l="l" r="r" t="t"/>
                <a:pathLst>
                  <a:path extrusionOk="0" h="1760" w="3751">
                    <a:moveTo>
                      <a:pt x="1870" y="0"/>
                    </a:moveTo>
                    <a:cubicBezTo>
                      <a:pt x="1786" y="0"/>
                      <a:pt x="1715" y="72"/>
                      <a:pt x="1715" y="155"/>
                    </a:cubicBezTo>
                    <a:lnTo>
                      <a:pt x="1715" y="714"/>
                    </a:lnTo>
                    <a:lnTo>
                      <a:pt x="774" y="714"/>
                    </a:lnTo>
                    <a:cubicBezTo>
                      <a:pt x="584" y="714"/>
                      <a:pt x="405" y="810"/>
                      <a:pt x="310" y="988"/>
                    </a:cubicBezTo>
                    <a:lnTo>
                      <a:pt x="48" y="1512"/>
                    </a:lnTo>
                    <a:cubicBezTo>
                      <a:pt x="0" y="1584"/>
                      <a:pt x="24" y="1691"/>
                      <a:pt x="120" y="1738"/>
                    </a:cubicBezTo>
                    <a:cubicBezTo>
                      <a:pt x="141" y="1753"/>
                      <a:pt x="167" y="1760"/>
                      <a:pt x="192" y="1760"/>
                    </a:cubicBezTo>
                    <a:cubicBezTo>
                      <a:pt x="251" y="1760"/>
                      <a:pt x="313" y="1725"/>
                      <a:pt x="346" y="1667"/>
                    </a:cubicBezTo>
                    <a:lnTo>
                      <a:pt x="608" y="1143"/>
                    </a:lnTo>
                    <a:cubicBezTo>
                      <a:pt x="643" y="1084"/>
                      <a:pt x="715" y="1036"/>
                      <a:pt x="774" y="1036"/>
                    </a:cubicBezTo>
                    <a:lnTo>
                      <a:pt x="2977" y="1036"/>
                    </a:lnTo>
                    <a:cubicBezTo>
                      <a:pt x="3048" y="1036"/>
                      <a:pt x="3108" y="1084"/>
                      <a:pt x="3144" y="1143"/>
                    </a:cubicBezTo>
                    <a:lnTo>
                      <a:pt x="3406" y="1667"/>
                    </a:lnTo>
                    <a:cubicBezTo>
                      <a:pt x="3441" y="1727"/>
                      <a:pt x="3501" y="1750"/>
                      <a:pt x="3560" y="1750"/>
                    </a:cubicBezTo>
                    <a:cubicBezTo>
                      <a:pt x="3584" y="1750"/>
                      <a:pt x="3620" y="1750"/>
                      <a:pt x="3632" y="1738"/>
                    </a:cubicBezTo>
                    <a:cubicBezTo>
                      <a:pt x="3715" y="1691"/>
                      <a:pt x="3751" y="1584"/>
                      <a:pt x="3703" y="1512"/>
                    </a:cubicBezTo>
                    <a:lnTo>
                      <a:pt x="3441" y="988"/>
                    </a:lnTo>
                    <a:cubicBezTo>
                      <a:pt x="3346" y="810"/>
                      <a:pt x="3168" y="714"/>
                      <a:pt x="2977" y="714"/>
                    </a:cubicBezTo>
                    <a:lnTo>
                      <a:pt x="2036" y="714"/>
                    </a:lnTo>
                    <a:lnTo>
                      <a:pt x="2036" y="155"/>
                    </a:lnTo>
                    <a:cubicBezTo>
                      <a:pt x="2036" y="72"/>
                      <a:pt x="1965" y="0"/>
                      <a:pt x="1870"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62"/>
              <p:cNvSpPr/>
              <p:nvPr/>
            </p:nvSpPr>
            <p:spPr>
              <a:xfrm>
                <a:off x="8170194" y="2189925"/>
                <a:ext cx="135331" cy="89849"/>
              </a:xfrm>
              <a:custGeom>
                <a:rect b="b" l="l" r="r" t="t"/>
                <a:pathLst>
                  <a:path extrusionOk="0" h="2823" w="4252">
                    <a:moveTo>
                      <a:pt x="2132" y="1"/>
                    </a:moveTo>
                    <a:cubicBezTo>
                      <a:pt x="2049" y="1"/>
                      <a:pt x="1965" y="84"/>
                      <a:pt x="1965" y="168"/>
                    </a:cubicBezTo>
                    <a:lnTo>
                      <a:pt x="1965" y="1418"/>
                    </a:lnTo>
                    <a:lnTo>
                      <a:pt x="1096" y="1418"/>
                    </a:lnTo>
                    <a:cubicBezTo>
                      <a:pt x="834" y="1418"/>
                      <a:pt x="596" y="1573"/>
                      <a:pt x="465" y="1787"/>
                    </a:cubicBezTo>
                    <a:lnTo>
                      <a:pt x="49" y="2585"/>
                    </a:lnTo>
                    <a:cubicBezTo>
                      <a:pt x="1" y="2656"/>
                      <a:pt x="37" y="2763"/>
                      <a:pt x="120" y="2799"/>
                    </a:cubicBezTo>
                    <a:cubicBezTo>
                      <a:pt x="148" y="2815"/>
                      <a:pt x="177" y="2823"/>
                      <a:pt x="205" y="2823"/>
                    </a:cubicBezTo>
                    <a:cubicBezTo>
                      <a:pt x="262" y="2823"/>
                      <a:pt x="314" y="2791"/>
                      <a:pt x="346" y="2727"/>
                    </a:cubicBezTo>
                    <a:lnTo>
                      <a:pt x="763" y="1942"/>
                    </a:lnTo>
                    <a:cubicBezTo>
                      <a:pt x="822" y="1823"/>
                      <a:pt x="953" y="1751"/>
                      <a:pt x="1096" y="1751"/>
                    </a:cubicBezTo>
                    <a:lnTo>
                      <a:pt x="3180" y="1751"/>
                    </a:lnTo>
                    <a:cubicBezTo>
                      <a:pt x="3311" y="1751"/>
                      <a:pt x="3430" y="1823"/>
                      <a:pt x="3501" y="1942"/>
                    </a:cubicBezTo>
                    <a:lnTo>
                      <a:pt x="3918" y="2716"/>
                    </a:lnTo>
                    <a:cubicBezTo>
                      <a:pt x="3954" y="2775"/>
                      <a:pt x="4013" y="2799"/>
                      <a:pt x="4073" y="2799"/>
                    </a:cubicBezTo>
                    <a:cubicBezTo>
                      <a:pt x="4097" y="2799"/>
                      <a:pt x="4132" y="2799"/>
                      <a:pt x="4144" y="2787"/>
                    </a:cubicBezTo>
                    <a:cubicBezTo>
                      <a:pt x="4216" y="2763"/>
                      <a:pt x="4251" y="2656"/>
                      <a:pt x="4204" y="2561"/>
                    </a:cubicBezTo>
                    <a:lnTo>
                      <a:pt x="3787" y="1787"/>
                    </a:lnTo>
                    <a:cubicBezTo>
                      <a:pt x="3668" y="1573"/>
                      <a:pt x="3430" y="1418"/>
                      <a:pt x="3180" y="1418"/>
                    </a:cubicBezTo>
                    <a:lnTo>
                      <a:pt x="2299" y="1418"/>
                    </a:lnTo>
                    <a:lnTo>
                      <a:pt x="2299" y="168"/>
                    </a:lnTo>
                    <a:cubicBezTo>
                      <a:pt x="2299" y="84"/>
                      <a:pt x="2227" y="1"/>
                      <a:pt x="213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5" name="Google Shape;3475;p62"/>
            <p:cNvSpPr txBox="1"/>
            <p:nvPr/>
          </p:nvSpPr>
          <p:spPr>
            <a:xfrm>
              <a:off x="4393200" y="1131188"/>
              <a:ext cx="9672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Flow</a:t>
              </a:r>
              <a:endParaRPr sz="1200">
                <a:latin typeface="Abel"/>
                <a:ea typeface="Abel"/>
                <a:cs typeface="Abel"/>
                <a:sym typeface="Abel"/>
              </a:endParaRPr>
            </a:p>
          </p:txBody>
        </p:sp>
        <p:grpSp>
          <p:nvGrpSpPr>
            <p:cNvPr id="3476" name="Google Shape;3476;p62"/>
            <p:cNvGrpSpPr/>
            <p:nvPr/>
          </p:nvGrpSpPr>
          <p:grpSpPr>
            <a:xfrm>
              <a:off x="5158609" y="3606521"/>
              <a:ext cx="283443" cy="283103"/>
              <a:chOff x="4674791" y="1977447"/>
              <a:chExt cx="344528" cy="344114"/>
            </a:xfrm>
          </p:grpSpPr>
          <p:sp>
            <p:nvSpPr>
              <p:cNvPr id="3477" name="Google Shape;3477;p62"/>
              <p:cNvSpPr/>
              <p:nvPr/>
            </p:nvSpPr>
            <p:spPr>
              <a:xfrm>
                <a:off x="4696022" y="1996768"/>
                <a:ext cx="29570" cy="29220"/>
              </a:xfrm>
              <a:custGeom>
                <a:rect b="b" l="l" r="r" t="t"/>
                <a:pathLst>
                  <a:path extrusionOk="0" h="918" w="929">
                    <a:moveTo>
                      <a:pt x="476" y="310"/>
                    </a:moveTo>
                    <a:cubicBezTo>
                      <a:pt x="548" y="310"/>
                      <a:pt x="631" y="369"/>
                      <a:pt x="631" y="465"/>
                    </a:cubicBezTo>
                    <a:cubicBezTo>
                      <a:pt x="631" y="536"/>
                      <a:pt x="572" y="607"/>
                      <a:pt x="476" y="607"/>
                    </a:cubicBezTo>
                    <a:cubicBezTo>
                      <a:pt x="405" y="607"/>
                      <a:pt x="334" y="548"/>
                      <a:pt x="334" y="465"/>
                    </a:cubicBezTo>
                    <a:cubicBezTo>
                      <a:pt x="334" y="381"/>
                      <a:pt x="393" y="310"/>
                      <a:pt x="476" y="310"/>
                    </a:cubicBezTo>
                    <a:close/>
                    <a:moveTo>
                      <a:pt x="465" y="0"/>
                    </a:moveTo>
                    <a:cubicBezTo>
                      <a:pt x="215" y="0"/>
                      <a:pt x="0" y="203"/>
                      <a:pt x="0" y="465"/>
                    </a:cubicBezTo>
                    <a:cubicBezTo>
                      <a:pt x="0" y="715"/>
                      <a:pt x="215" y="917"/>
                      <a:pt x="465" y="917"/>
                    </a:cubicBezTo>
                    <a:cubicBezTo>
                      <a:pt x="715" y="917"/>
                      <a:pt x="929" y="715"/>
                      <a:pt x="929" y="465"/>
                    </a:cubicBezTo>
                    <a:cubicBezTo>
                      <a:pt x="929" y="203"/>
                      <a:pt x="715" y="0"/>
                      <a:pt x="46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62"/>
              <p:cNvSpPr/>
              <p:nvPr/>
            </p:nvSpPr>
            <p:spPr>
              <a:xfrm>
                <a:off x="4733899" y="1996768"/>
                <a:ext cx="29602" cy="29220"/>
              </a:xfrm>
              <a:custGeom>
                <a:rect b="b" l="l" r="r" t="t"/>
                <a:pathLst>
                  <a:path extrusionOk="0" h="918" w="930">
                    <a:moveTo>
                      <a:pt x="465" y="310"/>
                    </a:moveTo>
                    <a:cubicBezTo>
                      <a:pt x="549" y="310"/>
                      <a:pt x="608" y="369"/>
                      <a:pt x="608" y="465"/>
                    </a:cubicBezTo>
                    <a:cubicBezTo>
                      <a:pt x="608" y="536"/>
                      <a:pt x="549" y="607"/>
                      <a:pt x="465" y="607"/>
                    </a:cubicBezTo>
                    <a:cubicBezTo>
                      <a:pt x="394" y="607"/>
                      <a:pt x="310" y="548"/>
                      <a:pt x="310" y="465"/>
                    </a:cubicBezTo>
                    <a:cubicBezTo>
                      <a:pt x="310" y="381"/>
                      <a:pt x="370" y="310"/>
                      <a:pt x="465" y="310"/>
                    </a:cubicBezTo>
                    <a:close/>
                    <a:moveTo>
                      <a:pt x="465" y="0"/>
                    </a:moveTo>
                    <a:cubicBezTo>
                      <a:pt x="215" y="0"/>
                      <a:pt x="1" y="203"/>
                      <a:pt x="1" y="465"/>
                    </a:cubicBezTo>
                    <a:cubicBezTo>
                      <a:pt x="1" y="715"/>
                      <a:pt x="215" y="917"/>
                      <a:pt x="465" y="917"/>
                    </a:cubicBezTo>
                    <a:cubicBezTo>
                      <a:pt x="715" y="917"/>
                      <a:pt x="930" y="715"/>
                      <a:pt x="930" y="465"/>
                    </a:cubicBezTo>
                    <a:cubicBezTo>
                      <a:pt x="930" y="203"/>
                      <a:pt x="715" y="0"/>
                      <a:pt x="46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62"/>
              <p:cNvSpPr/>
              <p:nvPr/>
            </p:nvSpPr>
            <p:spPr>
              <a:xfrm>
                <a:off x="4771809" y="1996768"/>
                <a:ext cx="29602" cy="29220"/>
              </a:xfrm>
              <a:custGeom>
                <a:rect b="b" l="l" r="r" t="t"/>
                <a:pathLst>
                  <a:path extrusionOk="0" h="918" w="930">
                    <a:moveTo>
                      <a:pt x="465" y="310"/>
                    </a:moveTo>
                    <a:cubicBezTo>
                      <a:pt x="536" y="310"/>
                      <a:pt x="608" y="369"/>
                      <a:pt x="608" y="465"/>
                    </a:cubicBezTo>
                    <a:cubicBezTo>
                      <a:pt x="608" y="536"/>
                      <a:pt x="548" y="607"/>
                      <a:pt x="465" y="607"/>
                    </a:cubicBezTo>
                    <a:cubicBezTo>
                      <a:pt x="393" y="607"/>
                      <a:pt x="310" y="548"/>
                      <a:pt x="310" y="465"/>
                    </a:cubicBezTo>
                    <a:cubicBezTo>
                      <a:pt x="310" y="381"/>
                      <a:pt x="370" y="310"/>
                      <a:pt x="465" y="310"/>
                    </a:cubicBezTo>
                    <a:close/>
                    <a:moveTo>
                      <a:pt x="465" y="0"/>
                    </a:moveTo>
                    <a:cubicBezTo>
                      <a:pt x="215" y="0"/>
                      <a:pt x="0" y="203"/>
                      <a:pt x="0" y="465"/>
                    </a:cubicBezTo>
                    <a:cubicBezTo>
                      <a:pt x="0" y="715"/>
                      <a:pt x="215" y="917"/>
                      <a:pt x="465" y="917"/>
                    </a:cubicBezTo>
                    <a:cubicBezTo>
                      <a:pt x="715" y="917"/>
                      <a:pt x="929" y="715"/>
                      <a:pt x="929" y="465"/>
                    </a:cubicBezTo>
                    <a:cubicBezTo>
                      <a:pt x="929" y="203"/>
                      <a:pt x="715" y="0"/>
                      <a:pt x="46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62"/>
              <p:cNvSpPr/>
              <p:nvPr/>
            </p:nvSpPr>
            <p:spPr>
              <a:xfrm>
                <a:off x="4674791" y="1977447"/>
                <a:ext cx="344528" cy="344114"/>
              </a:xfrm>
              <a:custGeom>
                <a:rect b="b" l="l" r="r" t="t"/>
                <a:pathLst>
                  <a:path extrusionOk="0" h="10811" w="10824">
                    <a:moveTo>
                      <a:pt x="10466" y="2155"/>
                    </a:moveTo>
                    <a:lnTo>
                      <a:pt x="10466" y="10120"/>
                    </a:lnTo>
                    <a:lnTo>
                      <a:pt x="10478" y="10120"/>
                    </a:lnTo>
                    <a:cubicBezTo>
                      <a:pt x="10478" y="10323"/>
                      <a:pt x="10311" y="10501"/>
                      <a:pt x="10085" y="10501"/>
                    </a:cubicBezTo>
                    <a:lnTo>
                      <a:pt x="667" y="10501"/>
                    </a:lnTo>
                    <a:cubicBezTo>
                      <a:pt x="465" y="10501"/>
                      <a:pt x="286" y="10335"/>
                      <a:pt x="286" y="10120"/>
                    </a:cubicBezTo>
                    <a:lnTo>
                      <a:pt x="286" y="2155"/>
                    </a:lnTo>
                    <a:close/>
                    <a:moveTo>
                      <a:pt x="703" y="0"/>
                    </a:moveTo>
                    <a:cubicBezTo>
                      <a:pt x="310" y="0"/>
                      <a:pt x="0" y="310"/>
                      <a:pt x="0" y="691"/>
                    </a:cubicBezTo>
                    <a:lnTo>
                      <a:pt x="0" y="10120"/>
                    </a:lnTo>
                    <a:cubicBezTo>
                      <a:pt x="0" y="10501"/>
                      <a:pt x="310" y="10811"/>
                      <a:pt x="703" y="10811"/>
                    </a:cubicBezTo>
                    <a:lnTo>
                      <a:pt x="10121" y="10811"/>
                    </a:lnTo>
                    <a:cubicBezTo>
                      <a:pt x="10502" y="10811"/>
                      <a:pt x="10823" y="10501"/>
                      <a:pt x="10823" y="10120"/>
                    </a:cubicBezTo>
                    <a:lnTo>
                      <a:pt x="10823" y="691"/>
                    </a:lnTo>
                    <a:cubicBezTo>
                      <a:pt x="10799" y="310"/>
                      <a:pt x="10490" y="0"/>
                      <a:pt x="10109" y="0"/>
                    </a:cubicBezTo>
                    <a:lnTo>
                      <a:pt x="5025" y="0"/>
                    </a:lnTo>
                    <a:cubicBezTo>
                      <a:pt x="4942" y="0"/>
                      <a:pt x="4870" y="71"/>
                      <a:pt x="4870" y="155"/>
                    </a:cubicBezTo>
                    <a:cubicBezTo>
                      <a:pt x="4870" y="250"/>
                      <a:pt x="4942" y="321"/>
                      <a:pt x="5025" y="321"/>
                    </a:cubicBezTo>
                    <a:lnTo>
                      <a:pt x="10109" y="321"/>
                    </a:lnTo>
                    <a:cubicBezTo>
                      <a:pt x="10311" y="321"/>
                      <a:pt x="10490" y="488"/>
                      <a:pt x="10490" y="714"/>
                    </a:cubicBezTo>
                    <a:lnTo>
                      <a:pt x="10490" y="1857"/>
                    </a:lnTo>
                    <a:lnTo>
                      <a:pt x="310" y="1857"/>
                    </a:lnTo>
                    <a:lnTo>
                      <a:pt x="310" y="714"/>
                    </a:lnTo>
                    <a:cubicBezTo>
                      <a:pt x="310" y="500"/>
                      <a:pt x="477" y="321"/>
                      <a:pt x="703" y="321"/>
                    </a:cubicBezTo>
                    <a:lnTo>
                      <a:pt x="4049" y="321"/>
                    </a:lnTo>
                    <a:cubicBezTo>
                      <a:pt x="4132" y="321"/>
                      <a:pt x="4215" y="250"/>
                      <a:pt x="4215" y="155"/>
                    </a:cubicBezTo>
                    <a:cubicBezTo>
                      <a:pt x="4215" y="71"/>
                      <a:pt x="4132" y="0"/>
                      <a:pt x="404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62"/>
              <p:cNvSpPr/>
              <p:nvPr/>
            </p:nvSpPr>
            <p:spPr>
              <a:xfrm>
                <a:off x="4696022" y="2073160"/>
                <a:ext cx="13655" cy="27469"/>
              </a:xfrm>
              <a:custGeom>
                <a:rect b="b" l="l" r="r" t="t"/>
                <a:pathLst>
                  <a:path extrusionOk="0" h="863" w="429">
                    <a:moveTo>
                      <a:pt x="249" y="1"/>
                    </a:moveTo>
                    <a:cubicBezTo>
                      <a:pt x="198" y="1"/>
                      <a:pt x="148" y="22"/>
                      <a:pt x="119" y="65"/>
                    </a:cubicBezTo>
                    <a:cubicBezTo>
                      <a:pt x="48" y="184"/>
                      <a:pt x="0" y="327"/>
                      <a:pt x="0" y="470"/>
                    </a:cubicBezTo>
                    <a:lnTo>
                      <a:pt x="0" y="708"/>
                    </a:lnTo>
                    <a:cubicBezTo>
                      <a:pt x="0" y="779"/>
                      <a:pt x="72" y="863"/>
                      <a:pt x="167" y="863"/>
                    </a:cubicBezTo>
                    <a:cubicBezTo>
                      <a:pt x="250" y="863"/>
                      <a:pt x="334" y="779"/>
                      <a:pt x="334" y="696"/>
                    </a:cubicBezTo>
                    <a:lnTo>
                      <a:pt x="334" y="470"/>
                    </a:lnTo>
                    <a:cubicBezTo>
                      <a:pt x="334" y="398"/>
                      <a:pt x="357" y="303"/>
                      <a:pt x="393" y="243"/>
                    </a:cubicBezTo>
                    <a:cubicBezTo>
                      <a:pt x="429" y="172"/>
                      <a:pt x="417" y="65"/>
                      <a:pt x="346" y="29"/>
                    </a:cubicBezTo>
                    <a:cubicBezTo>
                      <a:pt x="317" y="10"/>
                      <a:pt x="283" y="1"/>
                      <a:pt x="24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62"/>
              <p:cNvSpPr/>
              <p:nvPr/>
            </p:nvSpPr>
            <p:spPr>
              <a:xfrm>
                <a:off x="4711173" y="2279419"/>
                <a:ext cx="28456" cy="10695"/>
              </a:xfrm>
              <a:custGeom>
                <a:rect b="b" l="l" r="r" t="t"/>
                <a:pathLst>
                  <a:path extrusionOk="0" h="336" w="894">
                    <a:moveTo>
                      <a:pt x="170" y="1"/>
                    </a:moveTo>
                    <a:cubicBezTo>
                      <a:pt x="96" y="1"/>
                      <a:pt x="34" y="57"/>
                      <a:pt x="12" y="133"/>
                    </a:cubicBezTo>
                    <a:cubicBezTo>
                      <a:pt x="0" y="228"/>
                      <a:pt x="60" y="300"/>
                      <a:pt x="131" y="312"/>
                    </a:cubicBezTo>
                    <a:cubicBezTo>
                      <a:pt x="179" y="312"/>
                      <a:pt x="215" y="336"/>
                      <a:pt x="251" y="336"/>
                    </a:cubicBezTo>
                    <a:lnTo>
                      <a:pt x="727" y="336"/>
                    </a:lnTo>
                    <a:cubicBezTo>
                      <a:pt x="822" y="336"/>
                      <a:pt x="893" y="252"/>
                      <a:pt x="893" y="169"/>
                    </a:cubicBezTo>
                    <a:cubicBezTo>
                      <a:pt x="893" y="74"/>
                      <a:pt x="822" y="2"/>
                      <a:pt x="727" y="2"/>
                    </a:cubicBezTo>
                    <a:lnTo>
                      <a:pt x="191" y="2"/>
                    </a:lnTo>
                    <a:cubicBezTo>
                      <a:pt x="184" y="1"/>
                      <a:pt x="177" y="1"/>
                      <a:pt x="17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62"/>
              <p:cNvSpPr/>
              <p:nvPr/>
            </p:nvSpPr>
            <p:spPr>
              <a:xfrm>
                <a:off x="4714197" y="2064216"/>
                <a:ext cx="28456" cy="10631"/>
              </a:xfrm>
              <a:custGeom>
                <a:rect b="b" l="l" r="r" t="t"/>
                <a:pathLst>
                  <a:path extrusionOk="0" h="334" w="894">
                    <a:moveTo>
                      <a:pt x="156" y="1"/>
                    </a:moveTo>
                    <a:cubicBezTo>
                      <a:pt x="72" y="1"/>
                      <a:pt x="1" y="84"/>
                      <a:pt x="1" y="167"/>
                    </a:cubicBezTo>
                    <a:cubicBezTo>
                      <a:pt x="13" y="262"/>
                      <a:pt x="72" y="334"/>
                      <a:pt x="156" y="334"/>
                    </a:cubicBezTo>
                    <a:lnTo>
                      <a:pt x="727" y="334"/>
                    </a:lnTo>
                    <a:cubicBezTo>
                      <a:pt x="810" y="334"/>
                      <a:pt x="894" y="262"/>
                      <a:pt x="894" y="167"/>
                    </a:cubicBezTo>
                    <a:cubicBezTo>
                      <a:pt x="894" y="84"/>
                      <a:pt x="810" y="1"/>
                      <a:pt x="72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62"/>
              <p:cNvSpPr/>
              <p:nvPr/>
            </p:nvSpPr>
            <p:spPr>
              <a:xfrm>
                <a:off x="4747173" y="2279482"/>
                <a:ext cx="28456" cy="10631"/>
              </a:xfrm>
              <a:custGeom>
                <a:rect b="b" l="l" r="r" t="t"/>
                <a:pathLst>
                  <a:path extrusionOk="0" h="334" w="894">
                    <a:moveTo>
                      <a:pt x="167" y="0"/>
                    </a:moveTo>
                    <a:cubicBezTo>
                      <a:pt x="72" y="0"/>
                      <a:pt x="1" y="72"/>
                      <a:pt x="1" y="167"/>
                    </a:cubicBezTo>
                    <a:cubicBezTo>
                      <a:pt x="1" y="250"/>
                      <a:pt x="72" y="334"/>
                      <a:pt x="167" y="334"/>
                    </a:cubicBezTo>
                    <a:lnTo>
                      <a:pt x="727" y="334"/>
                    </a:lnTo>
                    <a:cubicBezTo>
                      <a:pt x="822" y="334"/>
                      <a:pt x="894" y="250"/>
                      <a:pt x="894" y="167"/>
                    </a:cubicBezTo>
                    <a:cubicBezTo>
                      <a:pt x="894" y="72"/>
                      <a:pt x="822" y="0"/>
                      <a:pt x="72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62"/>
              <p:cNvSpPr/>
              <p:nvPr/>
            </p:nvSpPr>
            <p:spPr>
              <a:xfrm>
                <a:off x="4750196" y="2064216"/>
                <a:ext cx="28456" cy="10631"/>
              </a:xfrm>
              <a:custGeom>
                <a:rect b="b" l="l" r="r" t="t"/>
                <a:pathLst>
                  <a:path extrusionOk="0" h="334" w="894">
                    <a:moveTo>
                      <a:pt x="156" y="1"/>
                    </a:moveTo>
                    <a:cubicBezTo>
                      <a:pt x="72" y="1"/>
                      <a:pt x="1" y="84"/>
                      <a:pt x="1" y="167"/>
                    </a:cubicBezTo>
                    <a:cubicBezTo>
                      <a:pt x="1" y="262"/>
                      <a:pt x="72" y="334"/>
                      <a:pt x="156" y="334"/>
                    </a:cubicBezTo>
                    <a:lnTo>
                      <a:pt x="727" y="334"/>
                    </a:lnTo>
                    <a:cubicBezTo>
                      <a:pt x="810" y="334"/>
                      <a:pt x="894" y="262"/>
                      <a:pt x="894" y="167"/>
                    </a:cubicBezTo>
                    <a:cubicBezTo>
                      <a:pt x="894" y="84"/>
                      <a:pt x="810" y="1"/>
                      <a:pt x="72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62"/>
              <p:cNvSpPr/>
              <p:nvPr/>
            </p:nvSpPr>
            <p:spPr>
              <a:xfrm>
                <a:off x="4696022" y="2107791"/>
                <a:ext cx="10631" cy="28838"/>
              </a:xfrm>
              <a:custGeom>
                <a:rect b="b" l="l" r="r" t="t"/>
                <a:pathLst>
                  <a:path extrusionOk="0" h="906" w="334">
                    <a:moveTo>
                      <a:pt x="167" y="1"/>
                    </a:moveTo>
                    <a:cubicBezTo>
                      <a:pt x="72" y="1"/>
                      <a:pt x="0" y="84"/>
                      <a:pt x="0" y="167"/>
                    </a:cubicBezTo>
                    <a:lnTo>
                      <a:pt x="0" y="739"/>
                    </a:lnTo>
                    <a:cubicBezTo>
                      <a:pt x="0" y="822"/>
                      <a:pt x="72" y="906"/>
                      <a:pt x="167" y="906"/>
                    </a:cubicBezTo>
                    <a:cubicBezTo>
                      <a:pt x="250" y="906"/>
                      <a:pt x="334" y="822"/>
                      <a:pt x="334" y="739"/>
                    </a:cubicBezTo>
                    <a:lnTo>
                      <a:pt x="334" y="167"/>
                    </a:lnTo>
                    <a:cubicBezTo>
                      <a:pt x="334" y="84"/>
                      <a:pt x="250" y="1"/>
                      <a:pt x="16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62"/>
              <p:cNvSpPr/>
              <p:nvPr/>
            </p:nvSpPr>
            <p:spPr>
              <a:xfrm>
                <a:off x="4695640" y="2251058"/>
                <a:ext cx="12541" cy="28074"/>
              </a:xfrm>
              <a:custGeom>
                <a:rect b="b" l="l" r="r" t="t"/>
                <a:pathLst>
                  <a:path extrusionOk="0" h="882" w="394">
                    <a:moveTo>
                      <a:pt x="155" y="0"/>
                    </a:moveTo>
                    <a:cubicBezTo>
                      <a:pt x="72" y="0"/>
                      <a:pt x="0" y="72"/>
                      <a:pt x="0" y="167"/>
                    </a:cubicBezTo>
                    <a:lnTo>
                      <a:pt x="0" y="488"/>
                    </a:lnTo>
                    <a:cubicBezTo>
                      <a:pt x="0" y="596"/>
                      <a:pt x="12" y="703"/>
                      <a:pt x="60" y="786"/>
                    </a:cubicBezTo>
                    <a:cubicBezTo>
                      <a:pt x="107" y="846"/>
                      <a:pt x="167" y="881"/>
                      <a:pt x="227" y="881"/>
                    </a:cubicBezTo>
                    <a:cubicBezTo>
                      <a:pt x="238" y="881"/>
                      <a:pt x="262" y="881"/>
                      <a:pt x="286" y="869"/>
                    </a:cubicBezTo>
                    <a:cubicBezTo>
                      <a:pt x="358" y="834"/>
                      <a:pt x="393" y="727"/>
                      <a:pt x="358" y="655"/>
                    </a:cubicBezTo>
                    <a:cubicBezTo>
                      <a:pt x="322" y="596"/>
                      <a:pt x="322" y="548"/>
                      <a:pt x="322" y="488"/>
                    </a:cubicBezTo>
                    <a:lnTo>
                      <a:pt x="322" y="167"/>
                    </a:lnTo>
                    <a:cubicBezTo>
                      <a:pt x="322" y="72"/>
                      <a:pt x="250" y="0"/>
                      <a:pt x="15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2"/>
              <p:cNvSpPr/>
              <p:nvPr/>
            </p:nvSpPr>
            <p:spPr>
              <a:xfrm>
                <a:off x="4782790" y="2279482"/>
                <a:ext cx="28456" cy="10631"/>
              </a:xfrm>
              <a:custGeom>
                <a:rect b="b" l="l" r="r" t="t"/>
                <a:pathLst>
                  <a:path extrusionOk="0" h="334" w="894">
                    <a:moveTo>
                      <a:pt x="167" y="0"/>
                    </a:moveTo>
                    <a:cubicBezTo>
                      <a:pt x="72" y="0"/>
                      <a:pt x="1" y="72"/>
                      <a:pt x="1" y="167"/>
                    </a:cubicBezTo>
                    <a:cubicBezTo>
                      <a:pt x="13" y="250"/>
                      <a:pt x="72" y="334"/>
                      <a:pt x="167" y="334"/>
                    </a:cubicBezTo>
                    <a:lnTo>
                      <a:pt x="727" y="334"/>
                    </a:lnTo>
                    <a:cubicBezTo>
                      <a:pt x="822" y="334"/>
                      <a:pt x="894" y="250"/>
                      <a:pt x="894" y="167"/>
                    </a:cubicBezTo>
                    <a:cubicBezTo>
                      <a:pt x="894" y="72"/>
                      <a:pt x="822" y="0"/>
                      <a:pt x="72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62"/>
              <p:cNvSpPr/>
              <p:nvPr/>
            </p:nvSpPr>
            <p:spPr>
              <a:xfrm>
                <a:off x="4696022" y="2143409"/>
                <a:ext cx="10631" cy="28456"/>
              </a:xfrm>
              <a:custGeom>
                <a:rect b="b" l="l" r="r" t="t"/>
                <a:pathLst>
                  <a:path extrusionOk="0" h="894" w="334">
                    <a:moveTo>
                      <a:pt x="167" y="1"/>
                    </a:moveTo>
                    <a:cubicBezTo>
                      <a:pt x="72" y="1"/>
                      <a:pt x="0" y="72"/>
                      <a:pt x="0" y="168"/>
                    </a:cubicBezTo>
                    <a:lnTo>
                      <a:pt x="0" y="739"/>
                    </a:lnTo>
                    <a:cubicBezTo>
                      <a:pt x="0" y="822"/>
                      <a:pt x="72" y="894"/>
                      <a:pt x="167" y="894"/>
                    </a:cubicBezTo>
                    <a:cubicBezTo>
                      <a:pt x="250" y="894"/>
                      <a:pt x="334" y="822"/>
                      <a:pt x="334" y="739"/>
                    </a:cubicBezTo>
                    <a:lnTo>
                      <a:pt x="334" y="168"/>
                    </a:lnTo>
                    <a:cubicBezTo>
                      <a:pt x="334" y="72"/>
                      <a:pt x="250" y="1"/>
                      <a:pt x="16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62"/>
              <p:cNvSpPr/>
              <p:nvPr/>
            </p:nvSpPr>
            <p:spPr>
              <a:xfrm>
                <a:off x="4696022" y="2215440"/>
                <a:ext cx="10631" cy="28074"/>
              </a:xfrm>
              <a:custGeom>
                <a:rect b="b" l="l" r="r" t="t"/>
                <a:pathLst>
                  <a:path extrusionOk="0" h="882" w="334">
                    <a:moveTo>
                      <a:pt x="167" y="0"/>
                    </a:moveTo>
                    <a:cubicBezTo>
                      <a:pt x="72" y="0"/>
                      <a:pt x="0" y="83"/>
                      <a:pt x="0" y="167"/>
                    </a:cubicBezTo>
                    <a:lnTo>
                      <a:pt x="0" y="738"/>
                    </a:lnTo>
                    <a:cubicBezTo>
                      <a:pt x="0" y="810"/>
                      <a:pt x="72" y="881"/>
                      <a:pt x="167" y="881"/>
                    </a:cubicBezTo>
                    <a:cubicBezTo>
                      <a:pt x="250" y="881"/>
                      <a:pt x="334" y="810"/>
                      <a:pt x="334" y="715"/>
                    </a:cubicBezTo>
                    <a:lnTo>
                      <a:pt x="334" y="167"/>
                    </a:lnTo>
                    <a:cubicBezTo>
                      <a:pt x="334" y="83"/>
                      <a:pt x="250"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62"/>
              <p:cNvSpPr/>
              <p:nvPr/>
            </p:nvSpPr>
            <p:spPr>
              <a:xfrm>
                <a:off x="4696022" y="2179441"/>
                <a:ext cx="10631" cy="28424"/>
              </a:xfrm>
              <a:custGeom>
                <a:rect b="b" l="l" r="r" t="t"/>
                <a:pathLst>
                  <a:path extrusionOk="0" h="893" w="334">
                    <a:moveTo>
                      <a:pt x="167" y="0"/>
                    </a:moveTo>
                    <a:cubicBezTo>
                      <a:pt x="72" y="0"/>
                      <a:pt x="0" y="71"/>
                      <a:pt x="0" y="167"/>
                    </a:cubicBezTo>
                    <a:lnTo>
                      <a:pt x="0" y="738"/>
                    </a:lnTo>
                    <a:cubicBezTo>
                      <a:pt x="0" y="822"/>
                      <a:pt x="72" y="893"/>
                      <a:pt x="167" y="893"/>
                    </a:cubicBezTo>
                    <a:cubicBezTo>
                      <a:pt x="250" y="893"/>
                      <a:pt x="334" y="822"/>
                      <a:pt x="334" y="738"/>
                    </a:cubicBezTo>
                    <a:lnTo>
                      <a:pt x="334" y="167"/>
                    </a:lnTo>
                    <a:cubicBezTo>
                      <a:pt x="334" y="71"/>
                      <a:pt x="250"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62"/>
              <p:cNvSpPr/>
              <p:nvPr/>
            </p:nvSpPr>
            <p:spPr>
              <a:xfrm>
                <a:off x="4854790" y="2146847"/>
                <a:ext cx="10281" cy="28456"/>
              </a:xfrm>
              <a:custGeom>
                <a:rect b="b" l="l" r="r" t="t"/>
                <a:pathLst>
                  <a:path extrusionOk="0" h="894" w="323">
                    <a:moveTo>
                      <a:pt x="168" y="0"/>
                    </a:moveTo>
                    <a:cubicBezTo>
                      <a:pt x="72" y="0"/>
                      <a:pt x="1" y="72"/>
                      <a:pt x="1" y="167"/>
                    </a:cubicBezTo>
                    <a:lnTo>
                      <a:pt x="1" y="726"/>
                    </a:lnTo>
                    <a:cubicBezTo>
                      <a:pt x="1" y="822"/>
                      <a:pt x="72" y="893"/>
                      <a:pt x="168" y="893"/>
                    </a:cubicBezTo>
                    <a:cubicBezTo>
                      <a:pt x="251" y="893"/>
                      <a:pt x="322" y="822"/>
                      <a:pt x="322" y="726"/>
                    </a:cubicBezTo>
                    <a:lnTo>
                      <a:pt x="322" y="167"/>
                    </a:lnTo>
                    <a:cubicBezTo>
                      <a:pt x="311" y="72"/>
                      <a:pt x="251" y="0"/>
                      <a:pt x="16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62"/>
              <p:cNvSpPr/>
              <p:nvPr/>
            </p:nvSpPr>
            <p:spPr>
              <a:xfrm>
                <a:off x="4854790" y="2110847"/>
                <a:ext cx="10281" cy="28424"/>
              </a:xfrm>
              <a:custGeom>
                <a:rect b="b" l="l" r="r" t="t"/>
                <a:pathLst>
                  <a:path extrusionOk="0" h="893" w="323">
                    <a:moveTo>
                      <a:pt x="168" y="0"/>
                    </a:moveTo>
                    <a:cubicBezTo>
                      <a:pt x="72" y="0"/>
                      <a:pt x="1" y="71"/>
                      <a:pt x="1" y="167"/>
                    </a:cubicBezTo>
                    <a:lnTo>
                      <a:pt x="1" y="726"/>
                    </a:lnTo>
                    <a:cubicBezTo>
                      <a:pt x="1" y="822"/>
                      <a:pt x="72" y="893"/>
                      <a:pt x="168" y="893"/>
                    </a:cubicBezTo>
                    <a:cubicBezTo>
                      <a:pt x="251" y="893"/>
                      <a:pt x="322" y="822"/>
                      <a:pt x="322" y="726"/>
                    </a:cubicBezTo>
                    <a:lnTo>
                      <a:pt x="322" y="167"/>
                    </a:lnTo>
                    <a:cubicBezTo>
                      <a:pt x="311" y="71"/>
                      <a:pt x="251" y="0"/>
                      <a:pt x="16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62"/>
              <p:cNvSpPr/>
              <p:nvPr/>
            </p:nvSpPr>
            <p:spPr>
              <a:xfrm>
                <a:off x="4854790" y="2182846"/>
                <a:ext cx="10281" cy="28456"/>
              </a:xfrm>
              <a:custGeom>
                <a:rect b="b" l="l" r="r" t="t"/>
                <a:pathLst>
                  <a:path extrusionOk="0" h="894" w="323">
                    <a:moveTo>
                      <a:pt x="168" y="0"/>
                    </a:moveTo>
                    <a:cubicBezTo>
                      <a:pt x="72" y="0"/>
                      <a:pt x="1" y="72"/>
                      <a:pt x="1" y="167"/>
                    </a:cubicBezTo>
                    <a:lnTo>
                      <a:pt x="1" y="726"/>
                    </a:lnTo>
                    <a:cubicBezTo>
                      <a:pt x="1" y="822"/>
                      <a:pt x="72" y="893"/>
                      <a:pt x="168" y="893"/>
                    </a:cubicBezTo>
                    <a:cubicBezTo>
                      <a:pt x="251" y="893"/>
                      <a:pt x="322" y="822"/>
                      <a:pt x="322" y="726"/>
                    </a:cubicBezTo>
                    <a:lnTo>
                      <a:pt x="322" y="155"/>
                    </a:lnTo>
                    <a:cubicBezTo>
                      <a:pt x="311" y="60"/>
                      <a:pt x="251" y="0"/>
                      <a:pt x="16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62"/>
              <p:cNvSpPr/>
              <p:nvPr/>
            </p:nvSpPr>
            <p:spPr>
              <a:xfrm>
                <a:off x="4852912" y="2075738"/>
                <a:ext cx="12159" cy="27915"/>
              </a:xfrm>
              <a:custGeom>
                <a:rect b="b" l="l" r="r" t="t"/>
                <a:pathLst>
                  <a:path extrusionOk="0" h="877" w="382">
                    <a:moveTo>
                      <a:pt x="185" y="0"/>
                    </a:moveTo>
                    <a:cubicBezTo>
                      <a:pt x="162" y="0"/>
                      <a:pt x="139" y="6"/>
                      <a:pt x="119" y="20"/>
                    </a:cubicBezTo>
                    <a:cubicBezTo>
                      <a:pt x="48" y="43"/>
                      <a:pt x="0" y="151"/>
                      <a:pt x="48" y="222"/>
                    </a:cubicBezTo>
                    <a:cubicBezTo>
                      <a:pt x="48" y="270"/>
                      <a:pt x="60" y="329"/>
                      <a:pt x="60" y="389"/>
                    </a:cubicBezTo>
                    <a:lnTo>
                      <a:pt x="60" y="722"/>
                    </a:lnTo>
                    <a:cubicBezTo>
                      <a:pt x="60" y="805"/>
                      <a:pt x="131" y="877"/>
                      <a:pt x="227" y="877"/>
                    </a:cubicBezTo>
                    <a:cubicBezTo>
                      <a:pt x="310" y="877"/>
                      <a:pt x="381" y="805"/>
                      <a:pt x="381" y="722"/>
                    </a:cubicBezTo>
                    <a:lnTo>
                      <a:pt x="381" y="389"/>
                    </a:lnTo>
                    <a:cubicBezTo>
                      <a:pt x="381" y="281"/>
                      <a:pt x="370" y="186"/>
                      <a:pt x="322" y="91"/>
                    </a:cubicBezTo>
                    <a:cubicBezTo>
                      <a:pt x="305" y="39"/>
                      <a:pt x="244" y="0"/>
                      <a:pt x="1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62"/>
              <p:cNvSpPr/>
              <p:nvPr/>
            </p:nvSpPr>
            <p:spPr>
              <a:xfrm>
                <a:off x="4854790" y="2218464"/>
                <a:ext cx="10281" cy="28456"/>
              </a:xfrm>
              <a:custGeom>
                <a:rect b="b" l="l" r="r" t="t"/>
                <a:pathLst>
                  <a:path extrusionOk="0" h="894" w="323">
                    <a:moveTo>
                      <a:pt x="168" y="0"/>
                    </a:moveTo>
                    <a:cubicBezTo>
                      <a:pt x="72" y="0"/>
                      <a:pt x="1" y="72"/>
                      <a:pt x="1" y="167"/>
                    </a:cubicBezTo>
                    <a:lnTo>
                      <a:pt x="1" y="727"/>
                    </a:lnTo>
                    <a:cubicBezTo>
                      <a:pt x="1" y="822"/>
                      <a:pt x="72" y="893"/>
                      <a:pt x="168" y="893"/>
                    </a:cubicBezTo>
                    <a:cubicBezTo>
                      <a:pt x="251" y="893"/>
                      <a:pt x="322" y="822"/>
                      <a:pt x="322" y="727"/>
                    </a:cubicBezTo>
                    <a:lnTo>
                      <a:pt x="322" y="167"/>
                    </a:lnTo>
                    <a:cubicBezTo>
                      <a:pt x="311" y="72"/>
                      <a:pt x="251" y="0"/>
                      <a:pt x="16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62"/>
              <p:cNvSpPr/>
              <p:nvPr/>
            </p:nvSpPr>
            <p:spPr>
              <a:xfrm>
                <a:off x="4821464" y="2064598"/>
                <a:ext cx="29188" cy="10249"/>
              </a:xfrm>
              <a:custGeom>
                <a:rect b="b" l="l" r="r" t="t"/>
                <a:pathLst>
                  <a:path extrusionOk="0" h="322" w="917">
                    <a:moveTo>
                      <a:pt x="167" y="0"/>
                    </a:moveTo>
                    <a:cubicBezTo>
                      <a:pt x="84" y="0"/>
                      <a:pt x="0" y="72"/>
                      <a:pt x="0" y="155"/>
                    </a:cubicBezTo>
                    <a:cubicBezTo>
                      <a:pt x="0" y="250"/>
                      <a:pt x="84" y="322"/>
                      <a:pt x="167" y="322"/>
                    </a:cubicBezTo>
                    <a:lnTo>
                      <a:pt x="738" y="322"/>
                    </a:lnTo>
                    <a:cubicBezTo>
                      <a:pt x="810" y="322"/>
                      <a:pt x="881" y="262"/>
                      <a:pt x="893" y="191"/>
                    </a:cubicBezTo>
                    <a:cubicBezTo>
                      <a:pt x="917" y="96"/>
                      <a:pt x="857" y="24"/>
                      <a:pt x="762" y="12"/>
                    </a:cubicBezTo>
                    <a:cubicBezTo>
                      <a:pt x="715" y="12"/>
                      <a:pt x="691" y="0"/>
                      <a:pt x="64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62"/>
              <p:cNvSpPr/>
              <p:nvPr/>
            </p:nvSpPr>
            <p:spPr>
              <a:xfrm>
                <a:off x="4785464" y="2064216"/>
                <a:ext cx="28456" cy="10631"/>
              </a:xfrm>
              <a:custGeom>
                <a:rect b="b" l="l" r="r" t="t"/>
                <a:pathLst>
                  <a:path extrusionOk="0" h="334" w="894">
                    <a:moveTo>
                      <a:pt x="167" y="1"/>
                    </a:moveTo>
                    <a:cubicBezTo>
                      <a:pt x="83" y="1"/>
                      <a:pt x="0" y="84"/>
                      <a:pt x="0" y="167"/>
                    </a:cubicBezTo>
                    <a:cubicBezTo>
                      <a:pt x="24" y="262"/>
                      <a:pt x="83" y="334"/>
                      <a:pt x="167" y="334"/>
                    </a:cubicBezTo>
                    <a:lnTo>
                      <a:pt x="738" y="334"/>
                    </a:lnTo>
                    <a:cubicBezTo>
                      <a:pt x="822" y="334"/>
                      <a:pt x="893" y="262"/>
                      <a:pt x="893" y="167"/>
                    </a:cubicBezTo>
                    <a:cubicBezTo>
                      <a:pt x="893" y="84"/>
                      <a:pt x="822" y="1"/>
                      <a:pt x="738"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62"/>
              <p:cNvSpPr/>
              <p:nvPr/>
            </p:nvSpPr>
            <p:spPr>
              <a:xfrm>
                <a:off x="4818790" y="2279482"/>
                <a:ext cx="28456" cy="10631"/>
              </a:xfrm>
              <a:custGeom>
                <a:rect b="b" l="l" r="r" t="t"/>
                <a:pathLst>
                  <a:path extrusionOk="0" h="334" w="894">
                    <a:moveTo>
                      <a:pt x="168" y="0"/>
                    </a:moveTo>
                    <a:cubicBezTo>
                      <a:pt x="72" y="0"/>
                      <a:pt x="1" y="72"/>
                      <a:pt x="1" y="167"/>
                    </a:cubicBezTo>
                    <a:cubicBezTo>
                      <a:pt x="1" y="250"/>
                      <a:pt x="72" y="334"/>
                      <a:pt x="168" y="334"/>
                    </a:cubicBezTo>
                    <a:lnTo>
                      <a:pt x="727" y="334"/>
                    </a:lnTo>
                    <a:cubicBezTo>
                      <a:pt x="822" y="334"/>
                      <a:pt x="894" y="250"/>
                      <a:pt x="894" y="167"/>
                    </a:cubicBezTo>
                    <a:cubicBezTo>
                      <a:pt x="894" y="72"/>
                      <a:pt x="822" y="0"/>
                      <a:pt x="72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62"/>
              <p:cNvSpPr/>
              <p:nvPr/>
            </p:nvSpPr>
            <p:spPr>
              <a:xfrm>
                <a:off x="4851002" y="2253700"/>
                <a:ext cx="14069" cy="28074"/>
              </a:xfrm>
              <a:custGeom>
                <a:rect b="b" l="l" r="r" t="t"/>
                <a:pathLst>
                  <a:path extrusionOk="0" h="882" w="442">
                    <a:moveTo>
                      <a:pt x="275" y="1"/>
                    </a:moveTo>
                    <a:cubicBezTo>
                      <a:pt x="191" y="1"/>
                      <a:pt x="120" y="84"/>
                      <a:pt x="120" y="167"/>
                    </a:cubicBezTo>
                    <a:lnTo>
                      <a:pt x="120" y="405"/>
                    </a:lnTo>
                    <a:cubicBezTo>
                      <a:pt x="120" y="489"/>
                      <a:pt x="84" y="572"/>
                      <a:pt x="60" y="632"/>
                    </a:cubicBezTo>
                    <a:cubicBezTo>
                      <a:pt x="1" y="703"/>
                      <a:pt x="25" y="810"/>
                      <a:pt x="108" y="858"/>
                    </a:cubicBezTo>
                    <a:cubicBezTo>
                      <a:pt x="132" y="870"/>
                      <a:pt x="168" y="882"/>
                      <a:pt x="191" y="882"/>
                    </a:cubicBezTo>
                    <a:cubicBezTo>
                      <a:pt x="239" y="882"/>
                      <a:pt x="299" y="858"/>
                      <a:pt x="322" y="810"/>
                    </a:cubicBezTo>
                    <a:cubicBezTo>
                      <a:pt x="406" y="691"/>
                      <a:pt x="441" y="560"/>
                      <a:pt x="441" y="405"/>
                    </a:cubicBezTo>
                    <a:lnTo>
                      <a:pt x="441" y="167"/>
                    </a:lnTo>
                    <a:cubicBezTo>
                      <a:pt x="441" y="84"/>
                      <a:pt x="370" y="1"/>
                      <a:pt x="275"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62"/>
              <p:cNvSpPr/>
              <p:nvPr/>
            </p:nvSpPr>
            <p:spPr>
              <a:xfrm>
                <a:off x="4883596" y="2064980"/>
                <a:ext cx="107299" cy="99310"/>
              </a:xfrm>
              <a:custGeom>
                <a:rect b="b" l="l" r="r" t="t"/>
                <a:pathLst>
                  <a:path extrusionOk="0" h="3120" w="3371">
                    <a:moveTo>
                      <a:pt x="2620" y="310"/>
                    </a:moveTo>
                    <a:cubicBezTo>
                      <a:pt x="2680" y="310"/>
                      <a:pt x="2739" y="322"/>
                      <a:pt x="2787" y="346"/>
                    </a:cubicBezTo>
                    <a:lnTo>
                      <a:pt x="1656" y="1334"/>
                    </a:lnTo>
                    <a:lnTo>
                      <a:pt x="525" y="346"/>
                    </a:lnTo>
                    <a:cubicBezTo>
                      <a:pt x="584" y="322"/>
                      <a:pt x="644" y="310"/>
                      <a:pt x="703" y="310"/>
                    </a:cubicBezTo>
                    <a:close/>
                    <a:moveTo>
                      <a:pt x="3013" y="572"/>
                    </a:moveTo>
                    <a:cubicBezTo>
                      <a:pt x="3025" y="619"/>
                      <a:pt x="3037" y="667"/>
                      <a:pt x="3037" y="727"/>
                    </a:cubicBezTo>
                    <a:lnTo>
                      <a:pt x="3037" y="2394"/>
                    </a:lnTo>
                    <a:cubicBezTo>
                      <a:pt x="3037" y="2453"/>
                      <a:pt x="3025" y="2501"/>
                      <a:pt x="3013" y="2548"/>
                    </a:cubicBezTo>
                    <a:lnTo>
                      <a:pt x="1906" y="1560"/>
                    </a:lnTo>
                    <a:lnTo>
                      <a:pt x="3013" y="572"/>
                    </a:lnTo>
                    <a:close/>
                    <a:moveTo>
                      <a:pt x="310" y="596"/>
                    </a:moveTo>
                    <a:lnTo>
                      <a:pt x="1418" y="1572"/>
                    </a:lnTo>
                    <a:lnTo>
                      <a:pt x="310" y="2560"/>
                    </a:lnTo>
                    <a:cubicBezTo>
                      <a:pt x="298" y="2513"/>
                      <a:pt x="287" y="2465"/>
                      <a:pt x="287" y="2405"/>
                    </a:cubicBezTo>
                    <a:lnTo>
                      <a:pt x="287" y="727"/>
                    </a:lnTo>
                    <a:cubicBezTo>
                      <a:pt x="287" y="679"/>
                      <a:pt x="298" y="619"/>
                      <a:pt x="310" y="596"/>
                    </a:cubicBezTo>
                    <a:close/>
                    <a:moveTo>
                      <a:pt x="715" y="0"/>
                    </a:moveTo>
                    <a:cubicBezTo>
                      <a:pt x="501" y="0"/>
                      <a:pt x="322" y="84"/>
                      <a:pt x="191" y="227"/>
                    </a:cubicBezTo>
                    <a:lnTo>
                      <a:pt x="179" y="238"/>
                    </a:lnTo>
                    <a:cubicBezTo>
                      <a:pt x="60" y="369"/>
                      <a:pt x="1" y="536"/>
                      <a:pt x="1" y="715"/>
                    </a:cubicBezTo>
                    <a:lnTo>
                      <a:pt x="1" y="2382"/>
                    </a:lnTo>
                    <a:cubicBezTo>
                      <a:pt x="1" y="2560"/>
                      <a:pt x="60" y="2727"/>
                      <a:pt x="168" y="2846"/>
                    </a:cubicBezTo>
                    <a:cubicBezTo>
                      <a:pt x="156" y="2870"/>
                      <a:pt x="156" y="2870"/>
                      <a:pt x="168" y="2882"/>
                    </a:cubicBezTo>
                    <a:lnTo>
                      <a:pt x="191" y="2917"/>
                    </a:lnTo>
                    <a:cubicBezTo>
                      <a:pt x="334" y="3048"/>
                      <a:pt x="513" y="3120"/>
                      <a:pt x="703" y="3120"/>
                    </a:cubicBezTo>
                    <a:lnTo>
                      <a:pt x="1132" y="3120"/>
                    </a:lnTo>
                    <a:cubicBezTo>
                      <a:pt x="1227" y="3120"/>
                      <a:pt x="1299" y="3048"/>
                      <a:pt x="1299" y="2953"/>
                    </a:cubicBezTo>
                    <a:cubicBezTo>
                      <a:pt x="1299" y="2870"/>
                      <a:pt x="1227" y="2798"/>
                      <a:pt x="1132" y="2798"/>
                    </a:cubicBezTo>
                    <a:lnTo>
                      <a:pt x="703" y="2798"/>
                    </a:lnTo>
                    <a:cubicBezTo>
                      <a:pt x="644" y="2798"/>
                      <a:pt x="584" y="2775"/>
                      <a:pt x="537" y="2763"/>
                    </a:cubicBezTo>
                    <a:lnTo>
                      <a:pt x="1668" y="1762"/>
                    </a:lnTo>
                    <a:lnTo>
                      <a:pt x="2799" y="2763"/>
                    </a:lnTo>
                    <a:cubicBezTo>
                      <a:pt x="2751" y="2775"/>
                      <a:pt x="2692" y="2798"/>
                      <a:pt x="2632" y="2798"/>
                    </a:cubicBezTo>
                    <a:lnTo>
                      <a:pt x="2096" y="2798"/>
                    </a:lnTo>
                    <a:cubicBezTo>
                      <a:pt x="2013" y="2798"/>
                      <a:pt x="1942" y="2870"/>
                      <a:pt x="1942" y="2953"/>
                    </a:cubicBezTo>
                    <a:cubicBezTo>
                      <a:pt x="1942" y="3048"/>
                      <a:pt x="2013" y="3120"/>
                      <a:pt x="2096" y="3120"/>
                    </a:cubicBezTo>
                    <a:lnTo>
                      <a:pt x="2632" y="3120"/>
                    </a:lnTo>
                    <a:cubicBezTo>
                      <a:pt x="2846" y="3120"/>
                      <a:pt x="3025" y="3036"/>
                      <a:pt x="3156" y="2905"/>
                    </a:cubicBezTo>
                    <a:lnTo>
                      <a:pt x="3168" y="2882"/>
                    </a:lnTo>
                    <a:cubicBezTo>
                      <a:pt x="3287" y="2751"/>
                      <a:pt x="3370" y="2584"/>
                      <a:pt x="3370" y="2394"/>
                    </a:cubicBezTo>
                    <a:lnTo>
                      <a:pt x="3370" y="727"/>
                    </a:lnTo>
                    <a:cubicBezTo>
                      <a:pt x="3370" y="322"/>
                      <a:pt x="3037" y="0"/>
                      <a:pt x="263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62"/>
              <p:cNvSpPr/>
              <p:nvPr/>
            </p:nvSpPr>
            <p:spPr>
              <a:xfrm>
                <a:off x="4882864" y="2190422"/>
                <a:ext cx="107267" cy="99692"/>
              </a:xfrm>
              <a:custGeom>
                <a:rect b="b" l="l" r="r" t="t"/>
                <a:pathLst>
                  <a:path extrusionOk="0" h="3132" w="3370">
                    <a:moveTo>
                      <a:pt x="2643" y="310"/>
                    </a:moveTo>
                    <a:cubicBezTo>
                      <a:pt x="2703" y="310"/>
                      <a:pt x="2762" y="334"/>
                      <a:pt x="2810" y="346"/>
                    </a:cubicBezTo>
                    <a:lnTo>
                      <a:pt x="1679" y="1346"/>
                    </a:lnTo>
                    <a:lnTo>
                      <a:pt x="548" y="346"/>
                    </a:lnTo>
                    <a:cubicBezTo>
                      <a:pt x="607" y="334"/>
                      <a:pt x="667" y="310"/>
                      <a:pt x="726" y="310"/>
                    </a:cubicBezTo>
                    <a:close/>
                    <a:moveTo>
                      <a:pt x="333" y="584"/>
                    </a:moveTo>
                    <a:lnTo>
                      <a:pt x="1441" y="1560"/>
                    </a:lnTo>
                    <a:lnTo>
                      <a:pt x="333" y="2548"/>
                    </a:lnTo>
                    <a:cubicBezTo>
                      <a:pt x="321" y="2501"/>
                      <a:pt x="310" y="2453"/>
                      <a:pt x="310" y="2393"/>
                    </a:cubicBezTo>
                    <a:lnTo>
                      <a:pt x="310" y="727"/>
                    </a:lnTo>
                    <a:cubicBezTo>
                      <a:pt x="310" y="691"/>
                      <a:pt x="321" y="631"/>
                      <a:pt x="333" y="584"/>
                    </a:cubicBezTo>
                    <a:close/>
                    <a:moveTo>
                      <a:pt x="3036" y="584"/>
                    </a:moveTo>
                    <a:cubicBezTo>
                      <a:pt x="3048" y="631"/>
                      <a:pt x="3060" y="667"/>
                      <a:pt x="3060" y="727"/>
                    </a:cubicBezTo>
                    <a:lnTo>
                      <a:pt x="3060" y="2393"/>
                    </a:lnTo>
                    <a:cubicBezTo>
                      <a:pt x="3060" y="2441"/>
                      <a:pt x="3048" y="2501"/>
                      <a:pt x="3036" y="2548"/>
                    </a:cubicBezTo>
                    <a:lnTo>
                      <a:pt x="1929" y="1560"/>
                    </a:lnTo>
                    <a:lnTo>
                      <a:pt x="3036" y="584"/>
                    </a:lnTo>
                    <a:close/>
                    <a:moveTo>
                      <a:pt x="1691" y="1786"/>
                    </a:moveTo>
                    <a:lnTo>
                      <a:pt x="2822" y="2786"/>
                    </a:lnTo>
                    <a:cubicBezTo>
                      <a:pt x="2762" y="2798"/>
                      <a:pt x="2703" y="2810"/>
                      <a:pt x="2643" y="2810"/>
                    </a:cubicBezTo>
                    <a:lnTo>
                      <a:pt x="726" y="2810"/>
                    </a:lnTo>
                    <a:cubicBezTo>
                      <a:pt x="667" y="2810"/>
                      <a:pt x="607" y="2798"/>
                      <a:pt x="560" y="2786"/>
                    </a:cubicBezTo>
                    <a:lnTo>
                      <a:pt x="1691" y="1786"/>
                    </a:lnTo>
                    <a:close/>
                    <a:moveTo>
                      <a:pt x="726" y="0"/>
                    </a:moveTo>
                    <a:cubicBezTo>
                      <a:pt x="512" y="0"/>
                      <a:pt x="333" y="96"/>
                      <a:pt x="202" y="227"/>
                    </a:cubicBezTo>
                    <a:lnTo>
                      <a:pt x="191" y="238"/>
                    </a:lnTo>
                    <a:cubicBezTo>
                      <a:pt x="71" y="369"/>
                      <a:pt x="0" y="536"/>
                      <a:pt x="0" y="727"/>
                    </a:cubicBezTo>
                    <a:lnTo>
                      <a:pt x="0" y="2393"/>
                    </a:lnTo>
                    <a:cubicBezTo>
                      <a:pt x="0" y="2596"/>
                      <a:pt x="71" y="2751"/>
                      <a:pt x="191" y="2894"/>
                    </a:cubicBezTo>
                    <a:cubicBezTo>
                      <a:pt x="333" y="3036"/>
                      <a:pt x="512" y="3132"/>
                      <a:pt x="726" y="3132"/>
                    </a:cubicBezTo>
                    <a:lnTo>
                      <a:pt x="2643" y="3132"/>
                    </a:lnTo>
                    <a:cubicBezTo>
                      <a:pt x="2858" y="3132"/>
                      <a:pt x="3036" y="3036"/>
                      <a:pt x="3167" y="2905"/>
                    </a:cubicBezTo>
                    <a:lnTo>
                      <a:pt x="3179" y="2894"/>
                    </a:lnTo>
                    <a:cubicBezTo>
                      <a:pt x="3298" y="2751"/>
                      <a:pt x="3369" y="2596"/>
                      <a:pt x="3369" y="2393"/>
                    </a:cubicBezTo>
                    <a:lnTo>
                      <a:pt x="3369" y="727"/>
                    </a:lnTo>
                    <a:cubicBezTo>
                      <a:pt x="3369" y="536"/>
                      <a:pt x="3298" y="369"/>
                      <a:pt x="3179" y="238"/>
                    </a:cubicBezTo>
                    <a:lnTo>
                      <a:pt x="3167" y="227"/>
                    </a:lnTo>
                    <a:cubicBezTo>
                      <a:pt x="3036" y="96"/>
                      <a:pt x="2858" y="0"/>
                      <a:pt x="264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3" name="Google Shape;3503;p62"/>
            <p:cNvSpPr txBox="1"/>
            <p:nvPr/>
          </p:nvSpPr>
          <p:spPr>
            <a:xfrm>
              <a:off x="4816725" y="3209463"/>
              <a:ext cx="9672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Prototype</a:t>
              </a:r>
              <a:endParaRPr sz="1200">
                <a:latin typeface="Abel"/>
                <a:ea typeface="Abel"/>
                <a:cs typeface="Abel"/>
                <a:sym typeface="Abel"/>
              </a:endParaRPr>
            </a:p>
          </p:txBody>
        </p:sp>
        <p:cxnSp>
          <p:nvCxnSpPr>
            <p:cNvPr id="3504" name="Google Shape;3504;p62"/>
            <p:cNvCxnSpPr>
              <a:stCxn id="3409" idx="0"/>
            </p:cNvCxnSpPr>
            <p:nvPr/>
          </p:nvCxnSpPr>
          <p:spPr>
            <a:xfrm rot="10800000">
              <a:off x="4850348" y="1950148"/>
              <a:ext cx="0" cy="199800"/>
            </a:xfrm>
            <a:prstGeom prst="straightConnector1">
              <a:avLst/>
            </a:prstGeom>
            <a:noFill/>
            <a:ln cap="flat" cmpd="sng" w="9525">
              <a:solidFill>
                <a:srgbClr val="2F293A"/>
              </a:solidFill>
              <a:prstDash val="solid"/>
              <a:round/>
              <a:headEnd len="med" w="med" type="none"/>
              <a:tailEnd len="med" w="med" type="none"/>
            </a:ln>
          </p:spPr>
        </p:cxnSp>
        <p:cxnSp>
          <p:nvCxnSpPr>
            <p:cNvPr id="3505" name="Google Shape;3505;p62"/>
            <p:cNvCxnSpPr/>
            <p:nvPr/>
          </p:nvCxnSpPr>
          <p:spPr>
            <a:xfrm flipH="1">
              <a:off x="4580300" y="3056775"/>
              <a:ext cx="78300" cy="266700"/>
            </a:xfrm>
            <a:prstGeom prst="straightConnector1">
              <a:avLst/>
            </a:prstGeom>
            <a:noFill/>
            <a:ln cap="flat" cmpd="sng" w="9525">
              <a:solidFill>
                <a:srgbClr val="2F293A"/>
              </a:solidFill>
              <a:prstDash val="solid"/>
              <a:round/>
              <a:headEnd len="med" w="med" type="none"/>
              <a:tailEnd len="med" w="med" type="none"/>
            </a:ln>
          </p:spPr>
        </p:cxnSp>
        <p:cxnSp>
          <p:nvCxnSpPr>
            <p:cNvPr id="3506" name="Google Shape;3506;p62"/>
            <p:cNvCxnSpPr/>
            <p:nvPr/>
          </p:nvCxnSpPr>
          <p:spPr>
            <a:xfrm>
              <a:off x="5042800" y="3056775"/>
              <a:ext cx="125400" cy="282300"/>
            </a:xfrm>
            <a:prstGeom prst="straightConnector1">
              <a:avLst/>
            </a:prstGeom>
            <a:noFill/>
            <a:ln cap="flat" cmpd="sng" w="9525">
              <a:solidFill>
                <a:srgbClr val="2F293A"/>
              </a:solidFill>
              <a:prstDash val="solid"/>
              <a:round/>
              <a:headEnd len="med" w="med" type="none"/>
              <a:tailEnd len="med" w="med" type="none"/>
            </a:ln>
          </p:spPr>
        </p:cxnSp>
      </p:grpSp>
      <p:grpSp>
        <p:nvGrpSpPr>
          <p:cNvPr id="3507" name="Google Shape;3507;p62"/>
          <p:cNvGrpSpPr/>
          <p:nvPr/>
        </p:nvGrpSpPr>
        <p:grpSpPr>
          <a:xfrm>
            <a:off x="5440850" y="942013"/>
            <a:ext cx="1658525" cy="2757204"/>
            <a:chOff x="5288450" y="1253438"/>
            <a:chExt cx="1658525" cy="2757204"/>
          </a:xfrm>
        </p:grpSpPr>
        <p:grpSp>
          <p:nvGrpSpPr>
            <p:cNvPr id="3508" name="Google Shape;3508;p62"/>
            <p:cNvGrpSpPr/>
            <p:nvPr/>
          </p:nvGrpSpPr>
          <p:grpSpPr>
            <a:xfrm>
              <a:off x="5612164" y="1602482"/>
              <a:ext cx="319757" cy="287050"/>
              <a:chOff x="1865381" y="4277506"/>
              <a:chExt cx="396131" cy="355612"/>
            </a:xfrm>
          </p:grpSpPr>
          <p:sp>
            <p:nvSpPr>
              <p:cNvPr id="3509" name="Google Shape;3509;p62"/>
              <p:cNvSpPr/>
              <p:nvPr/>
            </p:nvSpPr>
            <p:spPr>
              <a:xfrm>
                <a:off x="1865381" y="4277506"/>
                <a:ext cx="396131" cy="355612"/>
              </a:xfrm>
              <a:custGeom>
                <a:rect b="b" l="l" r="r" t="t"/>
                <a:pathLst>
                  <a:path extrusionOk="0" h="11181" w="12455">
                    <a:moveTo>
                      <a:pt x="6240" y="322"/>
                    </a:moveTo>
                    <a:cubicBezTo>
                      <a:pt x="6883" y="322"/>
                      <a:pt x="7395" y="846"/>
                      <a:pt x="7395" y="1489"/>
                    </a:cubicBezTo>
                    <a:cubicBezTo>
                      <a:pt x="7395" y="2132"/>
                      <a:pt x="6883" y="2644"/>
                      <a:pt x="6240" y="2644"/>
                    </a:cubicBezTo>
                    <a:cubicBezTo>
                      <a:pt x="5597" y="2644"/>
                      <a:pt x="5073" y="2132"/>
                      <a:pt x="5073" y="1489"/>
                    </a:cubicBezTo>
                    <a:cubicBezTo>
                      <a:pt x="5073" y="834"/>
                      <a:pt x="5597" y="322"/>
                      <a:pt x="6240" y="322"/>
                    </a:cubicBezTo>
                    <a:close/>
                    <a:moveTo>
                      <a:pt x="8621" y="3703"/>
                    </a:moveTo>
                    <a:cubicBezTo>
                      <a:pt x="8943" y="3703"/>
                      <a:pt x="9276" y="3751"/>
                      <a:pt x="9585" y="3834"/>
                    </a:cubicBezTo>
                    <a:cubicBezTo>
                      <a:pt x="9657" y="4156"/>
                      <a:pt x="9705" y="4477"/>
                      <a:pt x="9705" y="4811"/>
                    </a:cubicBezTo>
                    <a:cubicBezTo>
                      <a:pt x="9705" y="6239"/>
                      <a:pt x="8847" y="7466"/>
                      <a:pt x="7609" y="7990"/>
                    </a:cubicBezTo>
                    <a:cubicBezTo>
                      <a:pt x="7669" y="7728"/>
                      <a:pt x="7692" y="7454"/>
                      <a:pt x="7692" y="7192"/>
                    </a:cubicBezTo>
                    <a:cubicBezTo>
                      <a:pt x="7692" y="6382"/>
                      <a:pt x="7454" y="5620"/>
                      <a:pt x="7002" y="4965"/>
                    </a:cubicBezTo>
                    <a:cubicBezTo>
                      <a:pt x="6859" y="4775"/>
                      <a:pt x="6704" y="4584"/>
                      <a:pt x="6526" y="4418"/>
                    </a:cubicBezTo>
                    <a:cubicBezTo>
                      <a:pt x="7097" y="3977"/>
                      <a:pt x="7835" y="3703"/>
                      <a:pt x="8621" y="3703"/>
                    </a:cubicBezTo>
                    <a:close/>
                    <a:moveTo>
                      <a:pt x="10478" y="7918"/>
                    </a:moveTo>
                    <a:lnTo>
                      <a:pt x="10598" y="8168"/>
                    </a:lnTo>
                    <a:lnTo>
                      <a:pt x="10359" y="8168"/>
                    </a:lnTo>
                    <a:lnTo>
                      <a:pt x="10478" y="7918"/>
                    </a:lnTo>
                    <a:close/>
                    <a:moveTo>
                      <a:pt x="6240" y="4656"/>
                    </a:moveTo>
                    <a:cubicBezTo>
                      <a:pt x="6407" y="4823"/>
                      <a:pt x="6561" y="4989"/>
                      <a:pt x="6704" y="5180"/>
                    </a:cubicBezTo>
                    <a:cubicBezTo>
                      <a:pt x="7121" y="5775"/>
                      <a:pt x="7335" y="6454"/>
                      <a:pt x="7335" y="7192"/>
                    </a:cubicBezTo>
                    <a:cubicBezTo>
                      <a:pt x="7335" y="7513"/>
                      <a:pt x="7299" y="7847"/>
                      <a:pt x="7204" y="8144"/>
                    </a:cubicBezTo>
                    <a:cubicBezTo>
                      <a:pt x="6907" y="8228"/>
                      <a:pt x="6585" y="8275"/>
                      <a:pt x="6252" y="8275"/>
                    </a:cubicBezTo>
                    <a:cubicBezTo>
                      <a:pt x="5930" y="8275"/>
                      <a:pt x="5597" y="8228"/>
                      <a:pt x="5299" y="8144"/>
                    </a:cubicBezTo>
                    <a:cubicBezTo>
                      <a:pt x="5180" y="7847"/>
                      <a:pt x="5133" y="7513"/>
                      <a:pt x="5133" y="7192"/>
                    </a:cubicBezTo>
                    <a:cubicBezTo>
                      <a:pt x="5133" y="6192"/>
                      <a:pt x="5549" y="5299"/>
                      <a:pt x="6240" y="4656"/>
                    </a:cubicBezTo>
                    <a:close/>
                    <a:moveTo>
                      <a:pt x="5430" y="8561"/>
                    </a:moveTo>
                    <a:lnTo>
                      <a:pt x="5430" y="8561"/>
                    </a:lnTo>
                    <a:cubicBezTo>
                      <a:pt x="5704" y="8621"/>
                      <a:pt x="5966" y="8644"/>
                      <a:pt x="6252" y="8644"/>
                    </a:cubicBezTo>
                    <a:cubicBezTo>
                      <a:pt x="6537" y="8644"/>
                      <a:pt x="6799" y="8621"/>
                      <a:pt x="7061" y="8561"/>
                    </a:cubicBezTo>
                    <a:lnTo>
                      <a:pt x="7061" y="8561"/>
                    </a:lnTo>
                    <a:cubicBezTo>
                      <a:pt x="6847" y="8990"/>
                      <a:pt x="6585" y="9395"/>
                      <a:pt x="6240" y="9716"/>
                    </a:cubicBezTo>
                    <a:cubicBezTo>
                      <a:pt x="5895" y="9395"/>
                      <a:pt x="5609" y="9002"/>
                      <a:pt x="5430" y="8561"/>
                    </a:cubicBezTo>
                    <a:close/>
                    <a:moveTo>
                      <a:pt x="2470" y="7643"/>
                    </a:moveTo>
                    <a:cubicBezTo>
                      <a:pt x="2693" y="7643"/>
                      <a:pt x="2903" y="7736"/>
                      <a:pt x="3049" y="7882"/>
                    </a:cubicBezTo>
                    <a:cubicBezTo>
                      <a:pt x="3216" y="8049"/>
                      <a:pt x="3323" y="8263"/>
                      <a:pt x="3323" y="8502"/>
                    </a:cubicBezTo>
                    <a:cubicBezTo>
                      <a:pt x="3323" y="8692"/>
                      <a:pt x="3263" y="8859"/>
                      <a:pt x="3144" y="9002"/>
                    </a:cubicBezTo>
                    <a:cubicBezTo>
                      <a:pt x="2954" y="9275"/>
                      <a:pt x="2799" y="9549"/>
                      <a:pt x="2739" y="9847"/>
                    </a:cubicBezTo>
                    <a:lnTo>
                      <a:pt x="2192" y="9847"/>
                    </a:lnTo>
                    <a:cubicBezTo>
                      <a:pt x="2132" y="9537"/>
                      <a:pt x="2001" y="9252"/>
                      <a:pt x="1799" y="9002"/>
                    </a:cubicBezTo>
                    <a:cubicBezTo>
                      <a:pt x="1680" y="8835"/>
                      <a:pt x="1620" y="8656"/>
                      <a:pt x="1620" y="8454"/>
                    </a:cubicBezTo>
                    <a:cubicBezTo>
                      <a:pt x="1644" y="8025"/>
                      <a:pt x="2001" y="7668"/>
                      <a:pt x="2430" y="7644"/>
                    </a:cubicBezTo>
                    <a:cubicBezTo>
                      <a:pt x="2443" y="7644"/>
                      <a:pt x="2457" y="7643"/>
                      <a:pt x="2470" y="7643"/>
                    </a:cubicBezTo>
                    <a:close/>
                    <a:moveTo>
                      <a:pt x="10300" y="8525"/>
                    </a:moveTo>
                    <a:lnTo>
                      <a:pt x="10300" y="10145"/>
                    </a:lnTo>
                    <a:lnTo>
                      <a:pt x="10109" y="10145"/>
                    </a:lnTo>
                    <a:lnTo>
                      <a:pt x="10109" y="8585"/>
                    </a:lnTo>
                    <a:cubicBezTo>
                      <a:pt x="10109" y="8561"/>
                      <a:pt x="10133" y="8525"/>
                      <a:pt x="10169" y="8525"/>
                    </a:cubicBezTo>
                    <a:close/>
                    <a:moveTo>
                      <a:pt x="10788" y="8525"/>
                    </a:moveTo>
                    <a:cubicBezTo>
                      <a:pt x="10824" y="8525"/>
                      <a:pt x="10848" y="8561"/>
                      <a:pt x="10848" y="8585"/>
                    </a:cubicBezTo>
                    <a:lnTo>
                      <a:pt x="10848" y="10145"/>
                    </a:lnTo>
                    <a:lnTo>
                      <a:pt x="10657" y="10145"/>
                    </a:lnTo>
                    <a:lnTo>
                      <a:pt x="10657" y="8525"/>
                    </a:lnTo>
                    <a:close/>
                    <a:moveTo>
                      <a:pt x="2847" y="10252"/>
                    </a:moveTo>
                    <a:lnTo>
                      <a:pt x="2847" y="10323"/>
                    </a:lnTo>
                    <a:lnTo>
                      <a:pt x="2073" y="10323"/>
                    </a:lnTo>
                    <a:lnTo>
                      <a:pt x="2073" y="10252"/>
                    </a:lnTo>
                    <a:close/>
                    <a:moveTo>
                      <a:pt x="2489" y="4013"/>
                    </a:moveTo>
                    <a:lnTo>
                      <a:pt x="2489" y="4013"/>
                    </a:lnTo>
                    <a:cubicBezTo>
                      <a:pt x="2430" y="4287"/>
                      <a:pt x="2394" y="4549"/>
                      <a:pt x="2394" y="4823"/>
                    </a:cubicBezTo>
                    <a:cubicBezTo>
                      <a:pt x="2394" y="6501"/>
                      <a:pt x="3489" y="7930"/>
                      <a:pt x="4990" y="8454"/>
                    </a:cubicBezTo>
                    <a:cubicBezTo>
                      <a:pt x="5180" y="9025"/>
                      <a:pt x="5525" y="9549"/>
                      <a:pt x="5954" y="9966"/>
                    </a:cubicBezTo>
                    <a:cubicBezTo>
                      <a:pt x="5371" y="10383"/>
                      <a:pt x="4644" y="10657"/>
                      <a:pt x="3859" y="10657"/>
                    </a:cubicBezTo>
                    <a:cubicBezTo>
                      <a:pt x="3644" y="10657"/>
                      <a:pt x="3430" y="10645"/>
                      <a:pt x="3216" y="10597"/>
                    </a:cubicBezTo>
                    <a:lnTo>
                      <a:pt x="3216" y="10192"/>
                    </a:lnTo>
                    <a:cubicBezTo>
                      <a:pt x="3216" y="10085"/>
                      <a:pt x="3168" y="10002"/>
                      <a:pt x="3097" y="9942"/>
                    </a:cubicBezTo>
                    <a:cubicBezTo>
                      <a:pt x="3156" y="9680"/>
                      <a:pt x="3263" y="9454"/>
                      <a:pt x="3430" y="9240"/>
                    </a:cubicBezTo>
                    <a:cubicBezTo>
                      <a:pt x="3585" y="9025"/>
                      <a:pt x="3680" y="8775"/>
                      <a:pt x="3680" y="8513"/>
                    </a:cubicBezTo>
                    <a:cubicBezTo>
                      <a:pt x="3680" y="8180"/>
                      <a:pt x="3549" y="7871"/>
                      <a:pt x="3311" y="7632"/>
                    </a:cubicBezTo>
                    <a:cubicBezTo>
                      <a:pt x="3072" y="7416"/>
                      <a:pt x="2769" y="7298"/>
                      <a:pt x="2462" y="7298"/>
                    </a:cubicBezTo>
                    <a:cubicBezTo>
                      <a:pt x="2447" y="7298"/>
                      <a:pt x="2433" y="7298"/>
                      <a:pt x="2418" y="7299"/>
                    </a:cubicBezTo>
                    <a:cubicBezTo>
                      <a:pt x="1787" y="7335"/>
                      <a:pt x="1275" y="7835"/>
                      <a:pt x="1263" y="8466"/>
                    </a:cubicBezTo>
                    <a:cubicBezTo>
                      <a:pt x="1251" y="8752"/>
                      <a:pt x="1346" y="9025"/>
                      <a:pt x="1525" y="9252"/>
                    </a:cubicBezTo>
                    <a:cubicBezTo>
                      <a:pt x="1680" y="9466"/>
                      <a:pt x="1787" y="9704"/>
                      <a:pt x="1846" y="9954"/>
                    </a:cubicBezTo>
                    <a:lnTo>
                      <a:pt x="1799" y="10002"/>
                    </a:lnTo>
                    <a:cubicBezTo>
                      <a:pt x="906" y="9347"/>
                      <a:pt x="382" y="8311"/>
                      <a:pt x="382" y="7204"/>
                    </a:cubicBezTo>
                    <a:cubicBezTo>
                      <a:pt x="382" y="5775"/>
                      <a:pt x="1251" y="4537"/>
                      <a:pt x="2489" y="4013"/>
                    </a:cubicBezTo>
                    <a:close/>
                    <a:moveTo>
                      <a:pt x="2847" y="10680"/>
                    </a:moveTo>
                    <a:lnTo>
                      <a:pt x="2847" y="10788"/>
                    </a:lnTo>
                    <a:lnTo>
                      <a:pt x="2073" y="10788"/>
                    </a:lnTo>
                    <a:lnTo>
                      <a:pt x="2073" y="10680"/>
                    </a:lnTo>
                    <a:close/>
                    <a:moveTo>
                      <a:pt x="10848" y="10526"/>
                    </a:moveTo>
                    <a:lnTo>
                      <a:pt x="10848" y="10728"/>
                    </a:lnTo>
                    <a:cubicBezTo>
                      <a:pt x="10848" y="10764"/>
                      <a:pt x="10824" y="10788"/>
                      <a:pt x="10788" y="10788"/>
                    </a:cubicBezTo>
                    <a:lnTo>
                      <a:pt x="10169" y="10788"/>
                    </a:lnTo>
                    <a:cubicBezTo>
                      <a:pt x="10133" y="10788"/>
                      <a:pt x="10109" y="10764"/>
                      <a:pt x="10109" y="10728"/>
                    </a:cubicBezTo>
                    <a:lnTo>
                      <a:pt x="10109" y="10526"/>
                    </a:lnTo>
                    <a:close/>
                    <a:moveTo>
                      <a:pt x="6228" y="0"/>
                    </a:moveTo>
                    <a:cubicBezTo>
                      <a:pt x="5454" y="0"/>
                      <a:pt x="4823" y="584"/>
                      <a:pt x="4716" y="1310"/>
                    </a:cubicBezTo>
                    <a:cubicBezTo>
                      <a:pt x="4049" y="1596"/>
                      <a:pt x="3466" y="2072"/>
                      <a:pt x="3049" y="2667"/>
                    </a:cubicBezTo>
                    <a:cubicBezTo>
                      <a:pt x="2858" y="2941"/>
                      <a:pt x="2692" y="3263"/>
                      <a:pt x="2597" y="3584"/>
                    </a:cubicBezTo>
                    <a:cubicBezTo>
                      <a:pt x="1084" y="4108"/>
                      <a:pt x="1" y="5537"/>
                      <a:pt x="1" y="7216"/>
                    </a:cubicBezTo>
                    <a:cubicBezTo>
                      <a:pt x="1" y="8502"/>
                      <a:pt x="632" y="9692"/>
                      <a:pt x="1704" y="10407"/>
                    </a:cubicBezTo>
                    <a:lnTo>
                      <a:pt x="1704" y="10847"/>
                    </a:lnTo>
                    <a:cubicBezTo>
                      <a:pt x="1704" y="11026"/>
                      <a:pt x="1846" y="11180"/>
                      <a:pt x="2025" y="11180"/>
                    </a:cubicBezTo>
                    <a:lnTo>
                      <a:pt x="2858" y="11180"/>
                    </a:lnTo>
                    <a:cubicBezTo>
                      <a:pt x="2989" y="11180"/>
                      <a:pt x="3108" y="11097"/>
                      <a:pt x="3156" y="10978"/>
                    </a:cubicBezTo>
                    <a:cubicBezTo>
                      <a:pt x="3382" y="11026"/>
                      <a:pt x="3609" y="11038"/>
                      <a:pt x="3823" y="11038"/>
                    </a:cubicBezTo>
                    <a:cubicBezTo>
                      <a:pt x="4716" y="11038"/>
                      <a:pt x="5549" y="10728"/>
                      <a:pt x="6204" y="10204"/>
                    </a:cubicBezTo>
                    <a:cubicBezTo>
                      <a:pt x="6764" y="10645"/>
                      <a:pt x="7419" y="10919"/>
                      <a:pt x="8157" y="11014"/>
                    </a:cubicBezTo>
                    <a:lnTo>
                      <a:pt x="8169" y="11014"/>
                    </a:lnTo>
                    <a:cubicBezTo>
                      <a:pt x="8264" y="11014"/>
                      <a:pt x="8335" y="10942"/>
                      <a:pt x="8347" y="10847"/>
                    </a:cubicBezTo>
                    <a:cubicBezTo>
                      <a:pt x="8371" y="10740"/>
                      <a:pt x="8288" y="10657"/>
                      <a:pt x="8192" y="10645"/>
                    </a:cubicBezTo>
                    <a:cubicBezTo>
                      <a:pt x="7550" y="10561"/>
                      <a:pt x="6966" y="10323"/>
                      <a:pt x="6490" y="9954"/>
                    </a:cubicBezTo>
                    <a:cubicBezTo>
                      <a:pt x="6918" y="9537"/>
                      <a:pt x="7264" y="9014"/>
                      <a:pt x="7454" y="8442"/>
                    </a:cubicBezTo>
                    <a:cubicBezTo>
                      <a:pt x="8966" y="7918"/>
                      <a:pt x="10050" y="6489"/>
                      <a:pt x="10050" y="4811"/>
                    </a:cubicBezTo>
                    <a:cubicBezTo>
                      <a:pt x="10050" y="4525"/>
                      <a:pt x="10014" y="4251"/>
                      <a:pt x="9955" y="4001"/>
                    </a:cubicBezTo>
                    <a:lnTo>
                      <a:pt x="9955" y="4001"/>
                    </a:lnTo>
                    <a:cubicBezTo>
                      <a:pt x="11193" y="4537"/>
                      <a:pt x="12062" y="5763"/>
                      <a:pt x="12062" y="7192"/>
                    </a:cubicBezTo>
                    <a:cubicBezTo>
                      <a:pt x="12062" y="8037"/>
                      <a:pt x="11741" y="8859"/>
                      <a:pt x="11181" y="9490"/>
                    </a:cubicBezTo>
                    <a:lnTo>
                      <a:pt x="11181" y="8597"/>
                    </a:lnTo>
                    <a:cubicBezTo>
                      <a:pt x="11181" y="8466"/>
                      <a:pt x="11109" y="8335"/>
                      <a:pt x="11002" y="8263"/>
                    </a:cubicBezTo>
                    <a:lnTo>
                      <a:pt x="10717" y="7644"/>
                    </a:lnTo>
                    <a:cubicBezTo>
                      <a:pt x="10669" y="7549"/>
                      <a:pt x="10574" y="7466"/>
                      <a:pt x="10455" y="7466"/>
                    </a:cubicBezTo>
                    <a:cubicBezTo>
                      <a:pt x="10336" y="7466"/>
                      <a:pt x="10228" y="7525"/>
                      <a:pt x="10181" y="7644"/>
                    </a:cubicBezTo>
                    <a:lnTo>
                      <a:pt x="9895" y="8263"/>
                    </a:lnTo>
                    <a:cubicBezTo>
                      <a:pt x="9800" y="8335"/>
                      <a:pt x="9716" y="8466"/>
                      <a:pt x="9716" y="8597"/>
                    </a:cubicBezTo>
                    <a:lnTo>
                      <a:pt x="9716" y="10478"/>
                    </a:lnTo>
                    <a:cubicBezTo>
                      <a:pt x="9466" y="10561"/>
                      <a:pt x="9216" y="10621"/>
                      <a:pt x="8943" y="10645"/>
                    </a:cubicBezTo>
                    <a:cubicBezTo>
                      <a:pt x="8847" y="10657"/>
                      <a:pt x="8764" y="10740"/>
                      <a:pt x="8788" y="10835"/>
                    </a:cubicBezTo>
                    <a:cubicBezTo>
                      <a:pt x="8800" y="10919"/>
                      <a:pt x="8871" y="11002"/>
                      <a:pt x="8966" y="11002"/>
                    </a:cubicBezTo>
                    <a:lnTo>
                      <a:pt x="8978" y="11002"/>
                    </a:lnTo>
                    <a:cubicBezTo>
                      <a:pt x="9228" y="10966"/>
                      <a:pt x="9478" y="10919"/>
                      <a:pt x="9740" y="10847"/>
                    </a:cubicBezTo>
                    <a:cubicBezTo>
                      <a:pt x="9776" y="11026"/>
                      <a:pt x="9943" y="11157"/>
                      <a:pt x="10133" y="11157"/>
                    </a:cubicBezTo>
                    <a:lnTo>
                      <a:pt x="10764" y="11157"/>
                    </a:lnTo>
                    <a:cubicBezTo>
                      <a:pt x="11002" y="11157"/>
                      <a:pt x="11193" y="10966"/>
                      <a:pt x="11193" y="10728"/>
                    </a:cubicBezTo>
                    <a:lnTo>
                      <a:pt x="11193" y="10014"/>
                    </a:lnTo>
                    <a:cubicBezTo>
                      <a:pt x="12002" y="9287"/>
                      <a:pt x="12455" y="8263"/>
                      <a:pt x="12455" y="7192"/>
                    </a:cubicBezTo>
                    <a:cubicBezTo>
                      <a:pt x="12455" y="5501"/>
                      <a:pt x="11371" y="4072"/>
                      <a:pt x="9871" y="3560"/>
                    </a:cubicBezTo>
                    <a:cubicBezTo>
                      <a:pt x="9740" y="3168"/>
                      <a:pt x="9538" y="2798"/>
                      <a:pt x="9276" y="2465"/>
                    </a:cubicBezTo>
                    <a:cubicBezTo>
                      <a:pt x="9242" y="2425"/>
                      <a:pt x="9189" y="2403"/>
                      <a:pt x="9137" y="2403"/>
                    </a:cubicBezTo>
                    <a:cubicBezTo>
                      <a:pt x="9097" y="2403"/>
                      <a:pt x="9057" y="2416"/>
                      <a:pt x="9026" y="2441"/>
                    </a:cubicBezTo>
                    <a:cubicBezTo>
                      <a:pt x="8943" y="2501"/>
                      <a:pt x="8931" y="2620"/>
                      <a:pt x="8990" y="2691"/>
                    </a:cubicBezTo>
                    <a:cubicBezTo>
                      <a:pt x="9169" y="2929"/>
                      <a:pt x="9324" y="3168"/>
                      <a:pt x="9443" y="3441"/>
                    </a:cubicBezTo>
                    <a:cubicBezTo>
                      <a:pt x="9169" y="3382"/>
                      <a:pt x="8907" y="3346"/>
                      <a:pt x="8621" y="3346"/>
                    </a:cubicBezTo>
                    <a:cubicBezTo>
                      <a:pt x="7728" y="3346"/>
                      <a:pt x="6895" y="3656"/>
                      <a:pt x="6240" y="4180"/>
                    </a:cubicBezTo>
                    <a:cubicBezTo>
                      <a:pt x="5930" y="3930"/>
                      <a:pt x="5573" y="3739"/>
                      <a:pt x="5192" y="3584"/>
                    </a:cubicBezTo>
                    <a:cubicBezTo>
                      <a:pt x="5175" y="3580"/>
                      <a:pt x="5158" y="3577"/>
                      <a:pt x="5140" y="3577"/>
                    </a:cubicBezTo>
                    <a:cubicBezTo>
                      <a:pt x="5068" y="3577"/>
                      <a:pt x="4992" y="3615"/>
                      <a:pt x="4954" y="3691"/>
                    </a:cubicBezTo>
                    <a:cubicBezTo>
                      <a:pt x="4930" y="3775"/>
                      <a:pt x="4978" y="3882"/>
                      <a:pt x="5061" y="3930"/>
                    </a:cubicBezTo>
                    <a:cubicBezTo>
                      <a:pt x="5394" y="4049"/>
                      <a:pt x="5692" y="4215"/>
                      <a:pt x="5954" y="4418"/>
                    </a:cubicBezTo>
                    <a:cubicBezTo>
                      <a:pt x="5228" y="5120"/>
                      <a:pt x="4775" y="6096"/>
                      <a:pt x="4775" y="7192"/>
                    </a:cubicBezTo>
                    <a:cubicBezTo>
                      <a:pt x="4775" y="7466"/>
                      <a:pt x="4811" y="7740"/>
                      <a:pt x="4871" y="7990"/>
                    </a:cubicBezTo>
                    <a:cubicBezTo>
                      <a:pt x="3632" y="7454"/>
                      <a:pt x="2775" y="6239"/>
                      <a:pt x="2775" y="4811"/>
                    </a:cubicBezTo>
                    <a:cubicBezTo>
                      <a:pt x="2775" y="4477"/>
                      <a:pt x="2811" y="4156"/>
                      <a:pt x="2906" y="3858"/>
                    </a:cubicBezTo>
                    <a:cubicBezTo>
                      <a:pt x="3204" y="3763"/>
                      <a:pt x="3525" y="3715"/>
                      <a:pt x="3859" y="3715"/>
                    </a:cubicBezTo>
                    <a:cubicBezTo>
                      <a:pt x="4025" y="3715"/>
                      <a:pt x="4168" y="3739"/>
                      <a:pt x="4335" y="3751"/>
                    </a:cubicBezTo>
                    <a:cubicBezTo>
                      <a:pt x="4342" y="3752"/>
                      <a:pt x="4349" y="3752"/>
                      <a:pt x="4356" y="3752"/>
                    </a:cubicBezTo>
                    <a:cubicBezTo>
                      <a:pt x="4444" y="3752"/>
                      <a:pt x="4526" y="3684"/>
                      <a:pt x="4537" y="3596"/>
                    </a:cubicBezTo>
                    <a:cubicBezTo>
                      <a:pt x="4549" y="3501"/>
                      <a:pt x="4478" y="3406"/>
                      <a:pt x="4394" y="3394"/>
                    </a:cubicBezTo>
                    <a:cubicBezTo>
                      <a:pt x="4216" y="3358"/>
                      <a:pt x="4049" y="3358"/>
                      <a:pt x="3870" y="3358"/>
                    </a:cubicBezTo>
                    <a:cubicBezTo>
                      <a:pt x="3585" y="3358"/>
                      <a:pt x="3323" y="3394"/>
                      <a:pt x="3049" y="3453"/>
                    </a:cubicBezTo>
                    <a:cubicBezTo>
                      <a:pt x="3144" y="3239"/>
                      <a:pt x="3239" y="3048"/>
                      <a:pt x="3382" y="2858"/>
                    </a:cubicBezTo>
                    <a:cubicBezTo>
                      <a:pt x="3716" y="2346"/>
                      <a:pt x="4192" y="1953"/>
                      <a:pt x="4728" y="1691"/>
                    </a:cubicBezTo>
                    <a:cubicBezTo>
                      <a:pt x="4835" y="2441"/>
                      <a:pt x="5466" y="3025"/>
                      <a:pt x="6240" y="3025"/>
                    </a:cubicBezTo>
                    <a:cubicBezTo>
                      <a:pt x="7014" y="3025"/>
                      <a:pt x="7657" y="2441"/>
                      <a:pt x="7740" y="1691"/>
                    </a:cubicBezTo>
                    <a:cubicBezTo>
                      <a:pt x="7990" y="1810"/>
                      <a:pt x="8228" y="1977"/>
                      <a:pt x="8454" y="2156"/>
                    </a:cubicBezTo>
                    <a:cubicBezTo>
                      <a:pt x="8490" y="2191"/>
                      <a:pt x="8526" y="2203"/>
                      <a:pt x="8573" y="2203"/>
                    </a:cubicBezTo>
                    <a:cubicBezTo>
                      <a:pt x="8633" y="2203"/>
                      <a:pt x="8681" y="2191"/>
                      <a:pt x="8704" y="2144"/>
                    </a:cubicBezTo>
                    <a:cubicBezTo>
                      <a:pt x="8764" y="2072"/>
                      <a:pt x="8764" y="1953"/>
                      <a:pt x="8681" y="1894"/>
                    </a:cubicBezTo>
                    <a:cubicBezTo>
                      <a:pt x="8395" y="1655"/>
                      <a:pt x="8073" y="1453"/>
                      <a:pt x="7728" y="1310"/>
                    </a:cubicBezTo>
                    <a:cubicBezTo>
                      <a:pt x="7621" y="560"/>
                      <a:pt x="7002" y="0"/>
                      <a:pt x="622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2"/>
              <p:cNvSpPr/>
              <p:nvPr/>
            </p:nvSpPr>
            <p:spPr>
              <a:xfrm>
                <a:off x="2057770" y="4294553"/>
                <a:ext cx="22741" cy="35622"/>
              </a:xfrm>
              <a:custGeom>
                <a:rect b="b" l="l" r="r" t="t"/>
                <a:pathLst>
                  <a:path extrusionOk="0" h="1120" w="715">
                    <a:moveTo>
                      <a:pt x="191" y="0"/>
                    </a:moveTo>
                    <a:cubicBezTo>
                      <a:pt x="84" y="0"/>
                      <a:pt x="12" y="72"/>
                      <a:pt x="12" y="179"/>
                    </a:cubicBezTo>
                    <a:lnTo>
                      <a:pt x="12" y="941"/>
                    </a:lnTo>
                    <a:cubicBezTo>
                      <a:pt x="0" y="1036"/>
                      <a:pt x="84" y="1119"/>
                      <a:pt x="191" y="1119"/>
                    </a:cubicBezTo>
                    <a:lnTo>
                      <a:pt x="536" y="1119"/>
                    </a:lnTo>
                    <a:cubicBezTo>
                      <a:pt x="631" y="1119"/>
                      <a:pt x="715" y="1036"/>
                      <a:pt x="715" y="941"/>
                    </a:cubicBezTo>
                    <a:cubicBezTo>
                      <a:pt x="715" y="834"/>
                      <a:pt x="631" y="750"/>
                      <a:pt x="536" y="750"/>
                    </a:cubicBezTo>
                    <a:lnTo>
                      <a:pt x="369" y="750"/>
                    </a:lnTo>
                    <a:lnTo>
                      <a:pt x="369" y="179"/>
                    </a:lnTo>
                    <a:cubicBezTo>
                      <a:pt x="369" y="72"/>
                      <a:pt x="298" y="0"/>
                      <a:pt x="191"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2"/>
              <p:cNvSpPr/>
              <p:nvPr/>
            </p:nvSpPr>
            <p:spPr>
              <a:xfrm>
                <a:off x="2048292" y="4456250"/>
                <a:ext cx="30724" cy="64055"/>
              </a:xfrm>
              <a:custGeom>
                <a:rect b="b" l="l" r="r" t="t"/>
                <a:pathLst>
                  <a:path extrusionOk="0" h="2014" w="966">
                    <a:moveTo>
                      <a:pt x="477" y="0"/>
                    </a:moveTo>
                    <a:cubicBezTo>
                      <a:pt x="370" y="0"/>
                      <a:pt x="298" y="84"/>
                      <a:pt x="298" y="179"/>
                    </a:cubicBezTo>
                    <a:lnTo>
                      <a:pt x="298" y="262"/>
                    </a:lnTo>
                    <a:cubicBezTo>
                      <a:pt x="120" y="334"/>
                      <a:pt x="1" y="512"/>
                      <a:pt x="1" y="703"/>
                    </a:cubicBezTo>
                    <a:cubicBezTo>
                      <a:pt x="1" y="977"/>
                      <a:pt x="215" y="1191"/>
                      <a:pt x="489" y="1191"/>
                    </a:cubicBezTo>
                    <a:cubicBezTo>
                      <a:pt x="560" y="1191"/>
                      <a:pt x="608" y="1250"/>
                      <a:pt x="608" y="1310"/>
                    </a:cubicBezTo>
                    <a:cubicBezTo>
                      <a:pt x="608" y="1381"/>
                      <a:pt x="548" y="1429"/>
                      <a:pt x="489" y="1429"/>
                    </a:cubicBezTo>
                    <a:cubicBezTo>
                      <a:pt x="441" y="1429"/>
                      <a:pt x="394" y="1405"/>
                      <a:pt x="382" y="1358"/>
                    </a:cubicBezTo>
                    <a:cubicBezTo>
                      <a:pt x="346" y="1287"/>
                      <a:pt x="284" y="1249"/>
                      <a:pt x="216" y="1249"/>
                    </a:cubicBezTo>
                    <a:cubicBezTo>
                      <a:pt x="192" y="1249"/>
                      <a:pt x="168" y="1253"/>
                      <a:pt x="144" y="1262"/>
                    </a:cubicBezTo>
                    <a:cubicBezTo>
                      <a:pt x="60" y="1310"/>
                      <a:pt x="13" y="1417"/>
                      <a:pt x="60" y="1500"/>
                    </a:cubicBezTo>
                    <a:cubicBezTo>
                      <a:pt x="120" y="1608"/>
                      <a:pt x="203" y="1703"/>
                      <a:pt x="310" y="1739"/>
                    </a:cubicBezTo>
                    <a:lnTo>
                      <a:pt x="310" y="1834"/>
                    </a:lnTo>
                    <a:cubicBezTo>
                      <a:pt x="310" y="1941"/>
                      <a:pt x="382" y="2012"/>
                      <a:pt x="489" y="2012"/>
                    </a:cubicBezTo>
                    <a:cubicBezTo>
                      <a:pt x="495" y="2013"/>
                      <a:pt x="501" y="2014"/>
                      <a:pt x="507" y="2014"/>
                    </a:cubicBezTo>
                    <a:cubicBezTo>
                      <a:pt x="586" y="2014"/>
                      <a:pt x="667" y="1945"/>
                      <a:pt x="667" y="1846"/>
                    </a:cubicBezTo>
                    <a:lnTo>
                      <a:pt x="667" y="1762"/>
                    </a:lnTo>
                    <a:cubicBezTo>
                      <a:pt x="846" y="1691"/>
                      <a:pt x="965" y="1512"/>
                      <a:pt x="965" y="1310"/>
                    </a:cubicBezTo>
                    <a:cubicBezTo>
                      <a:pt x="965" y="1048"/>
                      <a:pt x="739" y="822"/>
                      <a:pt x="477" y="822"/>
                    </a:cubicBezTo>
                    <a:cubicBezTo>
                      <a:pt x="394" y="822"/>
                      <a:pt x="358" y="762"/>
                      <a:pt x="358" y="703"/>
                    </a:cubicBezTo>
                    <a:cubicBezTo>
                      <a:pt x="358" y="631"/>
                      <a:pt x="417" y="584"/>
                      <a:pt x="477" y="584"/>
                    </a:cubicBezTo>
                    <a:cubicBezTo>
                      <a:pt x="513" y="584"/>
                      <a:pt x="548" y="596"/>
                      <a:pt x="572" y="643"/>
                    </a:cubicBezTo>
                    <a:cubicBezTo>
                      <a:pt x="608" y="700"/>
                      <a:pt x="660" y="727"/>
                      <a:pt x="717" y="727"/>
                    </a:cubicBezTo>
                    <a:cubicBezTo>
                      <a:pt x="755" y="727"/>
                      <a:pt x="796" y="715"/>
                      <a:pt x="834" y="691"/>
                    </a:cubicBezTo>
                    <a:cubicBezTo>
                      <a:pt x="917" y="631"/>
                      <a:pt x="929" y="524"/>
                      <a:pt x="870" y="441"/>
                    </a:cubicBezTo>
                    <a:cubicBezTo>
                      <a:pt x="810" y="357"/>
                      <a:pt x="739" y="286"/>
                      <a:pt x="656" y="262"/>
                    </a:cubicBezTo>
                    <a:lnTo>
                      <a:pt x="656" y="179"/>
                    </a:lnTo>
                    <a:cubicBezTo>
                      <a:pt x="656" y="84"/>
                      <a:pt x="572" y="0"/>
                      <a:pt x="47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2"/>
              <p:cNvSpPr/>
              <p:nvPr/>
            </p:nvSpPr>
            <p:spPr>
              <a:xfrm>
                <a:off x="1898713" y="4487196"/>
                <a:ext cx="17461" cy="16030"/>
              </a:xfrm>
              <a:custGeom>
                <a:rect b="b" l="l" r="r" t="t"/>
                <a:pathLst>
                  <a:path extrusionOk="0" h="504" w="549">
                    <a:moveTo>
                      <a:pt x="193" y="1"/>
                    </a:moveTo>
                    <a:cubicBezTo>
                      <a:pt x="147" y="1"/>
                      <a:pt x="102" y="21"/>
                      <a:pt x="72" y="63"/>
                    </a:cubicBezTo>
                    <a:cubicBezTo>
                      <a:pt x="1" y="135"/>
                      <a:pt x="1" y="254"/>
                      <a:pt x="72" y="313"/>
                    </a:cubicBezTo>
                    <a:lnTo>
                      <a:pt x="203" y="444"/>
                    </a:lnTo>
                    <a:cubicBezTo>
                      <a:pt x="227" y="480"/>
                      <a:pt x="298" y="504"/>
                      <a:pt x="334" y="504"/>
                    </a:cubicBezTo>
                    <a:cubicBezTo>
                      <a:pt x="382" y="504"/>
                      <a:pt x="429" y="492"/>
                      <a:pt x="465" y="444"/>
                    </a:cubicBezTo>
                    <a:cubicBezTo>
                      <a:pt x="548" y="373"/>
                      <a:pt x="548" y="254"/>
                      <a:pt x="465" y="194"/>
                    </a:cubicBezTo>
                    <a:lnTo>
                      <a:pt x="322" y="63"/>
                    </a:lnTo>
                    <a:cubicBezTo>
                      <a:pt x="286" y="21"/>
                      <a:pt x="239" y="1"/>
                      <a:pt x="193"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62"/>
              <p:cNvSpPr/>
              <p:nvPr/>
            </p:nvSpPr>
            <p:spPr>
              <a:xfrm>
                <a:off x="1887740" y="4502494"/>
                <a:ext cx="19337" cy="13231"/>
              </a:xfrm>
              <a:custGeom>
                <a:rect b="b" l="l" r="r" t="t"/>
                <a:pathLst>
                  <a:path extrusionOk="0" h="416" w="608">
                    <a:moveTo>
                      <a:pt x="190" y="0"/>
                    </a:moveTo>
                    <a:cubicBezTo>
                      <a:pt x="112" y="0"/>
                      <a:pt x="53" y="56"/>
                      <a:pt x="24" y="142"/>
                    </a:cubicBezTo>
                    <a:cubicBezTo>
                      <a:pt x="0" y="249"/>
                      <a:pt x="60" y="332"/>
                      <a:pt x="155" y="368"/>
                    </a:cubicBezTo>
                    <a:lnTo>
                      <a:pt x="358" y="416"/>
                    </a:lnTo>
                    <a:lnTo>
                      <a:pt x="405" y="416"/>
                    </a:lnTo>
                    <a:cubicBezTo>
                      <a:pt x="477" y="416"/>
                      <a:pt x="548" y="356"/>
                      <a:pt x="572" y="273"/>
                    </a:cubicBezTo>
                    <a:cubicBezTo>
                      <a:pt x="608" y="189"/>
                      <a:pt x="548" y="82"/>
                      <a:pt x="441" y="58"/>
                    </a:cubicBezTo>
                    <a:lnTo>
                      <a:pt x="250" y="11"/>
                    </a:lnTo>
                    <a:cubicBezTo>
                      <a:pt x="229" y="4"/>
                      <a:pt x="209" y="0"/>
                      <a:pt x="190"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62"/>
              <p:cNvSpPr/>
              <p:nvPr/>
            </p:nvSpPr>
            <p:spPr>
              <a:xfrm>
                <a:off x="1913852" y="4477019"/>
                <a:ext cx="13676" cy="17874"/>
              </a:xfrm>
              <a:custGeom>
                <a:rect b="b" l="l" r="r" t="t"/>
                <a:pathLst>
                  <a:path extrusionOk="0" h="562" w="430">
                    <a:moveTo>
                      <a:pt x="175" y="0"/>
                    </a:moveTo>
                    <a:cubicBezTo>
                      <a:pt x="165" y="0"/>
                      <a:pt x="155" y="1"/>
                      <a:pt x="144" y="2"/>
                    </a:cubicBezTo>
                    <a:cubicBezTo>
                      <a:pt x="37" y="38"/>
                      <a:pt x="1" y="121"/>
                      <a:pt x="13" y="228"/>
                    </a:cubicBezTo>
                    <a:lnTo>
                      <a:pt x="60" y="419"/>
                    </a:lnTo>
                    <a:cubicBezTo>
                      <a:pt x="72" y="502"/>
                      <a:pt x="144" y="562"/>
                      <a:pt x="239" y="562"/>
                    </a:cubicBezTo>
                    <a:lnTo>
                      <a:pt x="275" y="562"/>
                    </a:lnTo>
                    <a:cubicBezTo>
                      <a:pt x="382" y="526"/>
                      <a:pt x="430" y="443"/>
                      <a:pt x="418" y="335"/>
                    </a:cubicBezTo>
                    <a:lnTo>
                      <a:pt x="370" y="145"/>
                    </a:lnTo>
                    <a:cubicBezTo>
                      <a:pt x="338" y="49"/>
                      <a:pt x="267" y="0"/>
                      <a:pt x="17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5" name="Google Shape;3515;p62"/>
            <p:cNvSpPr txBox="1"/>
            <p:nvPr/>
          </p:nvSpPr>
          <p:spPr>
            <a:xfrm>
              <a:off x="5288450" y="1253438"/>
              <a:ext cx="967200" cy="28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Visual </a:t>
              </a:r>
              <a:endParaRPr sz="1200">
                <a:latin typeface="Abel"/>
                <a:ea typeface="Abel"/>
                <a:cs typeface="Abel"/>
                <a:sym typeface="Abel"/>
              </a:endParaRPr>
            </a:p>
            <a:p>
              <a:pPr indent="0" lvl="0" marL="0" rtl="0" algn="ctr">
                <a:spcBef>
                  <a:spcPts val="0"/>
                </a:spcBef>
                <a:spcAft>
                  <a:spcPts val="0"/>
                </a:spcAft>
                <a:buNone/>
              </a:pPr>
              <a:r>
                <a:rPr lang="en" sz="1200">
                  <a:latin typeface="Abel"/>
                  <a:ea typeface="Abel"/>
                  <a:cs typeface="Abel"/>
                  <a:sym typeface="Abel"/>
                </a:rPr>
                <a:t>style</a:t>
              </a:r>
              <a:endParaRPr sz="1200">
                <a:latin typeface="Abel"/>
                <a:ea typeface="Abel"/>
                <a:cs typeface="Abel"/>
                <a:sym typeface="Abel"/>
              </a:endParaRPr>
            </a:p>
          </p:txBody>
        </p:sp>
        <p:grpSp>
          <p:nvGrpSpPr>
            <p:cNvPr id="3516" name="Google Shape;3516;p62"/>
            <p:cNvGrpSpPr/>
            <p:nvPr/>
          </p:nvGrpSpPr>
          <p:grpSpPr>
            <a:xfrm>
              <a:off x="6088910" y="3732872"/>
              <a:ext cx="255795" cy="277770"/>
              <a:chOff x="2219466" y="1500293"/>
              <a:chExt cx="330613" cy="359015"/>
            </a:xfrm>
          </p:grpSpPr>
          <p:sp>
            <p:nvSpPr>
              <p:cNvPr id="3517" name="Google Shape;3517;p62"/>
              <p:cNvSpPr/>
              <p:nvPr/>
            </p:nvSpPr>
            <p:spPr>
              <a:xfrm>
                <a:off x="2353906" y="1635560"/>
                <a:ext cx="65518" cy="82121"/>
              </a:xfrm>
              <a:custGeom>
                <a:rect b="b" l="l" r="r" t="t"/>
                <a:pathLst>
                  <a:path extrusionOk="0" h="2582" w="2060">
                    <a:moveTo>
                      <a:pt x="994" y="319"/>
                    </a:moveTo>
                    <a:cubicBezTo>
                      <a:pt x="1051" y="319"/>
                      <a:pt x="1107" y="355"/>
                      <a:pt x="1131" y="426"/>
                    </a:cubicBezTo>
                    <a:lnTo>
                      <a:pt x="1631" y="2093"/>
                    </a:lnTo>
                    <a:cubicBezTo>
                      <a:pt x="1667" y="2165"/>
                      <a:pt x="1607" y="2236"/>
                      <a:pt x="1536" y="2236"/>
                    </a:cubicBezTo>
                    <a:lnTo>
                      <a:pt x="476" y="2236"/>
                    </a:lnTo>
                    <a:cubicBezTo>
                      <a:pt x="405" y="2236"/>
                      <a:pt x="345" y="2165"/>
                      <a:pt x="357" y="2093"/>
                    </a:cubicBezTo>
                    <a:lnTo>
                      <a:pt x="857" y="426"/>
                    </a:lnTo>
                    <a:cubicBezTo>
                      <a:pt x="881" y="355"/>
                      <a:pt x="938" y="319"/>
                      <a:pt x="994" y="319"/>
                    </a:cubicBezTo>
                    <a:close/>
                    <a:moveTo>
                      <a:pt x="1006" y="1"/>
                    </a:moveTo>
                    <a:cubicBezTo>
                      <a:pt x="813" y="1"/>
                      <a:pt x="619" y="111"/>
                      <a:pt x="548" y="331"/>
                    </a:cubicBezTo>
                    <a:lnTo>
                      <a:pt x="48" y="1998"/>
                    </a:lnTo>
                    <a:cubicBezTo>
                      <a:pt x="0" y="2129"/>
                      <a:pt x="36" y="2284"/>
                      <a:pt x="119" y="2403"/>
                    </a:cubicBezTo>
                    <a:cubicBezTo>
                      <a:pt x="214" y="2522"/>
                      <a:pt x="345" y="2581"/>
                      <a:pt x="476" y="2581"/>
                    </a:cubicBezTo>
                    <a:lnTo>
                      <a:pt x="1536" y="2581"/>
                    </a:lnTo>
                    <a:cubicBezTo>
                      <a:pt x="1845" y="2581"/>
                      <a:pt x="2060" y="2284"/>
                      <a:pt x="1965" y="1998"/>
                    </a:cubicBezTo>
                    <a:lnTo>
                      <a:pt x="1464" y="331"/>
                    </a:lnTo>
                    <a:cubicBezTo>
                      <a:pt x="1393" y="111"/>
                      <a:pt x="1200" y="1"/>
                      <a:pt x="1006"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62"/>
              <p:cNvSpPr/>
              <p:nvPr/>
            </p:nvSpPr>
            <p:spPr>
              <a:xfrm>
                <a:off x="2219466" y="1500293"/>
                <a:ext cx="330613" cy="359015"/>
              </a:xfrm>
              <a:custGeom>
                <a:rect b="b" l="l" r="r" t="t"/>
                <a:pathLst>
                  <a:path extrusionOk="0" h="11288" w="10395">
                    <a:moveTo>
                      <a:pt x="1048" y="322"/>
                    </a:moveTo>
                    <a:lnTo>
                      <a:pt x="1048" y="1048"/>
                    </a:lnTo>
                    <a:lnTo>
                      <a:pt x="334" y="1048"/>
                    </a:lnTo>
                    <a:lnTo>
                      <a:pt x="334" y="322"/>
                    </a:lnTo>
                    <a:close/>
                    <a:moveTo>
                      <a:pt x="5549" y="334"/>
                    </a:moveTo>
                    <a:lnTo>
                      <a:pt x="5549" y="1048"/>
                    </a:lnTo>
                    <a:lnTo>
                      <a:pt x="4834" y="1048"/>
                    </a:lnTo>
                    <a:lnTo>
                      <a:pt x="4834" y="334"/>
                    </a:lnTo>
                    <a:close/>
                    <a:moveTo>
                      <a:pt x="10049" y="322"/>
                    </a:moveTo>
                    <a:lnTo>
                      <a:pt x="10049" y="1048"/>
                    </a:lnTo>
                    <a:lnTo>
                      <a:pt x="9335" y="1048"/>
                    </a:lnTo>
                    <a:lnTo>
                      <a:pt x="9335" y="322"/>
                    </a:lnTo>
                    <a:close/>
                    <a:moveTo>
                      <a:pt x="10061" y="5287"/>
                    </a:moveTo>
                    <a:lnTo>
                      <a:pt x="10061" y="6001"/>
                    </a:lnTo>
                    <a:lnTo>
                      <a:pt x="9347" y="6001"/>
                    </a:lnTo>
                    <a:lnTo>
                      <a:pt x="9347" y="5287"/>
                    </a:lnTo>
                    <a:close/>
                    <a:moveTo>
                      <a:pt x="1048" y="5299"/>
                    </a:moveTo>
                    <a:lnTo>
                      <a:pt x="1048" y="6013"/>
                    </a:lnTo>
                    <a:lnTo>
                      <a:pt x="334" y="6013"/>
                    </a:lnTo>
                    <a:lnTo>
                      <a:pt x="334" y="5299"/>
                    </a:lnTo>
                    <a:close/>
                    <a:moveTo>
                      <a:pt x="1381" y="10287"/>
                    </a:moveTo>
                    <a:lnTo>
                      <a:pt x="1524" y="10418"/>
                    </a:lnTo>
                    <a:lnTo>
                      <a:pt x="1381" y="10418"/>
                    </a:lnTo>
                    <a:lnTo>
                      <a:pt x="1381" y="10287"/>
                    </a:lnTo>
                    <a:close/>
                    <a:moveTo>
                      <a:pt x="9001" y="10287"/>
                    </a:moveTo>
                    <a:lnTo>
                      <a:pt x="9001" y="10418"/>
                    </a:lnTo>
                    <a:lnTo>
                      <a:pt x="8870" y="10418"/>
                    </a:lnTo>
                    <a:lnTo>
                      <a:pt x="9001" y="10287"/>
                    </a:lnTo>
                    <a:close/>
                    <a:moveTo>
                      <a:pt x="9025" y="857"/>
                    </a:moveTo>
                    <a:lnTo>
                      <a:pt x="9025" y="1215"/>
                    </a:lnTo>
                    <a:cubicBezTo>
                      <a:pt x="9025" y="1310"/>
                      <a:pt x="9097" y="1381"/>
                      <a:pt x="9180" y="1381"/>
                    </a:cubicBezTo>
                    <a:lnTo>
                      <a:pt x="9537" y="1381"/>
                    </a:lnTo>
                    <a:lnTo>
                      <a:pt x="9537" y="4953"/>
                    </a:lnTo>
                    <a:lnTo>
                      <a:pt x="9180" y="4953"/>
                    </a:lnTo>
                    <a:cubicBezTo>
                      <a:pt x="9097" y="4953"/>
                      <a:pt x="9025" y="5025"/>
                      <a:pt x="9025" y="5120"/>
                    </a:cubicBezTo>
                    <a:lnTo>
                      <a:pt x="9025" y="6180"/>
                    </a:lnTo>
                    <a:cubicBezTo>
                      <a:pt x="9025" y="6263"/>
                      <a:pt x="9097" y="6346"/>
                      <a:pt x="9180" y="6346"/>
                    </a:cubicBezTo>
                    <a:lnTo>
                      <a:pt x="9537" y="6346"/>
                    </a:lnTo>
                    <a:lnTo>
                      <a:pt x="9537" y="9894"/>
                    </a:lnTo>
                    <a:lnTo>
                      <a:pt x="9275" y="9894"/>
                    </a:lnTo>
                    <a:cubicBezTo>
                      <a:pt x="9406" y="9573"/>
                      <a:pt x="9442" y="9216"/>
                      <a:pt x="9323" y="8870"/>
                    </a:cubicBezTo>
                    <a:lnTo>
                      <a:pt x="7311" y="2632"/>
                    </a:lnTo>
                    <a:cubicBezTo>
                      <a:pt x="7283" y="2567"/>
                      <a:pt x="7227" y="2524"/>
                      <a:pt x="7160" y="2524"/>
                    </a:cubicBezTo>
                    <a:cubicBezTo>
                      <a:pt x="7139" y="2524"/>
                      <a:pt x="7118" y="2528"/>
                      <a:pt x="7096" y="2536"/>
                    </a:cubicBezTo>
                    <a:cubicBezTo>
                      <a:pt x="7013" y="2560"/>
                      <a:pt x="6965" y="2655"/>
                      <a:pt x="7001" y="2739"/>
                    </a:cubicBezTo>
                    <a:lnTo>
                      <a:pt x="9001" y="8978"/>
                    </a:lnTo>
                    <a:cubicBezTo>
                      <a:pt x="9263" y="9780"/>
                      <a:pt x="8624" y="10429"/>
                      <a:pt x="7936" y="10429"/>
                    </a:cubicBezTo>
                    <a:cubicBezTo>
                      <a:pt x="7685" y="10429"/>
                      <a:pt x="7427" y="10342"/>
                      <a:pt x="7204" y="10144"/>
                    </a:cubicBezTo>
                    <a:cubicBezTo>
                      <a:pt x="7171" y="10123"/>
                      <a:pt x="7132" y="10111"/>
                      <a:pt x="7093" y="10111"/>
                    </a:cubicBezTo>
                    <a:cubicBezTo>
                      <a:pt x="7045" y="10111"/>
                      <a:pt x="6998" y="10129"/>
                      <a:pt x="6965" y="10168"/>
                    </a:cubicBezTo>
                    <a:cubicBezTo>
                      <a:pt x="6906" y="10240"/>
                      <a:pt x="6906" y="10347"/>
                      <a:pt x="6977" y="10406"/>
                    </a:cubicBezTo>
                    <a:cubicBezTo>
                      <a:pt x="7001" y="10418"/>
                      <a:pt x="7013" y="10430"/>
                      <a:pt x="7025" y="10430"/>
                    </a:cubicBezTo>
                    <a:lnTo>
                      <a:pt x="5906" y="10430"/>
                    </a:lnTo>
                    <a:lnTo>
                      <a:pt x="5906" y="10073"/>
                    </a:lnTo>
                    <a:cubicBezTo>
                      <a:pt x="5906" y="9990"/>
                      <a:pt x="5834" y="9918"/>
                      <a:pt x="5751" y="9918"/>
                    </a:cubicBezTo>
                    <a:lnTo>
                      <a:pt x="4691" y="9918"/>
                    </a:lnTo>
                    <a:cubicBezTo>
                      <a:pt x="4596" y="9918"/>
                      <a:pt x="4525" y="9990"/>
                      <a:pt x="4525" y="10073"/>
                    </a:cubicBezTo>
                    <a:lnTo>
                      <a:pt x="4525" y="10430"/>
                    </a:lnTo>
                    <a:lnTo>
                      <a:pt x="3382" y="10430"/>
                    </a:lnTo>
                    <a:cubicBezTo>
                      <a:pt x="3834" y="10049"/>
                      <a:pt x="3858" y="9585"/>
                      <a:pt x="4037" y="9144"/>
                    </a:cubicBezTo>
                    <a:cubicBezTo>
                      <a:pt x="4167" y="8728"/>
                      <a:pt x="4548" y="8442"/>
                      <a:pt x="5001" y="8442"/>
                    </a:cubicBezTo>
                    <a:lnTo>
                      <a:pt x="5418" y="8442"/>
                    </a:lnTo>
                    <a:cubicBezTo>
                      <a:pt x="5846" y="8442"/>
                      <a:pt x="6239" y="8728"/>
                      <a:pt x="6382" y="9144"/>
                    </a:cubicBezTo>
                    <a:lnTo>
                      <a:pt x="6596" y="9775"/>
                    </a:lnTo>
                    <a:cubicBezTo>
                      <a:pt x="6615" y="9849"/>
                      <a:pt x="6676" y="9894"/>
                      <a:pt x="6742" y="9894"/>
                    </a:cubicBezTo>
                    <a:cubicBezTo>
                      <a:pt x="6761" y="9894"/>
                      <a:pt x="6780" y="9890"/>
                      <a:pt x="6799" y="9882"/>
                    </a:cubicBezTo>
                    <a:cubicBezTo>
                      <a:pt x="6894" y="9859"/>
                      <a:pt x="6930" y="9763"/>
                      <a:pt x="6906" y="9680"/>
                    </a:cubicBezTo>
                    <a:lnTo>
                      <a:pt x="6692" y="9037"/>
                    </a:lnTo>
                    <a:cubicBezTo>
                      <a:pt x="6513" y="8489"/>
                      <a:pt x="6001" y="8108"/>
                      <a:pt x="5418" y="8108"/>
                    </a:cubicBezTo>
                    <a:lnTo>
                      <a:pt x="5001" y="8108"/>
                    </a:lnTo>
                    <a:cubicBezTo>
                      <a:pt x="4418" y="8108"/>
                      <a:pt x="3894" y="8489"/>
                      <a:pt x="3715" y="9037"/>
                    </a:cubicBezTo>
                    <a:lnTo>
                      <a:pt x="3513" y="9680"/>
                    </a:lnTo>
                    <a:cubicBezTo>
                      <a:pt x="3358" y="10132"/>
                      <a:pt x="2929" y="10430"/>
                      <a:pt x="2453" y="10430"/>
                    </a:cubicBezTo>
                    <a:cubicBezTo>
                      <a:pt x="1846" y="10430"/>
                      <a:pt x="1334" y="9942"/>
                      <a:pt x="1334" y="9323"/>
                    </a:cubicBezTo>
                    <a:cubicBezTo>
                      <a:pt x="1334" y="9025"/>
                      <a:pt x="1429" y="8906"/>
                      <a:pt x="1751" y="7846"/>
                    </a:cubicBezTo>
                    <a:cubicBezTo>
                      <a:pt x="1786" y="7751"/>
                      <a:pt x="1739" y="7668"/>
                      <a:pt x="1655" y="7632"/>
                    </a:cubicBezTo>
                    <a:cubicBezTo>
                      <a:pt x="1639" y="7628"/>
                      <a:pt x="1622" y="7626"/>
                      <a:pt x="1607" y="7626"/>
                    </a:cubicBezTo>
                    <a:cubicBezTo>
                      <a:pt x="1532" y="7626"/>
                      <a:pt x="1470" y="7670"/>
                      <a:pt x="1441" y="7739"/>
                    </a:cubicBezTo>
                    <a:lnTo>
                      <a:pt x="1084" y="8870"/>
                    </a:lnTo>
                    <a:cubicBezTo>
                      <a:pt x="977" y="9216"/>
                      <a:pt x="1000" y="9573"/>
                      <a:pt x="1143" y="9894"/>
                    </a:cubicBezTo>
                    <a:lnTo>
                      <a:pt x="881" y="9894"/>
                    </a:lnTo>
                    <a:lnTo>
                      <a:pt x="881" y="6346"/>
                    </a:lnTo>
                    <a:lnTo>
                      <a:pt x="1239" y="6346"/>
                    </a:lnTo>
                    <a:cubicBezTo>
                      <a:pt x="1322" y="6346"/>
                      <a:pt x="1393" y="6263"/>
                      <a:pt x="1393" y="6180"/>
                    </a:cubicBezTo>
                    <a:lnTo>
                      <a:pt x="1393" y="5120"/>
                    </a:lnTo>
                    <a:cubicBezTo>
                      <a:pt x="1393" y="5037"/>
                      <a:pt x="1322" y="4953"/>
                      <a:pt x="1239" y="4953"/>
                    </a:cubicBezTo>
                    <a:lnTo>
                      <a:pt x="881" y="4953"/>
                    </a:lnTo>
                    <a:lnTo>
                      <a:pt x="881" y="1381"/>
                    </a:lnTo>
                    <a:lnTo>
                      <a:pt x="1239" y="1381"/>
                    </a:lnTo>
                    <a:cubicBezTo>
                      <a:pt x="1322" y="1381"/>
                      <a:pt x="1393" y="1310"/>
                      <a:pt x="1393" y="1227"/>
                    </a:cubicBezTo>
                    <a:lnTo>
                      <a:pt x="1393" y="869"/>
                    </a:lnTo>
                    <a:lnTo>
                      <a:pt x="3953" y="869"/>
                    </a:lnTo>
                    <a:cubicBezTo>
                      <a:pt x="3703" y="1060"/>
                      <a:pt x="3513" y="1322"/>
                      <a:pt x="3417" y="1643"/>
                    </a:cubicBezTo>
                    <a:lnTo>
                      <a:pt x="1643" y="7096"/>
                    </a:lnTo>
                    <a:cubicBezTo>
                      <a:pt x="1608" y="7204"/>
                      <a:pt x="1679" y="7323"/>
                      <a:pt x="1798" y="7323"/>
                    </a:cubicBezTo>
                    <a:cubicBezTo>
                      <a:pt x="1881" y="7323"/>
                      <a:pt x="1941" y="7275"/>
                      <a:pt x="1965" y="7204"/>
                    </a:cubicBezTo>
                    <a:lnTo>
                      <a:pt x="3739" y="1727"/>
                    </a:lnTo>
                    <a:cubicBezTo>
                      <a:pt x="3858" y="1334"/>
                      <a:pt x="4156" y="1036"/>
                      <a:pt x="4525" y="917"/>
                    </a:cubicBezTo>
                    <a:lnTo>
                      <a:pt x="4525" y="1215"/>
                    </a:lnTo>
                    <a:cubicBezTo>
                      <a:pt x="4525" y="1310"/>
                      <a:pt x="4596" y="1381"/>
                      <a:pt x="4691" y="1381"/>
                    </a:cubicBezTo>
                    <a:lnTo>
                      <a:pt x="5751" y="1381"/>
                    </a:lnTo>
                    <a:cubicBezTo>
                      <a:pt x="5834" y="1381"/>
                      <a:pt x="5906" y="1310"/>
                      <a:pt x="5906" y="1215"/>
                    </a:cubicBezTo>
                    <a:lnTo>
                      <a:pt x="5906" y="941"/>
                    </a:lnTo>
                    <a:cubicBezTo>
                      <a:pt x="6263" y="1072"/>
                      <a:pt x="6549" y="1358"/>
                      <a:pt x="6680" y="1739"/>
                    </a:cubicBezTo>
                    <a:lnTo>
                      <a:pt x="6799" y="2096"/>
                    </a:lnTo>
                    <a:cubicBezTo>
                      <a:pt x="6827" y="2172"/>
                      <a:pt x="6886" y="2210"/>
                      <a:pt x="6958" y="2210"/>
                    </a:cubicBezTo>
                    <a:cubicBezTo>
                      <a:pt x="6975" y="2210"/>
                      <a:pt x="6994" y="2208"/>
                      <a:pt x="7013" y="2203"/>
                    </a:cubicBezTo>
                    <a:cubicBezTo>
                      <a:pt x="7096" y="2167"/>
                      <a:pt x="7144" y="2084"/>
                      <a:pt x="7120" y="1989"/>
                    </a:cubicBezTo>
                    <a:cubicBezTo>
                      <a:pt x="7025" y="1786"/>
                      <a:pt x="6977" y="1262"/>
                      <a:pt x="6465" y="857"/>
                    </a:cubicBezTo>
                    <a:close/>
                    <a:moveTo>
                      <a:pt x="1048" y="10228"/>
                    </a:moveTo>
                    <a:lnTo>
                      <a:pt x="1048" y="10942"/>
                    </a:lnTo>
                    <a:lnTo>
                      <a:pt x="334" y="10942"/>
                    </a:lnTo>
                    <a:lnTo>
                      <a:pt x="334" y="10228"/>
                    </a:lnTo>
                    <a:close/>
                    <a:moveTo>
                      <a:pt x="5572" y="10228"/>
                    </a:moveTo>
                    <a:lnTo>
                      <a:pt x="5572" y="10942"/>
                    </a:lnTo>
                    <a:lnTo>
                      <a:pt x="4858" y="10942"/>
                    </a:lnTo>
                    <a:lnTo>
                      <a:pt x="4858" y="10228"/>
                    </a:lnTo>
                    <a:close/>
                    <a:moveTo>
                      <a:pt x="10061" y="10228"/>
                    </a:moveTo>
                    <a:lnTo>
                      <a:pt x="10061" y="10942"/>
                    </a:lnTo>
                    <a:lnTo>
                      <a:pt x="9347" y="10942"/>
                    </a:lnTo>
                    <a:lnTo>
                      <a:pt x="9347" y="10228"/>
                    </a:lnTo>
                    <a:close/>
                    <a:moveTo>
                      <a:pt x="167" y="0"/>
                    </a:moveTo>
                    <a:cubicBezTo>
                      <a:pt x="72" y="0"/>
                      <a:pt x="0" y="72"/>
                      <a:pt x="0" y="167"/>
                    </a:cubicBezTo>
                    <a:lnTo>
                      <a:pt x="0" y="1227"/>
                    </a:lnTo>
                    <a:cubicBezTo>
                      <a:pt x="0" y="1310"/>
                      <a:pt x="72" y="1381"/>
                      <a:pt x="167" y="1381"/>
                    </a:cubicBezTo>
                    <a:lnTo>
                      <a:pt x="524" y="1381"/>
                    </a:lnTo>
                    <a:lnTo>
                      <a:pt x="524" y="4953"/>
                    </a:lnTo>
                    <a:lnTo>
                      <a:pt x="167" y="4953"/>
                    </a:lnTo>
                    <a:cubicBezTo>
                      <a:pt x="72" y="4953"/>
                      <a:pt x="0" y="5037"/>
                      <a:pt x="0" y="5120"/>
                    </a:cubicBezTo>
                    <a:lnTo>
                      <a:pt x="0" y="6180"/>
                    </a:lnTo>
                    <a:cubicBezTo>
                      <a:pt x="0" y="6263"/>
                      <a:pt x="72" y="6346"/>
                      <a:pt x="167" y="6346"/>
                    </a:cubicBezTo>
                    <a:lnTo>
                      <a:pt x="524" y="6346"/>
                    </a:lnTo>
                    <a:lnTo>
                      <a:pt x="524" y="9894"/>
                    </a:lnTo>
                    <a:lnTo>
                      <a:pt x="167" y="9894"/>
                    </a:lnTo>
                    <a:cubicBezTo>
                      <a:pt x="72" y="9894"/>
                      <a:pt x="0" y="9978"/>
                      <a:pt x="0" y="10061"/>
                    </a:cubicBezTo>
                    <a:lnTo>
                      <a:pt x="0" y="11121"/>
                    </a:lnTo>
                    <a:cubicBezTo>
                      <a:pt x="0" y="11204"/>
                      <a:pt x="72" y="11287"/>
                      <a:pt x="167" y="11287"/>
                    </a:cubicBezTo>
                    <a:lnTo>
                      <a:pt x="1215" y="11287"/>
                    </a:lnTo>
                    <a:cubicBezTo>
                      <a:pt x="1310" y="11287"/>
                      <a:pt x="1381" y="11204"/>
                      <a:pt x="1381" y="11121"/>
                    </a:cubicBezTo>
                    <a:lnTo>
                      <a:pt x="1381" y="10763"/>
                    </a:lnTo>
                    <a:lnTo>
                      <a:pt x="4513" y="10763"/>
                    </a:lnTo>
                    <a:lnTo>
                      <a:pt x="4513" y="11121"/>
                    </a:lnTo>
                    <a:cubicBezTo>
                      <a:pt x="4513" y="11204"/>
                      <a:pt x="4584" y="11287"/>
                      <a:pt x="4679" y="11287"/>
                    </a:cubicBezTo>
                    <a:lnTo>
                      <a:pt x="5727" y="11287"/>
                    </a:lnTo>
                    <a:cubicBezTo>
                      <a:pt x="5822" y="11287"/>
                      <a:pt x="5894" y="11204"/>
                      <a:pt x="5894" y="11121"/>
                    </a:cubicBezTo>
                    <a:lnTo>
                      <a:pt x="5894" y="10763"/>
                    </a:lnTo>
                    <a:lnTo>
                      <a:pt x="9001" y="10763"/>
                    </a:lnTo>
                    <a:lnTo>
                      <a:pt x="9001" y="11121"/>
                    </a:lnTo>
                    <a:cubicBezTo>
                      <a:pt x="9001" y="11204"/>
                      <a:pt x="9085" y="11287"/>
                      <a:pt x="9168" y="11287"/>
                    </a:cubicBezTo>
                    <a:lnTo>
                      <a:pt x="10228" y="11287"/>
                    </a:lnTo>
                    <a:cubicBezTo>
                      <a:pt x="10311" y="11287"/>
                      <a:pt x="10394" y="11204"/>
                      <a:pt x="10394" y="11121"/>
                    </a:cubicBezTo>
                    <a:lnTo>
                      <a:pt x="10394" y="10061"/>
                    </a:lnTo>
                    <a:cubicBezTo>
                      <a:pt x="10394" y="9978"/>
                      <a:pt x="10311" y="9894"/>
                      <a:pt x="10228" y="9894"/>
                    </a:cubicBezTo>
                    <a:lnTo>
                      <a:pt x="9871" y="9894"/>
                    </a:lnTo>
                    <a:lnTo>
                      <a:pt x="9871" y="6346"/>
                    </a:lnTo>
                    <a:lnTo>
                      <a:pt x="10228" y="6346"/>
                    </a:lnTo>
                    <a:cubicBezTo>
                      <a:pt x="10311" y="6346"/>
                      <a:pt x="10394" y="6263"/>
                      <a:pt x="10394" y="6180"/>
                    </a:cubicBezTo>
                    <a:lnTo>
                      <a:pt x="10394" y="5120"/>
                    </a:lnTo>
                    <a:cubicBezTo>
                      <a:pt x="10394" y="5037"/>
                      <a:pt x="10311" y="4953"/>
                      <a:pt x="10228" y="4953"/>
                    </a:cubicBezTo>
                    <a:lnTo>
                      <a:pt x="9871" y="4953"/>
                    </a:lnTo>
                    <a:lnTo>
                      <a:pt x="9871" y="1381"/>
                    </a:lnTo>
                    <a:lnTo>
                      <a:pt x="10228" y="1381"/>
                    </a:lnTo>
                    <a:cubicBezTo>
                      <a:pt x="10311" y="1381"/>
                      <a:pt x="10394" y="1310"/>
                      <a:pt x="10394" y="1227"/>
                    </a:cubicBezTo>
                    <a:lnTo>
                      <a:pt x="10394" y="167"/>
                    </a:lnTo>
                    <a:cubicBezTo>
                      <a:pt x="10394" y="72"/>
                      <a:pt x="10311" y="0"/>
                      <a:pt x="10228" y="0"/>
                    </a:cubicBezTo>
                    <a:lnTo>
                      <a:pt x="9168" y="0"/>
                    </a:lnTo>
                    <a:cubicBezTo>
                      <a:pt x="9085" y="0"/>
                      <a:pt x="9001" y="72"/>
                      <a:pt x="9001" y="167"/>
                    </a:cubicBezTo>
                    <a:lnTo>
                      <a:pt x="9001" y="524"/>
                    </a:lnTo>
                    <a:lnTo>
                      <a:pt x="5894" y="524"/>
                    </a:lnTo>
                    <a:lnTo>
                      <a:pt x="5894" y="167"/>
                    </a:lnTo>
                    <a:cubicBezTo>
                      <a:pt x="5894" y="72"/>
                      <a:pt x="5822" y="0"/>
                      <a:pt x="5727" y="0"/>
                    </a:cubicBezTo>
                    <a:lnTo>
                      <a:pt x="4679" y="0"/>
                    </a:lnTo>
                    <a:cubicBezTo>
                      <a:pt x="4584" y="0"/>
                      <a:pt x="4513" y="72"/>
                      <a:pt x="4513" y="167"/>
                    </a:cubicBezTo>
                    <a:lnTo>
                      <a:pt x="4513" y="524"/>
                    </a:lnTo>
                    <a:lnTo>
                      <a:pt x="1381" y="524"/>
                    </a:lnTo>
                    <a:lnTo>
                      <a:pt x="1381" y="167"/>
                    </a:lnTo>
                    <a:cubicBezTo>
                      <a:pt x="1381" y="72"/>
                      <a:pt x="1310" y="0"/>
                      <a:pt x="121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9" name="Google Shape;3519;p62"/>
            <p:cNvSpPr txBox="1"/>
            <p:nvPr/>
          </p:nvSpPr>
          <p:spPr>
            <a:xfrm>
              <a:off x="5733200" y="3323400"/>
              <a:ext cx="967200" cy="38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Motion</a:t>
              </a:r>
              <a:endParaRPr sz="1200">
                <a:latin typeface="Abel"/>
                <a:ea typeface="Abel"/>
                <a:cs typeface="Abel"/>
                <a:sym typeface="Abel"/>
              </a:endParaRPr>
            </a:p>
            <a:p>
              <a:pPr indent="0" lvl="0" marL="0" rtl="0" algn="ctr">
                <a:spcBef>
                  <a:spcPts val="0"/>
                </a:spcBef>
                <a:spcAft>
                  <a:spcPts val="0"/>
                </a:spcAft>
                <a:buNone/>
              </a:pPr>
              <a:r>
                <a:rPr lang="en" sz="1200">
                  <a:latin typeface="Abel"/>
                  <a:ea typeface="Abel"/>
                  <a:cs typeface="Abel"/>
                  <a:sym typeface="Abel"/>
                </a:rPr>
                <a:t>design</a:t>
              </a:r>
              <a:endParaRPr sz="1200">
                <a:latin typeface="Abel"/>
                <a:ea typeface="Abel"/>
                <a:cs typeface="Abel"/>
                <a:sym typeface="Abel"/>
              </a:endParaRPr>
            </a:p>
          </p:txBody>
        </p:sp>
        <p:grpSp>
          <p:nvGrpSpPr>
            <p:cNvPr id="3520" name="Google Shape;3520;p62"/>
            <p:cNvGrpSpPr/>
            <p:nvPr/>
          </p:nvGrpSpPr>
          <p:grpSpPr>
            <a:xfrm>
              <a:off x="6344699" y="1608122"/>
              <a:ext cx="329186" cy="275743"/>
              <a:chOff x="853950" y="2894720"/>
              <a:chExt cx="364104" cy="353290"/>
            </a:xfrm>
          </p:grpSpPr>
          <p:sp>
            <p:nvSpPr>
              <p:cNvPr id="3521" name="Google Shape;3521;p62"/>
              <p:cNvSpPr/>
              <p:nvPr/>
            </p:nvSpPr>
            <p:spPr>
              <a:xfrm>
                <a:off x="1056167" y="3155298"/>
                <a:ext cx="57472" cy="57662"/>
              </a:xfrm>
              <a:custGeom>
                <a:rect b="b" l="l" r="r" t="t"/>
                <a:pathLst>
                  <a:path extrusionOk="0" h="1813" w="1807">
                    <a:moveTo>
                      <a:pt x="907" y="0"/>
                    </a:moveTo>
                    <a:cubicBezTo>
                      <a:pt x="686" y="0"/>
                      <a:pt x="459" y="83"/>
                      <a:pt x="274" y="268"/>
                    </a:cubicBezTo>
                    <a:cubicBezTo>
                      <a:pt x="215" y="328"/>
                      <a:pt x="215" y="423"/>
                      <a:pt x="274" y="506"/>
                    </a:cubicBezTo>
                    <a:cubicBezTo>
                      <a:pt x="304" y="536"/>
                      <a:pt x="346" y="551"/>
                      <a:pt x="389" y="551"/>
                    </a:cubicBezTo>
                    <a:cubicBezTo>
                      <a:pt x="432" y="551"/>
                      <a:pt x="477" y="536"/>
                      <a:pt x="512" y="506"/>
                    </a:cubicBezTo>
                    <a:cubicBezTo>
                      <a:pt x="625" y="394"/>
                      <a:pt x="767" y="336"/>
                      <a:pt x="908" y="336"/>
                    </a:cubicBezTo>
                    <a:cubicBezTo>
                      <a:pt x="1020" y="336"/>
                      <a:pt x="1132" y="373"/>
                      <a:pt x="1227" y="447"/>
                    </a:cubicBezTo>
                    <a:cubicBezTo>
                      <a:pt x="1489" y="625"/>
                      <a:pt x="1560" y="983"/>
                      <a:pt x="1381" y="1233"/>
                    </a:cubicBezTo>
                    <a:cubicBezTo>
                      <a:pt x="1265" y="1401"/>
                      <a:pt x="1087" y="1477"/>
                      <a:pt x="911" y="1477"/>
                    </a:cubicBezTo>
                    <a:cubicBezTo>
                      <a:pt x="639" y="1477"/>
                      <a:pt x="370" y="1294"/>
                      <a:pt x="334" y="983"/>
                    </a:cubicBezTo>
                    <a:cubicBezTo>
                      <a:pt x="323" y="894"/>
                      <a:pt x="260" y="827"/>
                      <a:pt x="176" y="827"/>
                    </a:cubicBezTo>
                    <a:cubicBezTo>
                      <a:pt x="169" y="827"/>
                      <a:pt x="162" y="827"/>
                      <a:pt x="155" y="828"/>
                    </a:cubicBezTo>
                    <a:cubicBezTo>
                      <a:pt x="72" y="840"/>
                      <a:pt x="0" y="923"/>
                      <a:pt x="12" y="1006"/>
                    </a:cubicBezTo>
                    <a:cubicBezTo>
                      <a:pt x="63" y="1513"/>
                      <a:pt x="487" y="1812"/>
                      <a:pt x="913" y="1812"/>
                    </a:cubicBezTo>
                    <a:cubicBezTo>
                      <a:pt x="1189" y="1812"/>
                      <a:pt x="1466" y="1687"/>
                      <a:pt x="1643" y="1411"/>
                    </a:cubicBezTo>
                    <a:cubicBezTo>
                      <a:pt x="1751" y="1256"/>
                      <a:pt x="1798" y="1078"/>
                      <a:pt x="1798" y="899"/>
                    </a:cubicBezTo>
                    <a:cubicBezTo>
                      <a:pt x="1806" y="360"/>
                      <a:pt x="1368" y="0"/>
                      <a:pt x="907"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62"/>
              <p:cNvSpPr/>
              <p:nvPr/>
            </p:nvSpPr>
            <p:spPr>
              <a:xfrm>
                <a:off x="868326" y="2975027"/>
                <a:ext cx="192802" cy="82025"/>
              </a:xfrm>
              <a:custGeom>
                <a:rect b="b" l="l" r="r" t="t"/>
                <a:pathLst>
                  <a:path extrusionOk="0" h="2579" w="6062">
                    <a:moveTo>
                      <a:pt x="3619" y="1"/>
                    </a:moveTo>
                    <a:cubicBezTo>
                      <a:pt x="2165" y="1"/>
                      <a:pt x="686" y="811"/>
                      <a:pt x="48" y="2364"/>
                    </a:cubicBezTo>
                    <a:cubicBezTo>
                      <a:pt x="1" y="2460"/>
                      <a:pt x="84" y="2579"/>
                      <a:pt x="203" y="2579"/>
                    </a:cubicBezTo>
                    <a:cubicBezTo>
                      <a:pt x="263" y="2579"/>
                      <a:pt x="334" y="2543"/>
                      <a:pt x="346" y="2483"/>
                    </a:cubicBezTo>
                    <a:cubicBezTo>
                      <a:pt x="909" y="1104"/>
                      <a:pt x="2222" y="332"/>
                      <a:pt x="3567" y="332"/>
                    </a:cubicBezTo>
                    <a:cubicBezTo>
                      <a:pt x="4242" y="332"/>
                      <a:pt x="4925" y="526"/>
                      <a:pt x="5525" y="936"/>
                    </a:cubicBezTo>
                    <a:cubicBezTo>
                      <a:pt x="5609" y="995"/>
                      <a:pt x="5680" y="1031"/>
                      <a:pt x="5752" y="1114"/>
                    </a:cubicBezTo>
                    <a:cubicBezTo>
                      <a:pt x="5784" y="1142"/>
                      <a:pt x="5824" y="1156"/>
                      <a:pt x="5864" y="1156"/>
                    </a:cubicBezTo>
                    <a:cubicBezTo>
                      <a:pt x="5911" y="1156"/>
                      <a:pt x="5957" y="1136"/>
                      <a:pt x="5990" y="1090"/>
                    </a:cubicBezTo>
                    <a:cubicBezTo>
                      <a:pt x="6061" y="1019"/>
                      <a:pt x="6049" y="912"/>
                      <a:pt x="5978" y="852"/>
                    </a:cubicBezTo>
                    <a:cubicBezTo>
                      <a:pt x="5317" y="280"/>
                      <a:pt x="4473" y="1"/>
                      <a:pt x="361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62"/>
              <p:cNvSpPr/>
              <p:nvPr/>
            </p:nvSpPr>
            <p:spPr>
              <a:xfrm>
                <a:off x="853950" y="3067580"/>
                <a:ext cx="137875" cy="168598"/>
              </a:xfrm>
              <a:custGeom>
                <a:rect b="b" l="l" r="r" t="t"/>
                <a:pathLst>
                  <a:path extrusionOk="0" h="5301" w="4335">
                    <a:moveTo>
                      <a:pt x="479" y="1"/>
                    </a:moveTo>
                    <a:cubicBezTo>
                      <a:pt x="401" y="1"/>
                      <a:pt x="321" y="57"/>
                      <a:pt x="310" y="133"/>
                    </a:cubicBezTo>
                    <a:cubicBezTo>
                      <a:pt x="0" y="1633"/>
                      <a:pt x="608" y="3217"/>
                      <a:pt x="1893" y="4074"/>
                    </a:cubicBezTo>
                    <a:cubicBezTo>
                      <a:pt x="1965" y="4134"/>
                      <a:pt x="2858" y="4788"/>
                      <a:pt x="4072" y="5288"/>
                    </a:cubicBezTo>
                    <a:cubicBezTo>
                      <a:pt x="4084" y="5300"/>
                      <a:pt x="4120" y="5300"/>
                      <a:pt x="4132" y="5300"/>
                    </a:cubicBezTo>
                    <a:cubicBezTo>
                      <a:pt x="4191" y="5300"/>
                      <a:pt x="4275" y="5253"/>
                      <a:pt x="4287" y="5193"/>
                    </a:cubicBezTo>
                    <a:cubicBezTo>
                      <a:pt x="4334" y="5074"/>
                      <a:pt x="4287" y="4979"/>
                      <a:pt x="4191" y="4955"/>
                    </a:cubicBezTo>
                    <a:cubicBezTo>
                      <a:pt x="2989" y="4479"/>
                      <a:pt x="2084" y="3800"/>
                      <a:pt x="2084" y="3800"/>
                    </a:cubicBezTo>
                    <a:cubicBezTo>
                      <a:pt x="905" y="3002"/>
                      <a:pt x="346" y="1562"/>
                      <a:pt x="643" y="193"/>
                    </a:cubicBezTo>
                    <a:cubicBezTo>
                      <a:pt x="655" y="109"/>
                      <a:pt x="596" y="14"/>
                      <a:pt x="500" y="2"/>
                    </a:cubicBezTo>
                    <a:cubicBezTo>
                      <a:pt x="493" y="1"/>
                      <a:pt x="486" y="1"/>
                      <a:pt x="47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62"/>
              <p:cNvSpPr/>
              <p:nvPr/>
            </p:nvSpPr>
            <p:spPr>
              <a:xfrm>
                <a:off x="937248" y="3014975"/>
                <a:ext cx="87877" cy="57217"/>
              </a:xfrm>
              <a:custGeom>
                <a:rect b="b" l="l" r="r" t="t"/>
                <a:pathLst>
                  <a:path extrusionOk="0" h="1799" w="2763">
                    <a:moveTo>
                      <a:pt x="2225" y="1"/>
                    </a:moveTo>
                    <a:cubicBezTo>
                      <a:pt x="2218" y="1"/>
                      <a:pt x="2211" y="1"/>
                      <a:pt x="2203" y="1"/>
                    </a:cubicBezTo>
                    <a:lnTo>
                      <a:pt x="941" y="61"/>
                    </a:lnTo>
                    <a:cubicBezTo>
                      <a:pt x="584" y="73"/>
                      <a:pt x="346" y="430"/>
                      <a:pt x="477" y="763"/>
                    </a:cubicBezTo>
                    <a:cubicBezTo>
                      <a:pt x="203" y="787"/>
                      <a:pt x="1" y="1025"/>
                      <a:pt x="13" y="1311"/>
                    </a:cubicBezTo>
                    <a:cubicBezTo>
                      <a:pt x="25" y="1597"/>
                      <a:pt x="263" y="1799"/>
                      <a:pt x="537" y="1799"/>
                    </a:cubicBezTo>
                    <a:cubicBezTo>
                      <a:pt x="560" y="1799"/>
                      <a:pt x="548" y="1799"/>
                      <a:pt x="953" y="1787"/>
                    </a:cubicBezTo>
                    <a:cubicBezTo>
                      <a:pt x="1037" y="1787"/>
                      <a:pt x="1120" y="1704"/>
                      <a:pt x="1120" y="1608"/>
                    </a:cubicBezTo>
                    <a:cubicBezTo>
                      <a:pt x="1120" y="1525"/>
                      <a:pt x="1025" y="1442"/>
                      <a:pt x="941" y="1442"/>
                    </a:cubicBezTo>
                    <a:lnTo>
                      <a:pt x="548" y="1466"/>
                    </a:lnTo>
                    <a:cubicBezTo>
                      <a:pt x="441" y="1466"/>
                      <a:pt x="346" y="1370"/>
                      <a:pt x="346" y="1263"/>
                    </a:cubicBezTo>
                    <a:cubicBezTo>
                      <a:pt x="346" y="1168"/>
                      <a:pt x="429" y="1073"/>
                      <a:pt x="537" y="1073"/>
                    </a:cubicBezTo>
                    <a:lnTo>
                      <a:pt x="667" y="1073"/>
                    </a:lnTo>
                    <a:cubicBezTo>
                      <a:pt x="858" y="1061"/>
                      <a:pt x="953" y="835"/>
                      <a:pt x="834" y="704"/>
                    </a:cubicBezTo>
                    <a:cubicBezTo>
                      <a:pt x="727" y="585"/>
                      <a:pt x="798" y="394"/>
                      <a:pt x="965" y="370"/>
                    </a:cubicBezTo>
                    <a:lnTo>
                      <a:pt x="2227" y="311"/>
                    </a:lnTo>
                    <a:cubicBezTo>
                      <a:pt x="2334" y="311"/>
                      <a:pt x="2442" y="406"/>
                      <a:pt x="2442" y="513"/>
                    </a:cubicBezTo>
                    <a:cubicBezTo>
                      <a:pt x="2442" y="608"/>
                      <a:pt x="2346" y="704"/>
                      <a:pt x="2263" y="704"/>
                    </a:cubicBezTo>
                    <a:lnTo>
                      <a:pt x="2144" y="704"/>
                    </a:lnTo>
                    <a:cubicBezTo>
                      <a:pt x="1953" y="716"/>
                      <a:pt x="1858" y="942"/>
                      <a:pt x="1977" y="1085"/>
                    </a:cubicBezTo>
                    <a:cubicBezTo>
                      <a:pt x="2084" y="1204"/>
                      <a:pt x="1989" y="1406"/>
                      <a:pt x="1834" y="1406"/>
                    </a:cubicBezTo>
                    <a:lnTo>
                      <a:pt x="1620" y="1418"/>
                    </a:lnTo>
                    <a:cubicBezTo>
                      <a:pt x="1537" y="1418"/>
                      <a:pt x="1453" y="1501"/>
                      <a:pt x="1453" y="1597"/>
                    </a:cubicBezTo>
                    <a:cubicBezTo>
                      <a:pt x="1453" y="1680"/>
                      <a:pt x="1549" y="1763"/>
                      <a:pt x="1632" y="1763"/>
                    </a:cubicBezTo>
                    <a:lnTo>
                      <a:pt x="1846" y="1739"/>
                    </a:lnTo>
                    <a:cubicBezTo>
                      <a:pt x="2203" y="1728"/>
                      <a:pt x="2442" y="1370"/>
                      <a:pt x="2322" y="1049"/>
                    </a:cubicBezTo>
                    <a:cubicBezTo>
                      <a:pt x="2561" y="1013"/>
                      <a:pt x="2763" y="775"/>
                      <a:pt x="2751" y="489"/>
                    </a:cubicBezTo>
                    <a:cubicBezTo>
                      <a:pt x="2739" y="222"/>
                      <a:pt x="2502" y="1"/>
                      <a:pt x="2225"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62"/>
              <p:cNvSpPr/>
              <p:nvPr/>
            </p:nvSpPr>
            <p:spPr>
              <a:xfrm>
                <a:off x="978912" y="3095664"/>
                <a:ext cx="78399" cy="79290"/>
              </a:xfrm>
              <a:custGeom>
                <a:rect b="b" l="l" r="r" t="t"/>
                <a:pathLst>
                  <a:path extrusionOk="0" h="2493" w="2465">
                    <a:moveTo>
                      <a:pt x="1751" y="0"/>
                    </a:moveTo>
                    <a:cubicBezTo>
                      <a:pt x="1513" y="0"/>
                      <a:pt x="1477" y="95"/>
                      <a:pt x="381" y="691"/>
                    </a:cubicBezTo>
                    <a:cubicBezTo>
                      <a:pt x="72" y="869"/>
                      <a:pt x="24" y="1286"/>
                      <a:pt x="286" y="1524"/>
                    </a:cubicBezTo>
                    <a:cubicBezTo>
                      <a:pt x="84" y="1667"/>
                      <a:pt x="0" y="1929"/>
                      <a:pt x="72" y="2155"/>
                    </a:cubicBezTo>
                    <a:cubicBezTo>
                      <a:pt x="154" y="2370"/>
                      <a:pt x="351" y="2493"/>
                      <a:pt x="555" y="2493"/>
                    </a:cubicBezTo>
                    <a:cubicBezTo>
                      <a:pt x="646" y="2493"/>
                      <a:pt x="738" y="2468"/>
                      <a:pt x="822" y="2417"/>
                    </a:cubicBezTo>
                    <a:lnTo>
                      <a:pt x="1096" y="2262"/>
                    </a:lnTo>
                    <a:cubicBezTo>
                      <a:pt x="1179" y="2215"/>
                      <a:pt x="1203" y="2108"/>
                      <a:pt x="1155" y="2036"/>
                    </a:cubicBezTo>
                    <a:cubicBezTo>
                      <a:pt x="1131" y="1987"/>
                      <a:pt x="1073" y="1955"/>
                      <a:pt x="1016" y="1955"/>
                    </a:cubicBezTo>
                    <a:cubicBezTo>
                      <a:pt x="989" y="1955"/>
                      <a:pt x="963" y="1962"/>
                      <a:pt x="941" y="1977"/>
                    </a:cubicBezTo>
                    <a:lnTo>
                      <a:pt x="655" y="2143"/>
                    </a:lnTo>
                    <a:cubicBezTo>
                      <a:pt x="624" y="2161"/>
                      <a:pt x="591" y="2169"/>
                      <a:pt x="558" y="2169"/>
                    </a:cubicBezTo>
                    <a:cubicBezTo>
                      <a:pt x="479" y="2169"/>
                      <a:pt x="403" y="2120"/>
                      <a:pt x="370" y="2036"/>
                    </a:cubicBezTo>
                    <a:cubicBezTo>
                      <a:pt x="346" y="1965"/>
                      <a:pt x="381" y="1846"/>
                      <a:pt x="465" y="1798"/>
                    </a:cubicBezTo>
                    <a:cubicBezTo>
                      <a:pt x="643" y="1691"/>
                      <a:pt x="667" y="1441"/>
                      <a:pt x="489" y="1310"/>
                    </a:cubicBezTo>
                    <a:cubicBezTo>
                      <a:pt x="381" y="1215"/>
                      <a:pt x="405" y="1048"/>
                      <a:pt x="512" y="976"/>
                    </a:cubicBezTo>
                    <a:cubicBezTo>
                      <a:pt x="1691" y="322"/>
                      <a:pt x="1632" y="322"/>
                      <a:pt x="1727" y="322"/>
                    </a:cubicBezTo>
                    <a:cubicBezTo>
                      <a:pt x="1822" y="322"/>
                      <a:pt x="1917" y="417"/>
                      <a:pt x="1917" y="512"/>
                    </a:cubicBezTo>
                    <a:cubicBezTo>
                      <a:pt x="1917" y="679"/>
                      <a:pt x="1751" y="715"/>
                      <a:pt x="1691" y="750"/>
                    </a:cubicBezTo>
                    <a:cubicBezTo>
                      <a:pt x="1536" y="846"/>
                      <a:pt x="1548" y="1084"/>
                      <a:pt x="1727" y="1155"/>
                    </a:cubicBezTo>
                    <a:cubicBezTo>
                      <a:pt x="1882" y="1215"/>
                      <a:pt x="1882" y="1429"/>
                      <a:pt x="1739" y="1512"/>
                    </a:cubicBezTo>
                    <a:lnTo>
                      <a:pt x="1501" y="1643"/>
                    </a:lnTo>
                    <a:cubicBezTo>
                      <a:pt x="1429" y="1691"/>
                      <a:pt x="1393" y="1798"/>
                      <a:pt x="1441" y="1869"/>
                    </a:cubicBezTo>
                    <a:cubicBezTo>
                      <a:pt x="1474" y="1918"/>
                      <a:pt x="1529" y="1951"/>
                      <a:pt x="1587" y="1951"/>
                    </a:cubicBezTo>
                    <a:cubicBezTo>
                      <a:pt x="1614" y="1951"/>
                      <a:pt x="1641" y="1944"/>
                      <a:pt x="1667" y="1929"/>
                    </a:cubicBezTo>
                    <a:lnTo>
                      <a:pt x="1905" y="1798"/>
                    </a:lnTo>
                    <a:cubicBezTo>
                      <a:pt x="2215" y="1619"/>
                      <a:pt x="2275" y="1203"/>
                      <a:pt x="2001" y="953"/>
                    </a:cubicBezTo>
                    <a:cubicBezTo>
                      <a:pt x="2465" y="679"/>
                      <a:pt x="2275" y="0"/>
                      <a:pt x="1751"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62"/>
              <p:cNvSpPr/>
              <p:nvPr/>
            </p:nvSpPr>
            <p:spPr>
              <a:xfrm>
                <a:off x="891067" y="3070697"/>
                <a:ext cx="74615" cy="77477"/>
              </a:xfrm>
              <a:custGeom>
                <a:rect b="b" l="l" r="r" t="t"/>
                <a:pathLst>
                  <a:path extrusionOk="0" h="2436" w="2346">
                    <a:moveTo>
                      <a:pt x="534" y="1"/>
                    </a:moveTo>
                    <a:cubicBezTo>
                      <a:pt x="499" y="1"/>
                      <a:pt x="464" y="4"/>
                      <a:pt x="429" y="11"/>
                    </a:cubicBezTo>
                    <a:cubicBezTo>
                      <a:pt x="191" y="71"/>
                      <a:pt x="0" y="273"/>
                      <a:pt x="0" y="523"/>
                    </a:cubicBezTo>
                    <a:cubicBezTo>
                      <a:pt x="0" y="690"/>
                      <a:pt x="72" y="749"/>
                      <a:pt x="203" y="1107"/>
                    </a:cubicBezTo>
                    <a:cubicBezTo>
                      <a:pt x="220" y="1178"/>
                      <a:pt x="284" y="1215"/>
                      <a:pt x="345" y="1215"/>
                    </a:cubicBezTo>
                    <a:cubicBezTo>
                      <a:pt x="366" y="1215"/>
                      <a:pt x="387" y="1211"/>
                      <a:pt x="405" y="1202"/>
                    </a:cubicBezTo>
                    <a:cubicBezTo>
                      <a:pt x="500" y="1166"/>
                      <a:pt x="548" y="1059"/>
                      <a:pt x="500" y="988"/>
                    </a:cubicBezTo>
                    <a:cubicBezTo>
                      <a:pt x="345" y="583"/>
                      <a:pt x="334" y="583"/>
                      <a:pt x="334" y="523"/>
                    </a:cubicBezTo>
                    <a:cubicBezTo>
                      <a:pt x="334" y="416"/>
                      <a:pt x="429" y="333"/>
                      <a:pt x="512" y="333"/>
                    </a:cubicBezTo>
                    <a:cubicBezTo>
                      <a:pt x="584" y="333"/>
                      <a:pt x="679" y="392"/>
                      <a:pt x="703" y="464"/>
                    </a:cubicBezTo>
                    <a:cubicBezTo>
                      <a:pt x="738" y="511"/>
                      <a:pt x="750" y="738"/>
                      <a:pt x="965" y="738"/>
                    </a:cubicBezTo>
                    <a:cubicBezTo>
                      <a:pt x="1036" y="738"/>
                      <a:pt x="1107" y="690"/>
                      <a:pt x="1155" y="618"/>
                    </a:cubicBezTo>
                    <a:cubicBezTo>
                      <a:pt x="1188" y="557"/>
                      <a:pt x="1253" y="527"/>
                      <a:pt x="1318" y="527"/>
                    </a:cubicBezTo>
                    <a:cubicBezTo>
                      <a:pt x="1393" y="527"/>
                      <a:pt x="1469" y="566"/>
                      <a:pt x="1500" y="642"/>
                    </a:cubicBezTo>
                    <a:cubicBezTo>
                      <a:pt x="1977" y="1881"/>
                      <a:pt x="1977" y="1833"/>
                      <a:pt x="1977" y="1892"/>
                    </a:cubicBezTo>
                    <a:cubicBezTo>
                      <a:pt x="1977" y="2018"/>
                      <a:pt x="1874" y="2091"/>
                      <a:pt x="1773" y="2091"/>
                    </a:cubicBezTo>
                    <a:cubicBezTo>
                      <a:pt x="1701" y="2091"/>
                      <a:pt x="1630" y="2055"/>
                      <a:pt x="1596" y="1976"/>
                    </a:cubicBezTo>
                    <a:lnTo>
                      <a:pt x="1536" y="1833"/>
                    </a:lnTo>
                    <a:cubicBezTo>
                      <a:pt x="1498" y="1739"/>
                      <a:pt x="1415" y="1691"/>
                      <a:pt x="1332" y="1691"/>
                    </a:cubicBezTo>
                    <a:cubicBezTo>
                      <a:pt x="1257" y="1691"/>
                      <a:pt x="1183" y="1730"/>
                      <a:pt x="1143" y="1809"/>
                    </a:cubicBezTo>
                    <a:cubicBezTo>
                      <a:pt x="1105" y="1875"/>
                      <a:pt x="1041" y="1908"/>
                      <a:pt x="976" y="1908"/>
                    </a:cubicBezTo>
                    <a:cubicBezTo>
                      <a:pt x="901" y="1908"/>
                      <a:pt x="824" y="1863"/>
                      <a:pt x="786" y="1773"/>
                    </a:cubicBezTo>
                    <a:lnTo>
                      <a:pt x="726" y="1607"/>
                    </a:lnTo>
                    <a:cubicBezTo>
                      <a:pt x="700" y="1546"/>
                      <a:pt x="637" y="1504"/>
                      <a:pt x="577" y="1504"/>
                    </a:cubicBezTo>
                    <a:cubicBezTo>
                      <a:pt x="554" y="1504"/>
                      <a:pt x="532" y="1510"/>
                      <a:pt x="512" y="1523"/>
                    </a:cubicBezTo>
                    <a:cubicBezTo>
                      <a:pt x="429" y="1559"/>
                      <a:pt x="381" y="1654"/>
                      <a:pt x="429" y="1726"/>
                    </a:cubicBezTo>
                    <a:lnTo>
                      <a:pt x="488" y="1892"/>
                    </a:lnTo>
                    <a:cubicBezTo>
                      <a:pt x="574" y="2112"/>
                      <a:pt x="779" y="2244"/>
                      <a:pt x="987" y="2244"/>
                    </a:cubicBezTo>
                    <a:cubicBezTo>
                      <a:pt x="1095" y="2244"/>
                      <a:pt x="1204" y="2208"/>
                      <a:pt x="1298" y="2131"/>
                    </a:cubicBezTo>
                    <a:cubicBezTo>
                      <a:pt x="1390" y="2315"/>
                      <a:pt x="1583" y="2436"/>
                      <a:pt x="1793" y="2436"/>
                    </a:cubicBezTo>
                    <a:cubicBezTo>
                      <a:pt x="1853" y="2436"/>
                      <a:pt x="1915" y="2426"/>
                      <a:pt x="1977" y="2404"/>
                    </a:cubicBezTo>
                    <a:cubicBezTo>
                      <a:pt x="2179" y="2321"/>
                      <a:pt x="2310" y="2119"/>
                      <a:pt x="2310" y="1904"/>
                    </a:cubicBezTo>
                    <a:cubicBezTo>
                      <a:pt x="2346" y="1738"/>
                      <a:pt x="2298" y="1738"/>
                      <a:pt x="1834" y="523"/>
                    </a:cubicBezTo>
                    <a:cubicBezTo>
                      <a:pt x="1757" y="315"/>
                      <a:pt x="1555" y="192"/>
                      <a:pt x="1349" y="192"/>
                    </a:cubicBezTo>
                    <a:cubicBezTo>
                      <a:pt x="1236" y="192"/>
                      <a:pt x="1121" y="229"/>
                      <a:pt x="1024" y="309"/>
                    </a:cubicBezTo>
                    <a:cubicBezTo>
                      <a:pt x="933" y="116"/>
                      <a:pt x="737" y="1"/>
                      <a:pt x="534"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62"/>
              <p:cNvSpPr/>
              <p:nvPr/>
            </p:nvSpPr>
            <p:spPr>
              <a:xfrm>
                <a:off x="999745" y="2894720"/>
                <a:ext cx="218310" cy="353290"/>
              </a:xfrm>
              <a:custGeom>
                <a:rect b="b" l="l" r="r" t="t"/>
                <a:pathLst>
                  <a:path extrusionOk="0" h="11108" w="6864">
                    <a:moveTo>
                      <a:pt x="6633" y="1"/>
                    </a:moveTo>
                    <a:cubicBezTo>
                      <a:pt x="6605" y="1"/>
                      <a:pt x="6577" y="7"/>
                      <a:pt x="6549" y="20"/>
                    </a:cubicBezTo>
                    <a:cubicBezTo>
                      <a:pt x="5918" y="282"/>
                      <a:pt x="5299" y="698"/>
                      <a:pt x="4703" y="1246"/>
                    </a:cubicBezTo>
                    <a:cubicBezTo>
                      <a:pt x="4644" y="1306"/>
                      <a:pt x="4620" y="1413"/>
                      <a:pt x="4703" y="1484"/>
                    </a:cubicBezTo>
                    <a:cubicBezTo>
                      <a:pt x="4735" y="1516"/>
                      <a:pt x="4778" y="1538"/>
                      <a:pt x="4824" y="1538"/>
                    </a:cubicBezTo>
                    <a:cubicBezTo>
                      <a:pt x="4862" y="1538"/>
                      <a:pt x="4903" y="1523"/>
                      <a:pt x="4941" y="1484"/>
                    </a:cubicBezTo>
                    <a:cubicBezTo>
                      <a:pt x="5430" y="1032"/>
                      <a:pt x="5918" y="675"/>
                      <a:pt x="6442" y="413"/>
                    </a:cubicBezTo>
                    <a:lnTo>
                      <a:pt x="6442" y="413"/>
                    </a:lnTo>
                    <a:cubicBezTo>
                      <a:pt x="6084" y="1579"/>
                      <a:pt x="5299" y="2603"/>
                      <a:pt x="4429" y="3449"/>
                    </a:cubicBezTo>
                    <a:cubicBezTo>
                      <a:pt x="4413" y="3444"/>
                      <a:pt x="4397" y="3442"/>
                      <a:pt x="4382" y="3442"/>
                    </a:cubicBezTo>
                    <a:cubicBezTo>
                      <a:pt x="4269" y="3442"/>
                      <a:pt x="4172" y="3548"/>
                      <a:pt x="4203" y="3663"/>
                    </a:cubicBezTo>
                    <a:cubicBezTo>
                      <a:pt x="4108" y="3746"/>
                      <a:pt x="4013" y="3842"/>
                      <a:pt x="3929" y="3913"/>
                    </a:cubicBezTo>
                    <a:cubicBezTo>
                      <a:pt x="3786" y="3711"/>
                      <a:pt x="3572" y="3508"/>
                      <a:pt x="3358" y="3425"/>
                    </a:cubicBezTo>
                    <a:cubicBezTo>
                      <a:pt x="3417" y="3330"/>
                      <a:pt x="3489" y="3234"/>
                      <a:pt x="3548" y="3115"/>
                    </a:cubicBezTo>
                    <a:cubicBezTo>
                      <a:pt x="3727" y="3258"/>
                      <a:pt x="3763" y="3318"/>
                      <a:pt x="3870" y="3318"/>
                    </a:cubicBezTo>
                    <a:cubicBezTo>
                      <a:pt x="4013" y="3318"/>
                      <a:pt x="4084" y="3127"/>
                      <a:pt x="3965" y="3020"/>
                    </a:cubicBezTo>
                    <a:lnTo>
                      <a:pt x="3751" y="2830"/>
                    </a:lnTo>
                    <a:cubicBezTo>
                      <a:pt x="3786" y="2758"/>
                      <a:pt x="3775" y="2782"/>
                      <a:pt x="3810" y="2734"/>
                    </a:cubicBezTo>
                    <a:cubicBezTo>
                      <a:pt x="3810" y="2734"/>
                      <a:pt x="3941" y="2544"/>
                      <a:pt x="3953" y="2544"/>
                    </a:cubicBezTo>
                    <a:lnTo>
                      <a:pt x="4358" y="2889"/>
                    </a:lnTo>
                    <a:cubicBezTo>
                      <a:pt x="4390" y="2916"/>
                      <a:pt x="4430" y="2928"/>
                      <a:pt x="4469" y="2928"/>
                    </a:cubicBezTo>
                    <a:cubicBezTo>
                      <a:pt x="4516" y="2928"/>
                      <a:pt x="4563" y="2910"/>
                      <a:pt x="4596" y="2877"/>
                    </a:cubicBezTo>
                    <a:cubicBezTo>
                      <a:pt x="4656" y="2794"/>
                      <a:pt x="4644" y="2699"/>
                      <a:pt x="4584" y="2639"/>
                    </a:cubicBezTo>
                    <a:lnTo>
                      <a:pt x="4167" y="2282"/>
                    </a:lnTo>
                    <a:cubicBezTo>
                      <a:pt x="4263" y="2139"/>
                      <a:pt x="4370" y="2020"/>
                      <a:pt x="4489" y="1901"/>
                    </a:cubicBezTo>
                    <a:cubicBezTo>
                      <a:pt x="4548" y="1830"/>
                      <a:pt x="4548" y="1722"/>
                      <a:pt x="4477" y="1663"/>
                    </a:cubicBezTo>
                    <a:cubicBezTo>
                      <a:pt x="4444" y="1636"/>
                      <a:pt x="4404" y="1621"/>
                      <a:pt x="4364" y="1621"/>
                    </a:cubicBezTo>
                    <a:cubicBezTo>
                      <a:pt x="4317" y="1621"/>
                      <a:pt x="4271" y="1641"/>
                      <a:pt x="4239" y="1687"/>
                    </a:cubicBezTo>
                    <a:cubicBezTo>
                      <a:pt x="4001" y="1937"/>
                      <a:pt x="3775" y="2222"/>
                      <a:pt x="3536" y="2532"/>
                    </a:cubicBezTo>
                    <a:cubicBezTo>
                      <a:pt x="3536" y="2532"/>
                      <a:pt x="3310" y="2830"/>
                      <a:pt x="3013" y="3306"/>
                    </a:cubicBezTo>
                    <a:cubicBezTo>
                      <a:pt x="2985" y="3304"/>
                      <a:pt x="2957" y="3303"/>
                      <a:pt x="2929" y="3303"/>
                    </a:cubicBezTo>
                    <a:cubicBezTo>
                      <a:pt x="2484" y="3303"/>
                      <a:pt x="2071" y="3569"/>
                      <a:pt x="1858" y="3973"/>
                    </a:cubicBezTo>
                    <a:cubicBezTo>
                      <a:pt x="1762" y="4151"/>
                      <a:pt x="1750" y="4330"/>
                      <a:pt x="1679" y="4449"/>
                    </a:cubicBezTo>
                    <a:cubicBezTo>
                      <a:pt x="1608" y="4568"/>
                      <a:pt x="1500" y="4687"/>
                      <a:pt x="1346" y="4770"/>
                    </a:cubicBezTo>
                    <a:cubicBezTo>
                      <a:pt x="1191" y="4866"/>
                      <a:pt x="1024" y="4913"/>
                      <a:pt x="846" y="4961"/>
                    </a:cubicBezTo>
                    <a:cubicBezTo>
                      <a:pt x="786" y="4973"/>
                      <a:pt x="679" y="5008"/>
                      <a:pt x="572" y="5020"/>
                    </a:cubicBezTo>
                    <a:cubicBezTo>
                      <a:pt x="369" y="5056"/>
                      <a:pt x="274" y="5330"/>
                      <a:pt x="441" y="5485"/>
                    </a:cubicBezTo>
                    <a:cubicBezTo>
                      <a:pt x="560" y="5580"/>
                      <a:pt x="679" y="5687"/>
                      <a:pt x="810" y="5759"/>
                    </a:cubicBezTo>
                    <a:cubicBezTo>
                      <a:pt x="838" y="5775"/>
                      <a:pt x="868" y="5783"/>
                      <a:pt x="897" y="5783"/>
                    </a:cubicBezTo>
                    <a:cubicBezTo>
                      <a:pt x="953" y="5783"/>
                      <a:pt x="1005" y="5754"/>
                      <a:pt x="1036" y="5699"/>
                    </a:cubicBezTo>
                    <a:cubicBezTo>
                      <a:pt x="1084" y="5628"/>
                      <a:pt x="1048" y="5520"/>
                      <a:pt x="977" y="5485"/>
                    </a:cubicBezTo>
                    <a:cubicBezTo>
                      <a:pt x="905" y="5437"/>
                      <a:pt x="834" y="5378"/>
                      <a:pt x="750" y="5318"/>
                    </a:cubicBezTo>
                    <a:cubicBezTo>
                      <a:pt x="1250" y="5199"/>
                      <a:pt x="1679" y="5044"/>
                      <a:pt x="1941" y="4616"/>
                    </a:cubicBezTo>
                    <a:cubicBezTo>
                      <a:pt x="2048" y="4437"/>
                      <a:pt x="2084" y="4246"/>
                      <a:pt x="2143" y="4116"/>
                    </a:cubicBezTo>
                    <a:cubicBezTo>
                      <a:pt x="2278" y="3831"/>
                      <a:pt x="2583" y="3626"/>
                      <a:pt x="2911" y="3626"/>
                    </a:cubicBezTo>
                    <a:cubicBezTo>
                      <a:pt x="3105" y="3626"/>
                      <a:pt x="3308" y="3698"/>
                      <a:pt x="3489" y="3865"/>
                    </a:cubicBezTo>
                    <a:cubicBezTo>
                      <a:pt x="3929" y="4270"/>
                      <a:pt x="3786" y="4985"/>
                      <a:pt x="3239" y="5330"/>
                    </a:cubicBezTo>
                    <a:cubicBezTo>
                      <a:pt x="2867" y="5559"/>
                      <a:pt x="2374" y="5719"/>
                      <a:pt x="1899" y="5719"/>
                    </a:cubicBezTo>
                    <a:cubicBezTo>
                      <a:pt x="1780" y="5719"/>
                      <a:pt x="1662" y="5709"/>
                      <a:pt x="1548" y="5687"/>
                    </a:cubicBezTo>
                    <a:cubicBezTo>
                      <a:pt x="1540" y="5686"/>
                      <a:pt x="1532" y="5686"/>
                      <a:pt x="1524" y="5686"/>
                    </a:cubicBezTo>
                    <a:cubicBezTo>
                      <a:pt x="1439" y="5686"/>
                      <a:pt x="1367" y="5742"/>
                      <a:pt x="1346" y="5818"/>
                    </a:cubicBezTo>
                    <a:cubicBezTo>
                      <a:pt x="1334" y="5913"/>
                      <a:pt x="1393" y="5997"/>
                      <a:pt x="1489" y="6009"/>
                    </a:cubicBezTo>
                    <a:cubicBezTo>
                      <a:pt x="1628" y="6035"/>
                      <a:pt x="1767" y="6048"/>
                      <a:pt x="1907" y="6048"/>
                    </a:cubicBezTo>
                    <a:cubicBezTo>
                      <a:pt x="2077" y="6048"/>
                      <a:pt x="2247" y="6029"/>
                      <a:pt x="2417" y="5997"/>
                    </a:cubicBezTo>
                    <a:cubicBezTo>
                      <a:pt x="2465" y="6937"/>
                      <a:pt x="3096" y="7675"/>
                      <a:pt x="3906" y="8033"/>
                    </a:cubicBezTo>
                    <a:cubicBezTo>
                      <a:pt x="4298" y="8199"/>
                      <a:pt x="4548" y="8592"/>
                      <a:pt x="4548" y="9009"/>
                    </a:cubicBezTo>
                    <a:cubicBezTo>
                      <a:pt x="4548" y="9342"/>
                      <a:pt x="4370" y="9580"/>
                      <a:pt x="4370" y="9580"/>
                    </a:cubicBezTo>
                    <a:cubicBezTo>
                      <a:pt x="3673" y="10434"/>
                      <a:pt x="2786" y="10777"/>
                      <a:pt x="1813" y="10777"/>
                    </a:cubicBezTo>
                    <a:cubicBezTo>
                      <a:pt x="1307" y="10777"/>
                      <a:pt x="777" y="10684"/>
                      <a:pt x="238" y="10521"/>
                    </a:cubicBezTo>
                    <a:cubicBezTo>
                      <a:pt x="224" y="10517"/>
                      <a:pt x="210" y="10516"/>
                      <a:pt x="196" y="10516"/>
                    </a:cubicBezTo>
                    <a:cubicBezTo>
                      <a:pt x="119" y="10516"/>
                      <a:pt x="54" y="10568"/>
                      <a:pt x="24" y="10628"/>
                    </a:cubicBezTo>
                    <a:cubicBezTo>
                      <a:pt x="0" y="10712"/>
                      <a:pt x="60" y="10807"/>
                      <a:pt x="131" y="10831"/>
                    </a:cubicBezTo>
                    <a:cubicBezTo>
                      <a:pt x="707" y="11009"/>
                      <a:pt x="1272" y="11107"/>
                      <a:pt x="1811" y="11107"/>
                    </a:cubicBezTo>
                    <a:cubicBezTo>
                      <a:pt x="2890" y="11107"/>
                      <a:pt x="3866" y="10716"/>
                      <a:pt x="4620" y="9795"/>
                    </a:cubicBezTo>
                    <a:cubicBezTo>
                      <a:pt x="4620" y="9783"/>
                      <a:pt x="4644" y="9783"/>
                      <a:pt x="4644" y="9759"/>
                    </a:cubicBezTo>
                    <a:cubicBezTo>
                      <a:pt x="5120" y="9045"/>
                      <a:pt x="4834" y="8068"/>
                      <a:pt x="4048" y="7723"/>
                    </a:cubicBezTo>
                    <a:cubicBezTo>
                      <a:pt x="3310" y="7414"/>
                      <a:pt x="2763" y="6747"/>
                      <a:pt x="2751" y="5913"/>
                    </a:cubicBezTo>
                    <a:cubicBezTo>
                      <a:pt x="3132" y="5794"/>
                      <a:pt x="3405" y="5628"/>
                      <a:pt x="3417" y="5616"/>
                    </a:cubicBezTo>
                    <a:cubicBezTo>
                      <a:pt x="3953" y="5282"/>
                      <a:pt x="4179" y="4687"/>
                      <a:pt x="4060" y="4187"/>
                    </a:cubicBezTo>
                    <a:cubicBezTo>
                      <a:pt x="5251" y="3234"/>
                      <a:pt x="6430" y="1818"/>
                      <a:pt x="6834" y="258"/>
                    </a:cubicBezTo>
                    <a:cubicBezTo>
                      <a:pt x="6864" y="121"/>
                      <a:pt x="6757" y="1"/>
                      <a:pt x="6633"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8" name="Google Shape;3528;p62"/>
            <p:cNvSpPr txBox="1"/>
            <p:nvPr/>
          </p:nvSpPr>
          <p:spPr>
            <a:xfrm>
              <a:off x="6025675" y="1253450"/>
              <a:ext cx="921300" cy="28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Mockup</a:t>
              </a:r>
              <a:endParaRPr sz="1200">
                <a:latin typeface="Abel"/>
                <a:ea typeface="Abel"/>
                <a:cs typeface="Abel"/>
                <a:sym typeface="Abel"/>
              </a:endParaRPr>
            </a:p>
          </p:txBody>
        </p:sp>
        <p:cxnSp>
          <p:nvCxnSpPr>
            <p:cNvPr id="3529" name="Google Shape;3529;p62"/>
            <p:cNvCxnSpPr/>
            <p:nvPr/>
          </p:nvCxnSpPr>
          <p:spPr>
            <a:xfrm>
              <a:off x="5809950" y="1968025"/>
              <a:ext cx="195900" cy="290100"/>
            </a:xfrm>
            <a:prstGeom prst="straightConnector1">
              <a:avLst/>
            </a:prstGeom>
            <a:noFill/>
            <a:ln cap="flat" cmpd="sng" w="9525">
              <a:solidFill>
                <a:srgbClr val="2F293A"/>
              </a:solidFill>
              <a:prstDash val="solid"/>
              <a:round/>
              <a:headEnd len="med" w="med" type="none"/>
              <a:tailEnd len="med" w="med" type="none"/>
            </a:ln>
          </p:spPr>
        </p:cxnSp>
        <p:cxnSp>
          <p:nvCxnSpPr>
            <p:cNvPr id="3530" name="Google Shape;3530;p62"/>
            <p:cNvCxnSpPr/>
            <p:nvPr/>
          </p:nvCxnSpPr>
          <p:spPr>
            <a:xfrm flipH="1">
              <a:off x="6350975" y="1960175"/>
              <a:ext cx="117600" cy="282300"/>
            </a:xfrm>
            <a:prstGeom prst="straightConnector1">
              <a:avLst/>
            </a:prstGeom>
            <a:noFill/>
            <a:ln cap="flat" cmpd="sng" w="9525">
              <a:solidFill>
                <a:srgbClr val="2F293A"/>
              </a:solidFill>
              <a:prstDash val="solid"/>
              <a:round/>
              <a:headEnd len="med" w="med" type="none"/>
              <a:tailEnd len="med" w="med" type="none"/>
            </a:ln>
          </p:spPr>
        </p:cxnSp>
        <p:cxnSp>
          <p:nvCxnSpPr>
            <p:cNvPr id="3531" name="Google Shape;3531;p62"/>
            <p:cNvCxnSpPr>
              <a:stCxn id="3412" idx="2"/>
              <a:endCxn id="3519" idx="0"/>
            </p:cNvCxnSpPr>
            <p:nvPr/>
          </p:nvCxnSpPr>
          <p:spPr>
            <a:xfrm>
              <a:off x="6216778" y="3116991"/>
              <a:ext cx="0" cy="206400"/>
            </a:xfrm>
            <a:prstGeom prst="straightConnector1">
              <a:avLst/>
            </a:prstGeom>
            <a:noFill/>
            <a:ln cap="flat" cmpd="sng" w="9525">
              <a:solidFill>
                <a:srgbClr val="2F293A"/>
              </a:solidFill>
              <a:prstDash val="solid"/>
              <a:round/>
              <a:headEnd len="med" w="med" type="none"/>
              <a:tailEnd len="med" w="med" type="none"/>
            </a:ln>
          </p:spPr>
        </p:cxnSp>
      </p:grpSp>
      <p:grpSp>
        <p:nvGrpSpPr>
          <p:cNvPr id="3532" name="Google Shape;3532;p62"/>
          <p:cNvGrpSpPr/>
          <p:nvPr/>
        </p:nvGrpSpPr>
        <p:grpSpPr>
          <a:xfrm>
            <a:off x="7239038" y="942013"/>
            <a:ext cx="967213" cy="2776361"/>
            <a:chOff x="7086638" y="1253438"/>
            <a:chExt cx="967213" cy="2776361"/>
          </a:xfrm>
        </p:grpSpPr>
        <p:grpSp>
          <p:nvGrpSpPr>
            <p:cNvPr id="3533" name="Google Shape;3533;p62"/>
            <p:cNvGrpSpPr/>
            <p:nvPr/>
          </p:nvGrpSpPr>
          <p:grpSpPr>
            <a:xfrm>
              <a:off x="7405652" y="1597124"/>
              <a:ext cx="329171" cy="297764"/>
              <a:chOff x="2633105" y="2431859"/>
              <a:chExt cx="363243" cy="328585"/>
            </a:xfrm>
          </p:grpSpPr>
          <p:sp>
            <p:nvSpPr>
              <p:cNvPr id="3534" name="Google Shape;3534;p62"/>
              <p:cNvSpPr/>
              <p:nvPr/>
            </p:nvSpPr>
            <p:spPr>
              <a:xfrm>
                <a:off x="2633105" y="2498260"/>
                <a:ext cx="250462" cy="262184"/>
              </a:xfrm>
              <a:custGeom>
                <a:rect b="b" l="l" r="r" t="t"/>
                <a:pathLst>
                  <a:path extrusionOk="0" h="8276" w="7906">
                    <a:moveTo>
                      <a:pt x="5322" y="6644"/>
                    </a:moveTo>
                    <a:lnTo>
                      <a:pt x="5465" y="7263"/>
                    </a:lnTo>
                    <a:lnTo>
                      <a:pt x="4560" y="7263"/>
                    </a:lnTo>
                    <a:lnTo>
                      <a:pt x="4691" y="6644"/>
                    </a:lnTo>
                    <a:close/>
                    <a:moveTo>
                      <a:pt x="6465" y="7608"/>
                    </a:moveTo>
                    <a:lnTo>
                      <a:pt x="6465" y="7954"/>
                    </a:lnTo>
                    <a:lnTo>
                      <a:pt x="3548" y="7954"/>
                    </a:lnTo>
                    <a:lnTo>
                      <a:pt x="3548" y="7608"/>
                    </a:lnTo>
                    <a:close/>
                    <a:moveTo>
                      <a:pt x="167" y="0"/>
                    </a:moveTo>
                    <a:cubicBezTo>
                      <a:pt x="84" y="0"/>
                      <a:pt x="0" y="72"/>
                      <a:pt x="0" y="167"/>
                    </a:cubicBezTo>
                    <a:lnTo>
                      <a:pt x="0" y="6489"/>
                    </a:lnTo>
                    <a:cubicBezTo>
                      <a:pt x="0" y="6585"/>
                      <a:pt x="84" y="6656"/>
                      <a:pt x="167" y="6656"/>
                    </a:cubicBezTo>
                    <a:lnTo>
                      <a:pt x="4346" y="6656"/>
                    </a:lnTo>
                    <a:lnTo>
                      <a:pt x="4203" y="7287"/>
                    </a:lnTo>
                    <a:lnTo>
                      <a:pt x="3370" y="7287"/>
                    </a:lnTo>
                    <a:cubicBezTo>
                      <a:pt x="3274" y="7287"/>
                      <a:pt x="3203" y="7358"/>
                      <a:pt x="3203" y="7442"/>
                    </a:cubicBezTo>
                    <a:lnTo>
                      <a:pt x="3203" y="8120"/>
                    </a:lnTo>
                    <a:cubicBezTo>
                      <a:pt x="3203" y="8204"/>
                      <a:pt x="3274" y="8275"/>
                      <a:pt x="3370" y="8275"/>
                    </a:cubicBezTo>
                    <a:lnTo>
                      <a:pt x="6632" y="8275"/>
                    </a:lnTo>
                    <a:cubicBezTo>
                      <a:pt x="6715" y="8275"/>
                      <a:pt x="6787" y="8204"/>
                      <a:pt x="6787" y="8120"/>
                    </a:cubicBezTo>
                    <a:lnTo>
                      <a:pt x="6787" y="7442"/>
                    </a:lnTo>
                    <a:cubicBezTo>
                      <a:pt x="6787" y="7358"/>
                      <a:pt x="6715" y="7287"/>
                      <a:pt x="6632" y="7287"/>
                    </a:cubicBezTo>
                    <a:lnTo>
                      <a:pt x="5787" y="7287"/>
                    </a:lnTo>
                    <a:lnTo>
                      <a:pt x="5644" y="6656"/>
                    </a:lnTo>
                    <a:lnTo>
                      <a:pt x="7727" y="6656"/>
                    </a:lnTo>
                    <a:cubicBezTo>
                      <a:pt x="7823" y="6656"/>
                      <a:pt x="7894" y="6585"/>
                      <a:pt x="7894" y="6489"/>
                    </a:cubicBezTo>
                    <a:cubicBezTo>
                      <a:pt x="7906" y="6394"/>
                      <a:pt x="7834" y="6311"/>
                      <a:pt x="7739" y="6311"/>
                    </a:cubicBezTo>
                    <a:lnTo>
                      <a:pt x="345" y="6311"/>
                    </a:lnTo>
                    <a:lnTo>
                      <a:pt x="345" y="334"/>
                    </a:lnTo>
                    <a:lnTo>
                      <a:pt x="4763" y="334"/>
                    </a:lnTo>
                    <a:cubicBezTo>
                      <a:pt x="4858" y="334"/>
                      <a:pt x="4929" y="262"/>
                      <a:pt x="4929" y="167"/>
                    </a:cubicBezTo>
                    <a:cubicBezTo>
                      <a:pt x="4929" y="72"/>
                      <a:pt x="4858" y="0"/>
                      <a:pt x="476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62"/>
              <p:cNvSpPr/>
              <p:nvPr/>
            </p:nvSpPr>
            <p:spPr>
              <a:xfrm>
                <a:off x="2772655" y="2680800"/>
                <a:ext cx="38491" cy="10613"/>
              </a:xfrm>
              <a:custGeom>
                <a:rect b="b" l="l" r="r" t="t"/>
                <a:pathLst>
                  <a:path extrusionOk="0" h="335" w="1215">
                    <a:moveTo>
                      <a:pt x="167" y="1"/>
                    </a:moveTo>
                    <a:cubicBezTo>
                      <a:pt x="84" y="1"/>
                      <a:pt x="0" y="72"/>
                      <a:pt x="0" y="168"/>
                    </a:cubicBezTo>
                    <a:cubicBezTo>
                      <a:pt x="0" y="251"/>
                      <a:pt x="84" y="334"/>
                      <a:pt x="167" y="334"/>
                    </a:cubicBezTo>
                    <a:lnTo>
                      <a:pt x="1048" y="334"/>
                    </a:lnTo>
                    <a:cubicBezTo>
                      <a:pt x="1132" y="334"/>
                      <a:pt x="1215" y="251"/>
                      <a:pt x="1215" y="168"/>
                    </a:cubicBezTo>
                    <a:cubicBezTo>
                      <a:pt x="1215" y="72"/>
                      <a:pt x="1132" y="1"/>
                      <a:pt x="1048"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2"/>
              <p:cNvSpPr/>
              <p:nvPr/>
            </p:nvSpPr>
            <p:spPr>
              <a:xfrm>
                <a:off x="2729286" y="2583131"/>
                <a:ext cx="35862" cy="35862"/>
              </a:xfrm>
              <a:custGeom>
                <a:rect b="b" l="l" r="r" t="t"/>
                <a:pathLst>
                  <a:path extrusionOk="0" h="1132" w="1132">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62"/>
              <p:cNvSpPr/>
              <p:nvPr/>
            </p:nvSpPr>
            <p:spPr>
              <a:xfrm>
                <a:off x="2774176" y="2583131"/>
                <a:ext cx="35482" cy="35862"/>
              </a:xfrm>
              <a:custGeom>
                <a:rect b="b" l="l" r="r" t="t"/>
                <a:pathLst>
                  <a:path extrusionOk="0" h="1132" w="1120">
                    <a:moveTo>
                      <a:pt x="786" y="334"/>
                    </a:moveTo>
                    <a:lnTo>
                      <a:pt x="786" y="810"/>
                    </a:lnTo>
                    <a:lnTo>
                      <a:pt x="333" y="810"/>
                    </a:lnTo>
                    <a:lnTo>
                      <a:pt x="333" y="334"/>
                    </a:lnTo>
                    <a:close/>
                    <a:moveTo>
                      <a:pt x="167" y="0"/>
                    </a:moveTo>
                    <a:cubicBezTo>
                      <a:pt x="72" y="0"/>
                      <a:pt x="0" y="84"/>
                      <a:pt x="0" y="167"/>
                    </a:cubicBezTo>
                    <a:lnTo>
                      <a:pt x="0" y="977"/>
                    </a:lnTo>
                    <a:cubicBezTo>
                      <a:pt x="0" y="1060"/>
                      <a:pt x="72" y="1131"/>
                      <a:pt x="167" y="1131"/>
                    </a:cubicBezTo>
                    <a:lnTo>
                      <a:pt x="953" y="1131"/>
                    </a:lnTo>
                    <a:cubicBezTo>
                      <a:pt x="1048" y="1131"/>
                      <a:pt x="1119" y="1060"/>
                      <a:pt x="1119" y="977"/>
                    </a:cubicBezTo>
                    <a:lnTo>
                      <a:pt x="1119" y="167"/>
                    </a:lnTo>
                    <a:cubicBezTo>
                      <a:pt x="1119" y="84"/>
                      <a:pt x="1036" y="0"/>
                      <a:pt x="95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2"/>
              <p:cNvSpPr/>
              <p:nvPr/>
            </p:nvSpPr>
            <p:spPr>
              <a:xfrm>
                <a:off x="2817926" y="2583131"/>
                <a:ext cx="35862" cy="35862"/>
              </a:xfrm>
              <a:custGeom>
                <a:rect b="b" l="l" r="r" t="t"/>
                <a:pathLst>
                  <a:path extrusionOk="0" h="1132" w="1132">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2"/>
              <p:cNvSpPr/>
              <p:nvPr/>
            </p:nvSpPr>
            <p:spPr>
              <a:xfrm>
                <a:off x="2653475" y="2431859"/>
                <a:ext cx="342873" cy="275394"/>
              </a:xfrm>
              <a:custGeom>
                <a:rect b="b" l="l" r="r" t="t"/>
                <a:pathLst>
                  <a:path extrusionOk="0" h="8693" w="10823">
                    <a:moveTo>
                      <a:pt x="6429" y="3001"/>
                    </a:moveTo>
                    <a:cubicBezTo>
                      <a:pt x="6715" y="3870"/>
                      <a:pt x="7489" y="4513"/>
                      <a:pt x="8406" y="4585"/>
                    </a:cubicBezTo>
                    <a:lnTo>
                      <a:pt x="8406" y="7359"/>
                    </a:lnTo>
                    <a:lnTo>
                      <a:pt x="310" y="7359"/>
                    </a:lnTo>
                    <a:lnTo>
                      <a:pt x="310" y="3001"/>
                    </a:lnTo>
                    <a:close/>
                    <a:moveTo>
                      <a:pt x="8608" y="1"/>
                    </a:moveTo>
                    <a:cubicBezTo>
                      <a:pt x="7430" y="1"/>
                      <a:pt x="6477" y="906"/>
                      <a:pt x="6358" y="2073"/>
                    </a:cubicBezTo>
                    <a:lnTo>
                      <a:pt x="4798" y="2073"/>
                    </a:lnTo>
                    <a:cubicBezTo>
                      <a:pt x="4703" y="2073"/>
                      <a:pt x="4632" y="2144"/>
                      <a:pt x="4632" y="2239"/>
                    </a:cubicBezTo>
                    <a:cubicBezTo>
                      <a:pt x="4632" y="2323"/>
                      <a:pt x="4703" y="2394"/>
                      <a:pt x="4798" y="2394"/>
                    </a:cubicBezTo>
                    <a:lnTo>
                      <a:pt x="6334" y="2394"/>
                    </a:lnTo>
                    <a:cubicBezTo>
                      <a:pt x="6334" y="2489"/>
                      <a:pt x="6358" y="2561"/>
                      <a:pt x="6370" y="2656"/>
                    </a:cubicBezTo>
                    <a:lnTo>
                      <a:pt x="167" y="2656"/>
                    </a:lnTo>
                    <a:cubicBezTo>
                      <a:pt x="72" y="2656"/>
                      <a:pt x="0" y="2727"/>
                      <a:pt x="0" y="2811"/>
                    </a:cubicBezTo>
                    <a:lnTo>
                      <a:pt x="0" y="7502"/>
                    </a:lnTo>
                    <a:cubicBezTo>
                      <a:pt x="0" y="7597"/>
                      <a:pt x="72" y="7668"/>
                      <a:pt x="167" y="7668"/>
                    </a:cubicBezTo>
                    <a:lnTo>
                      <a:pt x="8608" y="7668"/>
                    </a:lnTo>
                    <a:cubicBezTo>
                      <a:pt x="8692" y="7668"/>
                      <a:pt x="8763" y="7597"/>
                      <a:pt x="8763" y="7502"/>
                    </a:cubicBezTo>
                    <a:lnTo>
                      <a:pt x="8763" y="4561"/>
                    </a:lnTo>
                    <a:cubicBezTo>
                      <a:pt x="8858" y="4561"/>
                      <a:pt x="8966" y="4537"/>
                      <a:pt x="9049" y="4513"/>
                    </a:cubicBezTo>
                    <a:lnTo>
                      <a:pt x="9049" y="8371"/>
                    </a:lnTo>
                    <a:lnTo>
                      <a:pt x="7787" y="8371"/>
                    </a:lnTo>
                    <a:cubicBezTo>
                      <a:pt x="7692" y="8371"/>
                      <a:pt x="7620" y="8442"/>
                      <a:pt x="7620" y="8526"/>
                    </a:cubicBezTo>
                    <a:cubicBezTo>
                      <a:pt x="7620" y="8621"/>
                      <a:pt x="7692" y="8692"/>
                      <a:pt x="7787" y="8692"/>
                    </a:cubicBezTo>
                    <a:lnTo>
                      <a:pt x="9216" y="8692"/>
                    </a:lnTo>
                    <a:cubicBezTo>
                      <a:pt x="9299" y="8692"/>
                      <a:pt x="9382" y="8621"/>
                      <a:pt x="9382" y="8526"/>
                    </a:cubicBezTo>
                    <a:lnTo>
                      <a:pt x="9382" y="4406"/>
                    </a:lnTo>
                    <a:cubicBezTo>
                      <a:pt x="9632" y="4323"/>
                      <a:pt x="9858" y="4180"/>
                      <a:pt x="10061" y="4001"/>
                    </a:cubicBezTo>
                    <a:cubicBezTo>
                      <a:pt x="10466" y="3644"/>
                      <a:pt x="10728" y="3168"/>
                      <a:pt x="10823" y="2632"/>
                    </a:cubicBezTo>
                    <a:cubicBezTo>
                      <a:pt x="10823" y="2596"/>
                      <a:pt x="10763" y="2501"/>
                      <a:pt x="10668" y="2489"/>
                    </a:cubicBezTo>
                    <a:cubicBezTo>
                      <a:pt x="10656" y="2486"/>
                      <a:pt x="10643" y="2484"/>
                      <a:pt x="10630" y="2484"/>
                    </a:cubicBezTo>
                    <a:cubicBezTo>
                      <a:pt x="10558" y="2484"/>
                      <a:pt x="10488" y="2539"/>
                      <a:pt x="10478" y="2620"/>
                    </a:cubicBezTo>
                    <a:cubicBezTo>
                      <a:pt x="10359" y="3358"/>
                      <a:pt x="9835" y="3942"/>
                      <a:pt x="9168" y="4156"/>
                    </a:cubicBezTo>
                    <a:lnTo>
                      <a:pt x="9144" y="4156"/>
                    </a:lnTo>
                    <a:cubicBezTo>
                      <a:pt x="8966" y="4216"/>
                      <a:pt x="8763" y="4239"/>
                      <a:pt x="8573" y="4239"/>
                    </a:cubicBezTo>
                    <a:cubicBezTo>
                      <a:pt x="7513" y="4239"/>
                      <a:pt x="6656" y="3358"/>
                      <a:pt x="6656" y="2287"/>
                    </a:cubicBezTo>
                    <a:cubicBezTo>
                      <a:pt x="6656" y="1215"/>
                      <a:pt x="7513" y="346"/>
                      <a:pt x="8573" y="346"/>
                    </a:cubicBezTo>
                    <a:cubicBezTo>
                      <a:pt x="9513" y="346"/>
                      <a:pt x="10335" y="1061"/>
                      <a:pt x="10478" y="1989"/>
                    </a:cubicBezTo>
                    <a:cubicBezTo>
                      <a:pt x="10490" y="2084"/>
                      <a:pt x="10585" y="2144"/>
                      <a:pt x="10668" y="2144"/>
                    </a:cubicBezTo>
                    <a:cubicBezTo>
                      <a:pt x="10763" y="2132"/>
                      <a:pt x="10823" y="2037"/>
                      <a:pt x="10823" y="1953"/>
                    </a:cubicBezTo>
                    <a:cubicBezTo>
                      <a:pt x="10751" y="1418"/>
                      <a:pt x="10478" y="918"/>
                      <a:pt x="10073" y="572"/>
                    </a:cubicBezTo>
                    <a:cubicBezTo>
                      <a:pt x="9656" y="215"/>
                      <a:pt x="9144" y="1"/>
                      <a:pt x="8608"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62"/>
              <p:cNvSpPr/>
              <p:nvPr/>
            </p:nvSpPr>
            <p:spPr>
              <a:xfrm>
                <a:off x="2881286" y="2460529"/>
                <a:ext cx="87532" cy="87912"/>
              </a:xfrm>
              <a:custGeom>
                <a:rect b="b" l="l" r="r" t="t"/>
                <a:pathLst>
                  <a:path extrusionOk="0" h="2775" w="2763">
                    <a:moveTo>
                      <a:pt x="1414" y="703"/>
                    </a:moveTo>
                    <a:cubicBezTo>
                      <a:pt x="1786" y="703"/>
                      <a:pt x="2084" y="1020"/>
                      <a:pt x="2084" y="1406"/>
                    </a:cubicBezTo>
                    <a:cubicBezTo>
                      <a:pt x="2084" y="1787"/>
                      <a:pt x="1775" y="2108"/>
                      <a:pt x="1394" y="2108"/>
                    </a:cubicBezTo>
                    <a:cubicBezTo>
                      <a:pt x="1013" y="2108"/>
                      <a:pt x="715" y="1787"/>
                      <a:pt x="715" y="1406"/>
                    </a:cubicBezTo>
                    <a:cubicBezTo>
                      <a:pt x="715" y="1013"/>
                      <a:pt x="1024" y="703"/>
                      <a:pt x="1394" y="703"/>
                    </a:cubicBezTo>
                    <a:cubicBezTo>
                      <a:pt x="1400" y="703"/>
                      <a:pt x="1407" y="703"/>
                      <a:pt x="1414" y="703"/>
                    </a:cubicBezTo>
                    <a:close/>
                    <a:moveTo>
                      <a:pt x="1382" y="1"/>
                    </a:moveTo>
                    <a:cubicBezTo>
                      <a:pt x="1286" y="1"/>
                      <a:pt x="1215" y="72"/>
                      <a:pt x="1215" y="167"/>
                    </a:cubicBezTo>
                    <a:lnTo>
                      <a:pt x="1215" y="370"/>
                    </a:lnTo>
                    <a:cubicBezTo>
                      <a:pt x="1048" y="406"/>
                      <a:pt x="917" y="465"/>
                      <a:pt x="786" y="560"/>
                    </a:cubicBezTo>
                    <a:lnTo>
                      <a:pt x="632" y="406"/>
                    </a:lnTo>
                    <a:cubicBezTo>
                      <a:pt x="607" y="374"/>
                      <a:pt x="559" y="356"/>
                      <a:pt x="511" y="356"/>
                    </a:cubicBezTo>
                    <a:cubicBezTo>
                      <a:pt x="467" y="356"/>
                      <a:pt x="422" y="371"/>
                      <a:pt x="393" y="406"/>
                    </a:cubicBezTo>
                    <a:cubicBezTo>
                      <a:pt x="334" y="465"/>
                      <a:pt x="322" y="584"/>
                      <a:pt x="393" y="644"/>
                    </a:cubicBezTo>
                    <a:lnTo>
                      <a:pt x="548" y="798"/>
                    </a:lnTo>
                    <a:cubicBezTo>
                      <a:pt x="453" y="929"/>
                      <a:pt x="393" y="1072"/>
                      <a:pt x="370" y="1227"/>
                    </a:cubicBezTo>
                    <a:lnTo>
                      <a:pt x="155" y="1227"/>
                    </a:lnTo>
                    <a:cubicBezTo>
                      <a:pt x="72" y="1227"/>
                      <a:pt x="0" y="1299"/>
                      <a:pt x="0" y="1394"/>
                    </a:cubicBezTo>
                    <a:cubicBezTo>
                      <a:pt x="0" y="1477"/>
                      <a:pt x="72" y="1549"/>
                      <a:pt x="155" y="1549"/>
                    </a:cubicBezTo>
                    <a:lnTo>
                      <a:pt x="370" y="1549"/>
                    </a:lnTo>
                    <a:cubicBezTo>
                      <a:pt x="393" y="1715"/>
                      <a:pt x="453" y="1870"/>
                      <a:pt x="548" y="1989"/>
                    </a:cubicBezTo>
                    <a:lnTo>
                      <a:pt x="393" y="2132"/>
                    </a:lnTo>
                    <a:cubicBezTo>
                      <a:pt x="334" y="2191"/>
                      <a:pt x="334" y="2311"/>
                      <a:pt x="393" y="2370"/>
                    </a:cubicBezTo>
                    <a:cubicBezTo>
                      <a:pt x="429" y="2406"/>
                      <a:pt x="477" y="2418"/>
                      <a:pt x="512" y="2418"/>
                    </a:cubicBezTo>
                    <a:cubicBezTo>
                      <a:pt x="560" y="2418"/>
                      <a:pt x="608" y="2394"/>
                      <a:pt x="632" y="2370"/>
                    </a:cubicBezTo>
                    <a:lnTo>
                      <a:pt x="786" y="2227"/>
                    </a:lnTo>
                    <a:cubicBezTo>
                      <a:pt x="905" y="2311"/>
                      <a:pt x="1048" y="2370"/>
                      <a:pt x="1215" y="2406"/>
                    </a:cubicBezTo>
                    <a:lnTo>
                      <a:pt x="1215" y="2608"/>
                    </a:lnTo>
                    <a:cubicBezTo>
                      <a:pt x="1215" y="2703"/>
                      <a:pt x="1286" y="2775"/>
                      <a:pt x="1382" y="2775"/>
                    </a:cubicBezTo>
                    <a:cubicBezTo>
                      <a:pt x="1465" y="2775"/>
                      <a:pt x="1548" y="2703"/>
                      <a:pt x="1548" y="2608"/>
                    </a:cubicBezTo>
                    <a:lnTo>
                      <a:pt x="1548" y="2430"/>
                    </a:lnTo>
                    <a:cubicBezTo>
                      <a:pt x="1703" y="2394"/>
                      <a:pt x="1846" y="2346"/>
                      <a:pt x="1977" y="2251"/>
                    </a:cubicBezTo>
                    <a:lnTo>
                      <a:pt x="2120" y="2394"/>
                    </a:lnTo>
                    <a:cubicBezTo>
                      <a:pt x="2156" y="2430"/>
                      <a:pt x="2203" y="2442"/>
                      <a:pt x="2239" y="2442"/>
                    </a:cubicBezTo>
                    <a:cubicBezTo>
                      <a:pt x="2286" y="2442"/>
                      <a:pt x="2334" y="2430"/>
                      <a:pt x="2358" y="2394"/>
                    </a:cubicBezTo>
                    <a:cubicBezTo>
                      <a:pt x="2417" y="2346"/>
                      <a:pt x="2441" y="2215"/>
                      <a:pt x="2358" y="2156"/>
                    </a:cubicBezTo>
                    <a:lnTo>
                      <a:pt x="2215" y="2013"/>
                    </a:lnTo>
                    <a:cubicBezTo>
                      <a:pt x="2298" y="1882"/>
                      <a:pt x="2358" y="1727"/>
                      <a:pt x="2394" y="1584"/>
                    </a:cubicBezTo>
                    <a:lnTo>
                      <a:pt x="2596" y="1584"/>
                    </a:lnTo>
                    <a:cubicBezTo>
                      <a:pt x="2691" y="1584"/>
                      <a:pt x="2763" y="1501"/>
                      <a:pt x="2763" y="1418"/>
                    </a:cubicBezTo>
                    <a:cubicBezTo>
                      <a:pt x="2763" y="1299"/>
                      <a:pt x="2691" y="1227"/>
                      <a:pt x="2608" y="1227"/>
                    </a:cubicBezTo>
                    <a:lnTo>
                      <a:pt x="2394" y="1227"/>
                    </a:lnTo>
                    <a:cubicBezTo>
                      <a:pt x="2370" y="1060"/>
                      <a:pt x="2310" y="906"/>
                      <a:pt x="2215" y="798"/>
                    </a:cubicBezTo>
                    <a:lnTo>
                      <a:pt x="2370" y="644"/>
                    </a:lnTo>
                    <a:cubicBezTo>
                      <a:pt x="2417" y="584"/>
                      <a:pt x="2417" y="465"/>
                      <a:pt x="2370" y="406"/>
                    </a:cubicBezTo>
                    <a:cubicBezTo>
                      <a:pt x="2340" y="376"/>
                      <a:pt x="2292" y="361"/>
                      <a:pt x="2245" y="361"/>
                    </a:cubicBezTo>
                    <a:cubicBezTo>
                      <a:pt x="2197" y="361"/>
                      <a:pt x="2150" y="376"/>
                      <a:pt x="2120" y="406"/>
                    </a:cubicBezTo>
                    <a:lnTo>
                      <a:pt x="1977" y="560"/>
                    </a:lnTo>
                    <a:cubicBezTo>
                      <a:pt x="1858" y="465"/>
                      <a:pt x="1715" y="406"/>
                      <a:pt x="1548" y="370"/>
                    </a:cubicBezTo>
                    <a:lnTo>
                      <a:pt x="1548" y="167"/>
                    </a:lnTo>
                    <a:cubicBezTo>
                      <a:pt x="1548" y="72"/>
                      <a:pt x="1477" y="1"/>
                      <a:pt x="13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2"/>
              <p:cNvSpPr/>
              <p:nvPr/>
            </p:nvSpPr>
            <p:spPr>
              <a:xfrm>
                <a:off x="2908436" y="2488059"/>
                <a:ext cx="33612" cy="33993"/>
              </a:xfrm>
              <a:custGeom>
                <a:rect b="b" l="l" r="r" t="t"/>
                <a:pathLst>
                  <a:path extrusionOk="0" h="1073" w="1061">
                    <a:moveTo>
                      <a:pt x="525" y="346"/>
                    </a:moveTo>
                    <a:cubicBezTo>
                      <a:pt x="632" y="346"/>
                      <a:pt x="715" y="430"/>
                      <a:pt x="715" y="537"/>
                    </a:cubicBezTo>
                    <a:cubicBezTo>
                      <a:pt x="715" y="632"/>
                      <a:pt x="632" y="727"/>
                      <a:pt x="525" y="727"/>
                    </a:cubicBezTo>
                    <a:cubicBezTo>
                      <a:pt x="417" y="727"/>
                      <a:pt x="334" y="632"/>
                      <a:pt x="334" y="537"/>
                    </a:cubicBezTo>
                    <a:cubicBezTo>
                      <a:pt x="334" y="430"/>
                      <a:pt x="417" y="346"/>
                      <a:pt x="525" y="346"/>
                    </a:cubicBezTo>
                    <a:close/>
                    <a:moveTo>
                      <a:pt x="525" y="1"/>
                    </a:moveTo>
                    <a:cubicBezTo>
                      <a:pt x="239" y="1"/>
                      <a:pt x="1" y="239"/>
                      <a:pt x="1" y="537"/>
                    </a:cubicBezTo>
                    <a:cubicBezTo>
                      <a:pt x="1" y="834"/>
                      <a:pt x="239" y="1072"/>
                      <a:pt x="525" y="1072"/>
                    </a:cubicBezTo>
                    <a:cubicBezTo>
                      <a:pt x="810" y="1072"/>
                      <a:pt x="1048" y="834"/>
                      <a:pt x="1048" y="537"/>
                    </a:cubicBezTo>
                    <a:cubicBezTo>
                      <a:pt x="1060" y="239"/>
                      <a:pt x="822" y="1"/>
                      <a:pt x="525"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2" name="Google Shape;3542;p62"/>
            <p:cNvSpPr txBox="1"/>
            <p:nvPr/>
          </p:nvSpPr>
          <p:spPr>
            <a:xfrm>
              <a:off x="7086638" y="1253438"/>
              <a:ext cx="967200" cy="28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Usibility test</a:t>
              </a:r>
              <a:endParaRPr sz="1200">
                <a:latin typeface="Abel"/>
                <a:ea typeface="Abel"/>
                <a:cs typeface="Abel"/>
                <a:sym typeface="Abel"/>
              </a:endParaRPr>
            </a:p>
          </p:txBody>
        </p:sp>
        <p:grpSp>
          <p:nvGrpSpPr>
            <p:cNvPr id="3543" name="Google Shape;3543;p62"/>
            <p:cNvGrpSpPr/>
            <p:nvPr/>
          </p:nvGrpSpPr>
          <p:grpSpPr>
            <a:xfrm>
              <a:off x="7411787" y="3736664"/>
              <a:ext cx="319747" cy="293135"/>
              <a:chOff x="2903337" y="4279032"/>
              <a:chExt cx="382519" cy="350682"/>
            </a:xfrm>
          </p:grpSpPr>
          <p:sp>
            <p:nvSpPr>
              <p:cNvPr id="3544" name="Google Shape;3544;p62"/>
              <p:cNvSpPr/>
              <p:nvPr/>
            </p:nvSpPr>
            <p:spPr>
              <a:xfrm>
                <a:off x="2966979" y="4320570"/>
                <a:ext cx="202248" cy="184183"/>
              </a:xfrm>
              <a:custGeom>
                <a:rect b="b" l="l" r="r" t="t"/>
                <a:pathLst>
                  <a:path extrusionOk="0" h="5791" w="6359">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62"/>
              <p:cNvSpPr/>
              <p:nvPr/>
            </p:nvSpPr>
            <p:spPr>
              <a:xfrm>
                <a:off x="2903337" y="4279032"/>
                <a:ext cx="382519" cy="350682"/>
              </a:xfrm>
              <a:custGeom>
                <a:rect b="b" l="l" r="r" t="t"/>
                <a:pathLst>
                  <a:path extrusionOk="0" h="11026" w="12027">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62"/>
              <p:cNvSpPr/>
              <p:nvPr/>
            </p:nvSpPr>
            <p:spPr>
              <a:xfrm>
                <a:off x="2937814" y="4300215"/>
                <a:ext cx="11768" cy="11418"/>
              </a:xfrm>
              <a:custGeom>
                <a:rect b="b" l="l" r="r" t="t"/>
                <a:pathLst>
                  <a:path extrusionOk="0" h="359" w="37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62"/>
              <p:cNvSpPr/>
              <p:nvPr/>
            </p:nvSpPr>
            <p:spPr>
              <a:xfrm>
                <a:off x="2952572" y="4300215"/>
                <a:ext cx="11386" cy="11418"/>
              </a:xfrm>
              <a:custGeom>
                <a:rect b="b" l="l" r="r" t="t"/>
                <a:pathLst>
                  <a:path extrusionOk="0" h="359" w="358">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62"/>
              <p:cNvSpPr/>
              <p:nvPr/>
            </p:nvSpPr>
            <p:spPr>
              <a:xfrm>
                <a:off x="2967361" y="4300215"/>
                <a:ext cx="11386" cy="11418"/>
              </a:xfrm>
              <a:custGeom>
                <a:rect b="b" l="l" r="r" t="t"/>
                <a:pathLst>
                  <a:path extrusionOk="0" h="359" w="358">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62"/>
              <p:cNvSpPr/>
              <p:nvPr/>
            </p:nvSpPr>
            <p:spPr>
              <a:xfrm>
                <a:off x="3016563" y="4424063"/>
                <a:ext cx="11418" cy="11386"/>
              </a:xfrm>
              <a:custGeom>
                <a:rect b="b" l="l" r="r" t="t"/>
                <a:pathLst>
                  <a:path extrusionOk="0" h="358" w="359">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2"/>
              <p:cNvSpPr/>
              <p:nvPr/>
            </p:nvSpPr>
            <p:spPr>
              <a:xfrm>
                <a:off x="3016563" y="4442606"/>
                <a:ext cx="11418" cy="11386"/>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2"/>
              <p:cNvSpPr/>
              <p:nvPr/>
            </p:nvSpPr>
            <p:spPr>
              <a:xfrm>
                <a:off x="3032498" y="4424063"/>
                <a:ext cx="11768" cy="11386"/>
              </a:xfrm>
              <a:custGeom>
                <a:rect b="b" l="l" r="r" t="t"/>
                <a:pathLst>
                  <a:path extrusionOk="0" h="358" w="37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62"/>
              <p:cNvSpPr/>
              <p:nvPr/>
            </p:nvSpPr>
            <p:spPr>
              <a:xfrm>
                <a:off x="3032498" y="4442606"/>
                <a:ext cx="11768" cy="11386"/>
              </a:xfrm>
              <a:custGeom>
                <a:rect b="b" l="l" r="r" t="t"/>
                <a:pathLst>
                  <a:path extrusionOk="0" h="358" w="37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62"/>
              <p:cNvSpPr/>
              <p:nvPr/>
            </p:nvSpPr>
            <p:spPr>
              <a:xfrm>
                <a:off x="3016213" y="4357527"/>
                <a:ext cx="112494" cy="111636"/>
              </a:xfrm>
              <a:custGeom>
                <a:rect b="b" l="l" r="r" t="t"/>
                <a:pathLst>
                  <a:path extrusionOk="0" h="3510" w="3537">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2"/>
              <p:cNvSpPr/>
              <p:nvPr/>
            </p:nvSpPr>
            <p:spPr>
              <a:xfrm>
                <a:off x="2937051" y="4499791"/>
                <a:ext cx="14439" cy="11386"/>
              </a:xfrm>
              <a:custGeom>
                <a:rect b="b" l="l" r="r" t="t"/>
                <a:pathLst>
                  <a:path extrusionOk="0" h="358" w="454">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62"/>
              <p:cNvSpPr/>
              <p:nvPr/>
            </p:nvSpPr>
            <p:spPr>
              <a:xfrm>
                <a:off x="2953717" y="4499791"/>
                <a:ext cx="30310" cy="11386"/>
              </a:xfrm>
              <a:custGeom>
                <a:rect b="b" l="l" r="r" t="t"/>
                <a:pathLst>
                  <a:path extrusionOk="0" h="358" w="953">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62"/>
              <p:cNvSpPr/>
              <p:nvPr/>
            </p:nvSpPr>
            <p:spPr>
              <a:xfrm>
                <a:off x="2937051" y="4514930"/>
                <a:ext cx="46976" cy="11386"/>
              </a:xfrm>
              <a:custGeom>
                <a:rect b="b" l="l" r="r" t="t"/>
                <a:pathLst>
                  <a:path extrusionOk="0" h="358" w="1477">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62"/>
              <p:cNvSpPr/>
              <p:nvPr/>
            </p:nvSpPr>
            <p:spPr>
              <a:xfrm>
                <a:off x="2937051" y="4529719"/>
                <a:ext cx="46976" cy="11386"/>
              </a:xfrm>
              <a:custGeom>
                <a:rect b="b" l="l" r="r" t="t"/>
                <a:pathLst>
                  <a:path extrusionOk="0" h="358" w="1477">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62"/>
              <p:cNvSpPr/>
              <p:nvPr/>
            </p:nvSpPr>
            <p:spPr>
              <a:xfrm>
                <a:off x="3213881" y="4343787"/>
                <a:ext cx="11386" cy="126488"/>
              </a:xfrm>
              <a:custGeom>
                <a:rect b="b" l="l" r="r" t="t"/>
                <a:pathLst>
                  <a:path extrusionOk="0" h="3977" w="358">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9" name="Google Shape;3559;p62"/>
            <p:cNvSpPr txBox="1"/>
            <p:nvPr/>
          </p:nvSpPr>
          <p:spPr>
            <a:xfrm>
              <a:off x="7086650" y="3323475"/>
              <a:ext cx="967200" cy="38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Graphic quality check</a:t>
              </a:r>
              <a:endParaRPr sz="1200">
                <a:latin typeface="Abel"/>
                <a:ea typeface="Abel"/>
                <a:cs typeface="Abel"/>
                <a:sym typeface="Abel"/>
              </a:endParaRPr>
            </a:p>
          </p:txBody>
        </p:sp>
        <p:cxnSp>
          <p:nvCxnSpPr>
            <p:cNvPr id="3560" name="Google Shape;3560;p62"/>
            <p:cNvCxnSpPr>
              <a:stCxn id="3397" idx="0"/>
            </p:cNvCxnSpPr>
            <p:nvPr/>
          </p:nvCxnSpPr>
          <p:spPr>
            <a:xfrm rot="10800000">
              <a:off x="7571632" y="1965748"/>
              <a:ext cx="0" cy="184200"/>
            </a:xfrm>
            <a:prstGeom prst="straightConnector1">
              <a:avLst/>
            </a:prstGeom>
            <a:noFill/>
            <a:ln cap="flat" cmpd="sng" w="9525">
              <a:solidFill>
                <a:srgbClr val="2F293A"/>
              </a:solidFill>
              <a:prstDash val="solid"/>
              <a:round/>
              <a:headEnd len="med" w="med" type="none"/>
              <a:tailEnd len="med" w="med" type="none"/>
            </a:ln>
          </p:spPr>
        </p:cxnSp>
        <p:cxnSp>
          <p:nvCxnSpPr>
            <p:cNvPr id="3561" name="Google Shape;3561;p62"/>
            <p:cNvCxnSpPr>
              <a:stCxn id="3397" idx="2"/>
              <a:endCxn id="3559" idx="0"/>
            </p:cNvCxnSpPr>
            <p:nvPr/>
          </p:nvCxnSpPr>
          <p:spPr>
            <a:xfrm flipH="1">
              <a:off x="7570132" y="3116991"/>
              <a:ext cx="1500" cy="206400"/>
            </a:xfrm>
            <a:prstGeom prst="straightConnector1">
              <a:avLst/>
            </a:prstGeom>
            <a:noFill/>
            <a:ln cap="flat" cmpd="sng" w="9525">
              <a:solidFill>
                <a:srgbClr val="2F293A"/>
              </a:solidFill>
              <a:prstDash val="solid"/>
              <a:round/>
              <a:headEnd len="med" w="med" type="none"/>
              <a:tailEnd len="med" w="med" type="none"/>
            </a:ln>
          </p:spPr>
        </p:cxnSp>
      </p:grpSp>
      <p:grpSp>
        <p:nvGrpSpPr>
          <p:cNvPr id="3562" name="Google Shape;3562;p62"/>
          <p:cNvGrpSpPr/>
          <p:nvPr/>
        </p:nvGrpSpPr>
        <p:grpSpPr>
          <a:xfrm>
            <a:off x="847125" y="4104650"/>
            <a:ext cx="7137075" cy="855875"/>
            <a:chOff x="923325" y="4104650"/>
            <a:chExt cx="7137075" cy="855875"/>
          </a:xfrm>
        </p:grpSpPr>
        <p:cxnSp>
          <p:nvCxnSpPr>
            <p:cNvPr id="3563" name="Google Shape;3563;p62"/>
            <p:cNvCxnSpPr/>
            <p:nvPr/>
          </p:nvCxnSpPr>
          <p:spPr>
            <a:xfrm>
              <a:off x="1952325" y="4288850"/>
              <a:ext cx="6108000" cy="0"/>
            </a:xfrm>
            <a:prstGeom prst="straightConnector1">
              <a:avLst/>
            </a:prstGeom>
            <a:noFill/>
            <a:ln cap="flat" cmpd="sng" w="9525">
              <a:solidFill>
                <a:srgbClr val="5283B8"/>
              </a:solidFill>
              <a:prstDash val="solid"/>
              <a:round/>
              <a:headEnd len="med" w="med" type="none"/>
              <a:tailEnd len="med" w="med" type="triangle"/>
            </a:ln>
          </p:spPr>
        </p:cxnSp>
        <p:sp>
          <p:nvSpPr>
            <p:cNvPr id="3564" name="Google Shape;3564;p62"/>
            <p:cNvSpPr txBox="1"/>
            <p:nvPr/>
          </p:nvSpPr>
          <p:spPr>
            <a:xfrm>
              <a:off x="923325" y="4104650"/>
              <a:ext cx="1181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5283B8"/>
                  </a:solidFill>
                  <a:latin typeface="Abel"/>
                  <a:ea typeface="Abel"/>
                  <a:cs typeface="Abel"/>
                  <a:sym typeface="Abel"/>
                </a:rPr>
                <a:t>Dev Back-end</a:t>
              </a:r>
              <a:endParaRPr sz="1200">
                <a:solidFill>
                  <a:srgbClr val="5283B8"/>
                </a:solidFill>
                <a:latin typeface="Abel"/>
                <a:ea typeface="Abel"/>
                <a:cs typeface="Abel"/>
                <a:sym typeface="Abel"/>
              </a:endParaRPr>
            </a:p>
          </p:txBody>
        </p:sp>
        <p:cxnSp>
          <p:nvCxnSpPr>
            <p:cNvPr id="3565" name="Google Shape;3565;p62"/>
            <p:cNvCxnSpPr/>
            <p:nvPr/>
          </p:nvCxnSpPr>
          <p:spPr>
            <a:xfrm>
              <a:off x="6068700" y="4525425"/>
              <a:ext cx="1991700" cy="0"/>
            </a:xfrm>
            <a:prstGeom prst="straightConnector1">
              <a:avLst/>
            </a:prstGeom>
            <a:noFill/>
            <a:ln cap="flat" cmpd="sng" w="9525">
              <a:solidFill>
                <a:srgbClr val="FF2E69"/>
              </a:solidFill>
              <a:prstDash val="solid"/>
              <a:round/>
              <a:headEnd len="med" w="med" type="none"/>
              <a:tailEnd len="med" w="med" type="triangle"/>
            </a:ln>
          </p:spPr>
        </p:cxnSp>
        <p:sp>
          <p:nvSpPr>
            <p:cNvPr id="3566" name="Google Shape;3566;p62"/>
            <p:cNvSpPr txBox="1"/>
            <p:nvPr/>
          </p:nvSpPr>
          <p:spPr>
            <a:xfrm>
              <a:off x="923325" y="4341225"/>
              <a:ext cx="1181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2E69"/>
                  </a:solidFill>
                  <a:latin typeface="Abel"/>
                  <a:ea typeface="Abel"/>
                  <a:cs typeface="Abel"/>
                  <a:sym typeface="Abel"/>
                </a:rPr>
                <a:t>UI designer</a:t>
              </a:r>
              <a:endParaRPr sz="1200">
                <a:solidFill>
                  <a:srgbClr val="FF2E69"/>
                </a:solidFill>
                <a:latin typeface="Abel"/>
                <a:ea typeface="Abel"/>
                <a:cs typeface="Abel"/>
                <a:sym typeface="Abel"/>
              </a:endParaRPr>
            </a:p>
          </p:txBody>
        </p:sp>
        <p:cxnSp>
          <p:nvCxnSpPr>
            <p:cNvPr id="3567" name="Google Shape;3567;p62"/>
            <p:cNvCxnSpPr/>
            <p:nvPr/>
          </p:nvCxnSpPr>
          <p:spPr>
            <a:xfrm>
              <a:off x="4384100" y="4776325"/>
              <a:ext cx="3676200" cy="0"/>
            </a:xfrm>
            <a:prstGeom prst="straightConnector1">
              <a:avLst/>
            </a:prstGeom>
            <a:noFill/>
            <a:ln cap="flat" cmpd="sng" w="9525">
              <a:solidFill>
                <a:srgbClr val="372BD4"/>
              </a:solidFill>
              <a:prstDash val="solid"/>
              <a:round/>
              <a:headEnd len="med" w="med" type="none"/>
              <a:tailEnd len="med" w="med" type="triangle"/>
            </a:ln>
          </p:spPr>
        </p:cxnSp>
        <p:sp>
          <p:nvSpPr>
            <p:cNvPr id="3568" name="Google Shape;3568;p62"/>
            <p:cNvSpPr txBox="1"/>
            <p:nvPr/>
          </p:nvSpPr>
          <p:spPr>
            <a:xfrm>
              <a:off x="923325" y="4592125"/>
              <a:ext cx="1181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72BD4"/>
                  </a:solidFill>
                  <a:latin typeface="Abel"/>
                  <a:ea typeface="Abel"/>
                  <a:cs typeface="Abel"/>
                  <a:sym typeface="Abel"/>
                </a:rPr>
                <a:t>Dev Front-end</a:t>
              </a:r>
              <a:endParaRPr sz="1200">
                <a:solidFill>
                  <a:srgbClr val="372BD4"/>
                </a:solidFill>
                <a:latin typeface="Abel"/>
                <a:ea typeface="Abel"/>
                <a:cs typeface="Abel"/>
                <a:sym typeface="Abel"/>
              </a:endParaRPr>
            </a:p>
          </p:txBody>
        </p:sp>
      </p:grpSp>
      <p:grpSp>
        <p:nvGrpSpPr>
          <p:cNvPr id="3569" name="Google Shape;3569;p62"/>
          <p:cNvGrpSpPr/>
          <p:nvPr/>
        </p:nvGrpSpPr>
        <p:grpSpPr>
          <a:xfrm>
            <a:off x="-296339" y="-102759"/>
            <a:ext cx="1459378" cy="1585165"/>
            <a:chOff x="1228825" y="1383325"/>
            <a:chExt cx="1192400" cy="1295175"/>
          </a:xfrm>
        </p:grpSpPr>
        <p:sp>
          <p:nvSpPr>
            <p:cNvPr id="3570" name="Google Shape;3570;p62"/>
            <p:cNvSpPr/>
            <p:nvPr/>
          </p:nvSpPr>
          <p:spPr>
            <a:xfrm>
              <a:off x="1228825" y="1383325"/>
              <a:ext cx="1192400" cy="1295175"/>
            </a:xfrm>
            <a:custGeom>
              <a:rect b="b" l="l" r="r" t="t"/>
              <a:pathLst>
                <a:path extrusionOk="0" h="51807" w="47696">
                  <a:moveTo>
                    <a:pt x="37313" y="264"/>
                  </a:moveTo>
                  <a:lnTo>
                    <a:pt x="38209" y="291"/>
                  </a:lnTo>
                  <a:lnTo>
                    <a:pt x="39079" y="370"/>
                  </a:lnTo>
                  <a:lnTo>
                    <a:pt x="39922" y="502"/>
                  </a:lnTo>
                  <a:lnTo>
                    <a:pt x="40712" y="660"/>
                  </a:lnTo>
                  <a:lnTo>
                    <a:pt x="41503" y="897"/>
                  </a:lnTo>
                  <a:lnTo>
                    <a:pt x="42241" y="1160"/>
                  </a:lnTo>
                  <a:lnTo>
                    <a:pt x="42662" y="1345"/>
                  </a:lnTo>
                  <a:lnTo>
                    <a:pt x="43057" y="1556"/>
                  </a:lnTo>
                  <a:lnTo>
                    <a:pt x="43453" y="1766"/>
                  </a:lnTo>
                  <a:lnTo>
                    <a:pt x="43822" y="2004"/>
                  </a:lnTo>
                  <a:lnTo>
                    <a:pt x="44191" y="2267"/>
                  </a:lnTo>
                  <a:lnTo>
                    <a:pt x="44533" y="2531"/>
                  </a:lnTo>
                  <a:lnTo>
                    <a:pt x="44876" y="2794"/>
                  </a:lnTo>
                  <a:lnTo>
                    <a:pt x="45192" y="3084"/>
                  </a:lnTo>
                  <a:lnTo>
                    <a:pt x="45482" y="3400"/>
                  </a:lnTo>
                  <a:lnTo>
                    <a:pt x="45772" y="3716"/>
                  </a:lnTo>
                  <a:lnTo>
                    <a:pt x="46035" y="4033"/>
                  </a:lnTo>
                  <a:lnTo>
                    <a:pt x="46272" y="4375"/>
                  </a:lnTo>
                  <a:lnTo>
                    <a:pt x="46483" y="4718"/>
                  </a:lnTo>
                  <a:lnTo>
                    <a:pt x="46668" y="5087"/>
                  </a:lnTo>
                  <a:lnTo>
                    <a:pt x="46852" y="5456"/>
                  </a:lnTo>
                  <a:lnTo>
                    <a:pt x="47010" y="5824"/>
                  </a:lnTo>
                  <a:lnTo>
                    <a:pt x="47116" y="6141"/>
                  </a:lnTo>
                  <a:lnTo>
                    <a:pt x="47195" y="6457"/>
                  </a:lnTo>
                  <a:lnTo>
                    <a:pt x="47274" y="6773"/>
                  </a:lnTo>
                  <a:lnTo>
                    <a:pt x="47326" y="7089"/>
                  </a:lnTo>
                  <a:lnTo>
                    <a:pt x="47405" y="7748"/>
                  </a:lnTo>
                  <a:lnTo>
                    <a:pt x="47432" y="8407"/>
                  </a:lnTo>
                  <a:lnTo>
                    <a:pt x="47379" y="9092"/>
                  </a:lnTo>
                  <a:lnTo>
                    <a:pt x="47274" y="9751"/>
                  </a:lnTo>
                  <a:lnTo>
                    <a:pt x="47116" y="10436"/>
                  </a:lnTo>
                  <a:lnTo>
                    <a:pt x="46905" y="11068"/>
                  </a:lnTo>
                  <a:lnTo>
                    <a:pt x="46641" y="11727"/>
                  </a:lnTo>
                  <a:lnTo>
                    <a:pt x="46325" y="12359"/>
                  </a:lnTo>
                  <a:lnTo>
                    <a:pt x="45956" y="12966"/>
                  </a:lnTo>
                  <a:lnTo>
                    <a:pt x="45534" y="13545"/>
                  </a:lnTo>
                  <a:lnTo>
                    <a:pt x="45060" y="14125"/>
                  </a:lnTo>
                  <a:lnTo>
                    <a:pt x="44560" y="14626"/>
                  </a:lnTo>
                  <a:lnTo>
                    <a:pt x="44006" y="15126"/>
                  </a:lnTo>
                  <a:lnTo>
                    <a:pt x="43426" y="15574"/>
                  </a:lnTo>
                  <a:lnTo>
                    <a:pt x="42768" y="15996"/>
                  </a:lnTo>
                  <a:lnTo>
                    <a:pt x="42109" y="16365"/>
                  </a:lnTo>
                  <a:lnTo>
                    <a:pt x="41424" y="16734"/>
                  </a:lnTo>
                  <a:lnTo>
                    <a:pt x="40739" y="17076"/>
                  </a:lnTo>
                  <a:lnTo>
                    <a:pt x="39553" y="17709"/>
                  </a:lnTo>
                  <a:lnTo>
                    <a:pt x="38973" y="18025"/>
                  </a:lnTo>
                  <a:lnTo>
                    <a:pt x="38393" y="18367"/>
                  </a:lnTo>
                  <a:lnTo>
                    <a:pt x="37866" y="18736"/>
                  </a:lnTo>
                  <a:lnTo>
                    <a:pt x="37313" y="19158"/>
                  </a:lnTo>
                  <a:lnTo>
                    <a:pt x="36812" y="19580"/>
                  </a:lnTo>
                  <a:lnTo>
                    <a:pt x="36312" y="20054"/>
                  </a:lnTo>
                  <a:lnTo>
                    <a:pt x="35811" y="20528"/>
                  </a:lnTo>
                  <a:lnTo>
                    <a:pt x="35363" y="21055"/>
                  </a:lnTo>
                  <a:lnTo>
                    <a:pt x="34889" y="21609"/>
                  </a:lnTo>
                  <a:lnTo>
                    <a:pt x="34441" y="22188"/>
                  </a:lnTo>
                  <a:lnTo>
                    <a:pt x="34019" y="22794"/>
                  </a:lnTo>
                  <a:lnTo>
                    <a:pt x="33624" y="23453"/>
                  </a:lnTo>
                  <a:lnTo>
                    <a:pt x="33202" y="24112"/>
                  </a:lnTo>
                  <a:lnTo>
                    <a:pt x="32833" y="24823"/>
                  </a:lnTo>
                  <a:lnTo>
                    <a:pt x="32464" y="25535"/>
                  </a:lnTo>
                  <a:lnTo>
                    <a:pt x="32122" y="26299"/>
                  </a:lnTo>
                  <a:lnTo>
                    <a:pt x="31779" y="27090"/>
                  </a:lnTo>
                  <a:lnTo>
                    <a:pt x="31463" y="27907"/>
                  </a:lnTo>
                  <a:lnTo>
                    <a:pt x="31173" y="28697"/>
                  </a:lnTo>
                  <a:lnTo>
                    <a:pt x="30883" y="29514"/>
                  </a:lnTo>
                  <a:lnTo>
                    <a:pt x="30383" y="31121"/>
                  </a:lnTo>
                  <a:lnTo>
                    <a:pt x="29935" y="32755"/>
                  </a:lnTo>
                  <a:lnTo>
                    <a:pt x="29487" y="34363"/>
                  </a:lnTo>
                  <a:lnTo>
                    <a:pt x="28802" y="36840"/>
                  </a:lnTo>
                  <a:lnTo>
                    <a:pt x="28433" y="38078"/>
                  </a:lnTo>
                  <a:lnTo>
                    <a:pt x="28037" y="39317"/>
                  </a:lnTo>
                  <a:lnTo>
                    <a:pt x="27616" y="40529"/>
                  </a:lnTo>
                  <a:lnTo>
                    <a:pt x="27352" y="41161"/>
                  </a:lnTo>
                  <a:lnTo>
                    <a:pt x="27089" y="41794"/>
                  </a:lnTo>
                  <a:lnTo>
                    <a:pt x="26773" y="42426"/>
                  </a:lnTo>
                  <a:lnTo>
                    <a:pt x="26430" y="43058"/>
                  </a:lnTo>
                  <a:lnTo>
                    <a:pt x="26061" y="43664"/>
                  </a:lnTo>
                  <a:lnTo>
                    <a:pt x="25640" y="44244"/>
                  </a:lnTo>
                  <a:lnTo>
                    <a:pt x="25218" y="44718"/>
                  </a:lnTo>
                  <a:lnTo>
                    <a:pt x="24796" y="45193"/>
                  </a:lnTo>
                  <a:lnTo>
                    <a:pt x="24348" y="45614"/>
                  </a:lnTo>
                  <a:lnTo>
                    <a:pt x="23900" y="46036"/>
                  </a:lnTo>
                  <a:lnTo>
                    <a:pt x="23426" y="46405"/>
                  </a:lnTo>
                  <a:lnTo>
                    <a:pt x="22952" y="46800"/>
                  </a:lnTo>
                  <a:lnTo>
                    <a:pt x="21977" y="47485"/>
                  </a:lnTo>
                  <a:lnTo>
                    <a:pt x="21054" y="48118"/>
                  </a:lnTo>
                  <a:lnTo>
                    <a:pt x="20158" y="48697"/>
                  </a:lnTo>
                  <a:lnTo>
                    <a:pt x="19315" y="49198"/>
                  </a:lnTo>
                  <a:lnTo>
                    <a:pt x="18498" y="49646"/>
                  </a:lnTo>
                  <a:lnTo>
                    <a:pt x="17682" y="50041"/>
                  </a:lnTo>
                  <a:lnTo>
                    <a:pt x="16917" y="50384"/>
                  </a:lnTo>
                  <a:lnTo>
                    <a:pt x="16127" y="50700"/>
                  </a:lnTo>
                  <a:lnTo>
                    <a:pt x="15363" y="50964"/>
                  </a:lnTo>
                  <a:lnTo>
                    <a:pt x="14888" y="51095"/>
                  </a:lnTo>
                  <a:lnTo>
                    <a:pt x="14388" y="51201"/>
                  </a:lnTo>
                  <a:lnTo>
                    <a:pt x="13913" y="51306"/>
                  </a:lnTo>
                  <a:lnTo>
                    <a:pt x="13439" y="51385"/>
                  </a:lnTo>
                  <a:lnTo>
                    <a:pt x="12938" y="51464"/>
                  </a:lnTo>
                  <a:lnTo>
                    <a:pt x="12464" y="51491"/>
                  </a:lnTo>
                  <a:lnTo>
                    <a:pt x="11990" y="51517"/>
                  </a:lnTo>
                  <a:lnTo>
                    <a:pt x="11542" y="51543"/>
                  </a:lnTo>
                  <a:lnTo>
                    <a:pt x="11067" y="51517"/>
                  </a:lnTo>
                  <a:lnTo>
                    <a:pt x="10619" y="51491"/>
                  </a:lnTo>
                  <a:lnTo>
                    <a:pt x="10171" y="51438"/>
                  </a:lnTo>
                  <a:lnTo>
                    <a:pt x="9724" y="51385"/>
                  </a:lnTo>
                  <a:lnTo>
                    <a:pt x="9276" y="51280"/>
                  </a:lnTo>
                  <a:lnTo>
                    <a:pt x="8854" y="51174"/>
                  </a:lnTo>
                  <a:lnTo>
                    <a:pt x="8459" y="51069"/>
                  </a:lnTo>
                  <a:lnTo>
                    <a:pt x="8037" y="50911"/>
                  </a:lnTo>
                  <a:lnTo>
                    <a:pt x="7721" y="50779"/>
                  </a:lnTo>
                  <a:lnTo>
                    <a:pt x="7431" y="50647"/>
                  </a:lnTo>
                  <a:lnTo>
                    <a:pt x="7167" y="50489"/>
                  </a:lnTo>
                  <a:lnTo>
                    <a:pt x="6930" y="50331"/>
                  </a:lnTo>
                  <a:lnTo>
                    <a:pt x="6746" y="50173"/>
                  </a:lnTo>
                  <a:lnTo>
                    <a:pt x="6561" y="49989"/>
                  </a:lnTo>
                  <a:lnTo>
                    <a:pt x="6430" y="49778"/>
                  </a:lnTo>
                  <a:lnTo>
                    <a:pt x="6324" y="49593"/>
                  </a:lnTo>
                  <a:lnTo>
                    <a:pt x="6245" y="49383"/>
                  </a:lnTo>
                  <a:lnTo>
                    <a:pt x="6192" y="49198"/>
                  </a:lnTo>
                  <a:lnTo>
                    <a:pt x="6166" y="48987"/>
                  </a:lnTo>
                  <a:lnTo>
                    <a:pt x="6140" y="48777"/>
                  </a:lnTo>
                  <a:lnTo>
                    <a:pt x="6140" y="48355"/>
                  </a:lnTo>
                  <a:lnTo>
                    <a:pt x="6166" y="47907"/>
                  </a:lnTo>
                  <a:lnTo>
                    <a:pt x="6192" y="47564"/>
                  </a:lnTo>
                  <a:lnTo>
                    <a:pt x="6192" y="47195"/>
                  </a:lnTo>
                  <a:lnTo>
                    <a:pt x="6166" y="46827"/>
                  </a:lnTo>
                  <a:lnTo>
                    <a:pt x="6113" y="46484"/>
                  </a:lnTo>
                  <a:lnTo>
                    <a:pt x="6061" y="46247"/>
                  </a:lnTo>
                  <a:lnTo>
                    <a:pt x="5955" y="46010"/>
                  </a:lnTo>
                  <a:lnTo>
                    <a:pt x="5850" y="45799"/>
                  </a:lnTo>
                  <a:lnTo>
                    <a:pt x="5745" y="45588"/>
                  </a:lnTo>
                  <a:lnTo>
                    <a:pt x="5586" y="45404"/>
                  </a:lnTo>
                  <a:lnTo>
                    <a:pt x="5428" y="45219"/>
                  </a:lnTo>
                  <a:lnTo>
                    <a:pt x="5086" y="44903"/>
                  </a:lnTo>
                  <a:lnTo>
                    <a:pt x="4717" y="44587"/>
                  </a:lnTo>
                  <a:lnTo>
                    <a:pt x="4295" y="44297"/>
                  </a:lnTo>
                  <a:lnTo>
                    <a:pt x="3426" y="43796"/>
                  </a:lnTo>
                  <a:lnTo>
                    <a:pt x="2951" y="43506"/>
                  </a:lnTo>
                  <a:lnTo>
                    <a:pt x="2477" y="43216"/>
                  </a:lnTo>
                  <a:lnTo>
                    <a:pt x="2029" y="42927"/>
                  </a:lnTo>
                  <a:lnTo>
                    <a:pt x="1607" y="42584"/>
                  </a:lnTo>
                  <a:lnTo>
                    <a:pt x="1344" y="42321"/>
                  </a:lnTo>
                  <a:lnTo>
                    <a:pt x="1107" y="42031"/>
                  </a:lnTo>
                  <a:lnTo>
                    <a:pt x="922" y="41714"/>
                  </a:lnTo>
                  <a:lnTo>
                    <a:pt x="738" y="41398"/>
                  </a:lnTo>
                  <a:lnTo>
                    <a:pt x="580" y="41056"/>
                  </a:lnTo>
                  <a:lnTo>
                    <a:pt x="474" y="40713"/>
                  </a:lnTo>
                  <a:lnTo>
                    <a:pt x="369" y="40344"/>
                  </a:lnTo>
                  <a:lnTo>
                    <a:pt x="316" y="39975"/>
                  </a:lnTo>
                  <a:lnTo>
                    <a:pt x="290" y="39606"/>
                  </a:lnTo>
                  <a:lnTo>
                    <a:pt x="290" y="39237"/>
                  </a:lnTo>
                  <a:lnTo>
                    <a:pt x="316" y="38869"/>
                  </a:lnTo>
                  <a:lnTo>
                    <a:pt x="369" y="38500"/>
                  </a:lnTo>
                  <a:lnTo>
                    <a:pt x="474" y="38131"/>
                  </a:lnTo>
                  <a:lnTo>
                    <a:pt x="606" y="37788"/>
                  </a:lnTo>
                  <a:lnTo>
                    <a:pt x="764" y="37446"/>
                  </a:lnTo>
                  <a:lnTo>
                    <a:pt x="949" y="37129"/>
                  </a:lnTo>
                  <a:lnTo>
                    <a:pt x="1186" y="36840"/>
                  </a:lnTo>
                  <a:lnTo>
                    <a:pt x="1423" y="36576"/>
                  </a:lnTo>
                  <a:lnTo>
                    <a:pt x="1660" y="36365"/>
                  </a:lnTo>
                  <a:lnTo>
                    <a:pt x="1924" y="36233"/>
                  </a:lnTo>
                  <a:lnTo>
                    <a:pt x="2213" y="36128"/>
                  </a:lnTo>
                  <a:lnTo>
                    <a:pt x="2503" y="36075"/>
                  </a:lnTo>
                  <a:lnTo>
                    <a:pt x="2793" y="36049"/>
                  </a:lnTo>
                  <a:lnTo>
                    <a:pt x="3083" y="36075"/>
                  </a:lnTo>
                  <a:lnTo>
                    <a:pt x="3373" y="36128"/>
                  </a:lnTo>
                  <a:lnTo>
                    <a:pt x="3663" y="36207"/>
                  </a:lnTo>
                  <a:lnTo>
                    <a:pt x="4243" y="36392"/>
                  </a:lnTo>
                  <a:lnTo>
                    <a:pt x="4849" y="36602"/>
                  </a:lnTo>
                  <a:lnTo>
                    <a:pt x="5165" y="36681"/>
                  </a:lnTo>
                  <a:lnTo>
                    <a:pt x="5481" y="36734"/>
                  </a:lnTo>
                  <a:lnTo>
                    <a:pt x="5797" y="36760"/>
                  </a:lnTo>
                  <a:lnTo>
                    <a:pt x="6113" y="36787"/>
                  </a:lnTo>
                  <a:lnTo>
                    <a:pt x="6746" y="36760"/>
                  </a:lnTo>
                  <a:lnTo>
                    <a:pt x="7405" y="36708"/>
                  </a:lnTo>
                  <a:lnTo>
                    <a:pt x="8037" y="36629"/>
                  </a:lnTo>
                  <a:lnTo>
                    <a:pt x="8485" y="36550"/>
                  </a:lnTo>
                  <a:lnTo>
                    <a:pt x="8907" y="36471"/>
                  </a:lnTo>
                  <a:lnTo>
                    <a:pt x="9302" y="36365"/>
                  </a:lnTo>
                  <a:lnTo>
                    <a:pt x="9724" y="36260"/>
                  </a:lnTo>
                  <a:lnTo>
                    <a:pt x="10119" y="36128"/>
                  </a:lnTo>
                  <a:lnTo>
                    <a:pt x="10488" y="35970"/>
                  </a:lnTo>
                  <a:lnTo>
                    <a:pt x="10857" y="35812"/>
                  </a:lnTo>
                  <a:lnTo>
                    <a:pt x="11226" y="35654"/>
                  </a:lnTo>
                  <a:lnTo>
                    <a:pt x="11594" y="35469"/>
                  </a:lnTo>
                  <a:lnTo>
                    <a:pt x="11911" y="35258"/>
                  </a:lnTo>
                  <a:lnTo>
                    <a:pt x="12253" y="35048"/>
                  </a:lnTo>
                  <a:lnTo>
                    <a:pt x="12569" y="34811"/>
                  </a:lnTo>
                  <a:lnTo>
                    <a:pt x="12886" y="34573"/>
                  </a:lnTo>
                  <a:lnTo>
                    <a:pt x="13175" y="34336"/>
                  </a:lnTo>
                  <a:lnTo>
                    <a:pt x="13465" y="34046"/>
                  </a:lnTo>
                  <a:lnTo>
                    <a:pt x="13729" y="33783"/>
                  </a:lnTo>
                  <a:lnTo>
                    <a:pt x="14177" y="33256"/>
                  </a:lnTo>
                  <a:lnTo>
                    <a:pt x="14572" y="32702"/>
                  </a:lnTo>
                  <a:lnTo>
                    <a:pt x="14941" y="32149"/>
                  </a:lnTo>
                  <a:lnTo>
                    <a:pt x="15284" y="31543"/>
                  </a:lnTo>
                  <a:lnTo>
                    <a:pt x="15600" y="30937"/>
                  </a:lnTo>
                  <a:lnTo>
                    <a:pt x="15916" y="30304"/>
                  </a:lnTo>
                  <a:lnTo>
                    <a:pt x="16469" y="29040"/>
                  </a:lnTo>
                  <a:lnTo>
                    <a:pt x="17260" y="27195"/>
                  </a:lnTo>
                  <a:lnTo>
                    <a:pt x="18024" y="25351"/>
                  </a:lnTo>
                  <a:lnTo>
                    <a:pt x="18736" y="23480"/>
                  </a:lnTo>
                  <a:lnTo>
                    <a:pt x="19447" y="21609"/>
                  </a:lnTo>
                  <a:lnTo>
                    <a:pt x="20132" y="19711"/>
                  </a:lnTo>
                  <a:lnTo>
                    <a:pt x="20765" y="17814"/>
                  </a:lnTo>
                  <a:lnTo>
                    <a:pt x="21397" y="15917"/>
                  </a:lnTo>
                  <a:lnTo>
                    <a:pt x="21977" y="13993"/>
                  </a:lnTo>
                  <a:lnTo>
                    <a:pt x="22161" y="13414"/>
                  </a:lnTo>
                  <a:lnTo>
                    <a:pt x="22530" y="12228"/>
                  </a:lnTo>
                  <a:lnTo>
                    <a:pt x="22899" y="11042"/>
                  </a:lnTo>
                  <a:lnTo>
                    <a:pt x="23321" y="9856"/>
                  </a:lnTo>
                  <a:lnTo>
                    <a:pt x="23769" y="8697"/>
                  </a:lnTo>
                  <a:lnTo>
                    <a:pt x="24006" y="8143"/>
                  </a:lnTo>
                  <a:lnTo>
                    <a:pt x="24269" y="7590"/>
                  </a:lnTo>
                  <a:lnTo>
                    <a:pt x="24559" y="7063"/>
                  </a:lnTo>
                  <a:lnTo>
                    <a:pt x="24849" y="6536"/>
                  </a:lnTo>
                  <a:lnTo>
                    <a:pt x="25192" y="6009"/>
                  </a:lnTo>
                  <a:lnTo>
                    <a:pt x="25534" y="5508"/>
                  </a:lnTo>
                  <a:lnTo>
                    <a:pt x="25903" y="5034"/>
                  </a:lnTo>
                  <a:lnTo>
                    <a:pt x="26298" y="4560"/>
                  </a:lnTo>
                  <a:lnTo>
                    <a:pt x="26720" y="4138"/>
                  </a:lnTo>
                  <a:lnTo>
                    <a:pt x="27142" y="3743"/>
                  </a:lnTo>
                  <a:lnTo>
                    <a:pt x="27589" y="3374"/>
                  </a:lnTo>
                  <a:lnTo>
                    <a:pt x="28090" y="3005"/>
                  </a:lnTo>
                  <a:lnTo>
                    <a:pt x="28591" y="2662"/>
                  </a:lnTo>
                  <a:lnTo>
                    <a:pt x="29118" y="2346"/>
                  </a:lnTo>
                  <a:lnTo>
                    <a:pt x="29671" y="2030"/>
                  </a:lnTo>
                  <a:lnTo>
                    <a:pt x="30225" y="1766"/>
                  </a:lnTo>
                  <a:lnTo>
                    <a:pt x="30831" y="1503"/>
                  </a:lnTo>
                  <a:lnTo>
                    <a:pt x="31437" y="1292"/>
                  </a:lnTo>
                  <a:lnTo>
                    <a:pt x="32069" y="1081"/>
                  </a:lnTo>
                  <a:lnTo>
                    <a:pt x="32702" y="897"/>
                  </a:lnTo>
                  <a:lnTo>
                    <a:pt x="33360" y="712"/>
                  </a:lnTo>
                  <a:lnTo>
                    <a:pt x="34045" y="581"/>
                  </a:lnTo>
                  <a:lnTo>
                    <a:pt x="34731" y="475"/>
                  </a:lnTo>
                  <a:lnTo>
                    <a:pt x="35442" y="370"/>
                  </a:lnTo>
                  <a:lnTo>
                    <a:pt x="36391" y="291"/>
                  </a:lnTo>
                  <a:lnTo>
                    <a:pt x="37313" y="264"/>
                  </a:lnTo>
                  <a:close/>
                  <a:moveTo>
                    <a:pt x="37313" y="1"/>
                  </a:moveTo>
                  <a:lnTo>
                    <a:pt x="36391" y="27"/>
                  </a:lnTo>
                  <a:lnTo>
                    <a:pt x="35416" y="106"/>
                  </a:lnTo>
                  <a:lnTo>
                    <a:pt x="34678" y="212"/>
                  </a:lnTo>
                  <a:lnTo>
                    <a:pt x="33993" y="317"/>
                  </a:lnTo>
                  <a:lnTo>
                    <a:pt x="33308" y="449"/>
                  </a:lnTo>
                  <a:lnTo>
                    <a:pt x="32623" y="633"/>
                  </a:lnTo>
                  <a:lnTo>
                    <a:pt x="31964" y="818"/>
                  </a:lnTo>
                  <a:lnTo>
                    <a:pt x="31331" y="1029"/>
                  </a:lnTo>
                  <a:lnTo>
                    <a:pt x="30699" y="1266"/>
                  </a:lnTo>
                  <a:lnTo>
                    <a:pt x="30093" y="1529"/>
                  </a:lnTo>
                  <a:lnTo>
                    <a:pt x="29513" y="1793"/>
                  </a:lnTo>
                  <a:lnTo>
                    <a:pt x="28960" y="2109"/>
                  </a:lnTo>
                  <a:lnTo>
                    <a:pt x="28433" y="2425"/>
                  </a:lnTo>
                  <a:lnTo>
                    <a:pt x="27906" y="2794"/>
                  </a:lnTo>
                  <a:lnTo>
                    <a:pt x="27431" y="3163"/>
                  </a:lnTo>
                  <a:lnTo>
                    <a:pt x="26957" y="3532"/>
                  </a:lnTo>
                  <a:lnTo>
                    <a:pt x="26509" y="3954"/>
                  </a:lnTo>
                  <a:lnTo>
                    <a:pt x="26087" y="4375"/>
                  </a:lnTo>
                  <a:lnTo>
                    <a:pt x="25692" y="4849"/>
                  </a:lnTo>
                  <a:lnTo>
                    <a:pt x="25323" y="5350"/>
                  </a:lnTo>
                  <a:lnTo>
                    <a:pt x="24954" y="5851"/>
                  </a:lnTo>
                  <a:lnTo>
                    <a:pt x="24638" y="6378"/>
                  </a:lnTo>
                  <a:lnTo>
                    <a:pt x="24322" y="6905"/>
                  </a:lnTo>
                  <a:lnTo>
                    <a:pt x="24032" y="7458"/>
                  </a:lnTo>
                  <a:lnTo>
                    <a:pt x="23769" y="8012"/>
                  </a:lnTo>
                  <a:lnTo>
                    <a:pt x="23505" y="8591"/>
                  </a:lnTo>
                  <a:lnTo>
                    <a:pt x="23057" y="9751"/>
                  </a:lnTo>
                  <a:lnTo>
                    <a:pt x="22635" y="10937"/>
                  </a:lnTo>
                  <a:lnTo>
                    <a:pt x="22267" y="12122"/>
                  </a:lnTo>
                  <a:lnTo>
                    <a:pt x="21898" y="13334"/>
                  </a:lnTo>
                  <a:lnTo>
                    <a:pt x="21713" y="13914"/>
                  </a:lnTo>
                  <a:lnTo>
                    <a:pt x="21133" y="15838"/>
                  </a:lnTo>
                  <a:lnTo>
                    <a:pt x="20501" y="17735"/>
                  </a:lnTo>
                  <a:lnTo>
                    <a:pt x="19869" y="19606"/>
                  </a:lnTo>
                  <a:lnTo>
                    <a:pt x="19184" y="21503"/>
                  </a:lnTo>
                  <a:lnTo>
                    <a:pt x="18498" y="23374"/>
                  </a:lnTo>
                  <a:lnTo>
                    <a:pt x="17761" y="25245"/>
                  </a:lnTo>
                  <a:lnTo>
                    <a:pt x="16996" y="27090"/>
                  </a:lnTo>
                  <a:lnTo>
                    <a:pt x="16232" y="28934"/>
                  </a:lnTo>
                  <a:lnTo>
                    <a:pt x="15652" y="30199"/>
                  </a:lnTo>
                  <a:lnTo>
                    <a:pt x="15363" y="30805"/>
                  </a:lnTo>
                  <a:lnTo>
                    <a:pt x="15046" y="31411"/>
                  </a:lnTo>
                  <a:lnTo>
                    <a:pt x="14704" y="31991"/>
                  </a:lnTo>
                  <a:lnTo>
                    <a:pt x="14361" y="32544"/>
                  </a:lnTo>
                  <a:lnTo>
                    <a:pt x="13966" y="33071"/>
                  </a:lnTo>
                  <a:lnTo>
                    <a:pt x="13518" y="33598"/>
                  </a:lnTo>
                  <a:lnTo>
                    <a:pt x="13255" y="33862"/>
                  </a:lnTo>
                  <a:lnTo>
                    <a:pt x="12991" y="34125"/>
                  </a:lnTo>
                  <a:lnTo>
                    <a:pt x="12701" y="34363"/>
                  </a:lnTo>
                  <a:lnTo>
                    <a:pt x="12411" y="34600"/>
                  </a:lnTo>
                  <a:lnTo>
                    <a:pt x="12095" y="34811"/>
                  </a:lnTo>
                  <a:lnTo>
                    <a:pt x="11779" y="35021"/>
                  </a:lnTo>
                  <a:lnTo>
                    <a:pt x="11436" y="35232"/>
                  </a:lnTo>
                  <a:lnTo>
                    <a:pt x="11094" y="35417"/>
                  </a:lnTo>
                  <a:lnTo>
                    <a:pt x="10751" y="35575"/>
                  </a:lnTo>
                  <a:lnTo>
                    <a:pt x="10382" y="35733"/>
                  </a:lnTo>
                  <a:lnTo>
                    <a:pt x="10013" y="35865"/>
                  </a:lnTo>
                  <a:lnTo>
                    <a:pt x="9618" y="35996"/>
                  </a:lnTo>
                  <a:lnTo>
                    <a:pt x="9249" y="36102"/>
                  </a:lnTo>
                  <a:lnTo>
                    <a:pt x="8828" y="36207"/>
                  </a:lnTo>
                  <a:lnTo>
                    <a:pt x="8432" y="36286"/>
                  </a:lnTo>
                  <a:lnTo>
                    <a:pt x="8011" y="36339"/>
                  </a:lnTo>
                  <a:lnTo>
                    <a:pt x="7378" y="36444"/>
                  </a:lnTo>
                  <a:lnTo>
                    <a:pt x="6746" y="36497"/>
                  </a:lnTo>
                  <a:lnTo>
                    <a:pt x="5824" y="36497"/>
                  </a:lnTo>
                  <a:lnTo>
                    <a:pt x="5507" y="36471"/>
                  </a:lnTo>
                  <a:lnTo>
                    <a:pt x="5217" y="36418"/>
                  </a:lnTo>
                  <a:lnTo>
                    <a:pt x="4928" y="36339"/>
                  </a:lnTo>
                  <a:lnTo>
                    <a:pt x="4322" y="36154"/>
                  </a:lnTo>
                  <a:lnTo>
                    <a:pt x="3715" y="35944"/>
                  </a:lnTo>
                  <a:lnTo>
                    <a:pt x="3426" y="35865"/>
                  </a:lnTo>
                  <a:lnTo>
                    <a:pt x="3109" y="35812"/>
                  </a:lnTo>
                  <a:lnTo>
                    <a:pt x="2793" y="35785"/>
                  </a:lnTo>
                  <a:lnTo>
                    <a:pt x="2477" y="35785"/>
                  </a:lnTo>
                  <a:lnTo>
                    <a:pt x="2161" y="35865"/>
                  </a:lnTo>
                  <a:lnTo>
                    <a:pt x="1818" y="35970"/>
                  </a:lnTo>
                  <a:lnTo>
                    <a:pt x="1528" y="36154"/>
                  </a:lnTo>
                  <a:lnTo>
                    <a:pt x="1238" y="36365"/>
                  </a:lnTo>
                  <a:lnTo>
                    <a:pt x="975" y="36655"/>
                  </a:lnTo>
                  <a:lnTo>
                    <a:pt x="711" y="36971"/>
                  </a:lnTo>
                  <a:lnTo>
                    <a:pt x="527" y="37314"/>
                  </a:lnTo>
                  <a:lnTo>
                    <a:pt x="343" y="37683"/>
                  </a:lnTo>
                  <a:lnTo>
                    <a:pt x="211" y="38052"/>
                  </a:lnTo>
                  <a:lnTo>
                    <a:pt x="105" y="38421"/>
                  </a:lnTo>
                  <a:lnTo>
                    <a:pt x="53" y="38816"/>
                  </a:lnTo>
                  <a:lnTo>
                    <a:pt x="0" y="39211"/>
                  </a:lnTo>
                  <a:lnTo>
                    <a:pt x="0" y="39606"/>
                  </a:lnTo>
                  <a:lnTo>
                    <a:pt x="53" y="40002"/>
                  </a:lnTo>
                  <a:lnTo>
                    <a:pt x="105" y="40397"/>
                  </a:lnTo>
                  <a:lnTo>
                    <a:pt x="211" y="40792"/>
                  </a:lnTo>
                  <a:lnTo>
                    <a:pt x="343" y="41161"/>
                  </a:lnTo>
                  <a:lnTo>
                    <a:pt x="501" y="41530"/>
                  </a:lnTo>
                  <a:lnTo>
                    <a:pt x="685" y="41873"/>
                  </a:lnTo>
                  <a:lnTo>
                    <a:pt x="896" y="42189"/>
                  </a:lnTo>
                  <a:lnTo>
                    <a:pt x="1159" y="42505"/>
                  </a:lnTo>
                  <a:lnTo>
                    <a:pt x="1423" y="42795"/>
                  </a:lnTo>
                  <a:lnTo>
                    <a:pt x="1845" y="43137"/>
                  </a:lnTo>
                  <a:lnTo>
                    <a:pt x="2319" y="43454"/>
                  </a:lnTo>
                  <a:lnTo>
                    <a:pt x="2793" y="43743"/>
                  </a:lnTo>
                  <a:lnTo>
                    <a:pt x="3294" y="44033"/>
                  </a:lnTo>
                  <a:lnTo>
                    <a:pt x="4137" y="44534"/>
                  </a:lnTo>
                  <a:lnTo>
                    <a:pt x="4532" y="44798"/>
                  </a:lnTo>
                  <a:lnTo>
                    <a:pt x="4901" y="45087"/>
                  </a:lnTo>
                  <a:lnTo>
                    <a:pt x="5217" y="45404"/>
                  </a:lnTo>
                  <a:lnTo>
                    <a:pt x="5376" y="45562"/>
                  </a:lnTo>
                  <a:lnTo>
                    <a:pt x="5507" y="45746"/>
                  </a:lnTo>
                  <a:lnTo>
                    <a:pt x="5613" y="45931"/>
                  </a:lnTo>
                  <a:lnTo>
                    <a:pt x="5718" y="46115"/>
                  </a:lnTo>
                  <a:lnTo>
                    <a:pt x="5797" y="46326"/>
                  </a:lnTo>
                  <a:lnTo>
                    <a:pt x="5850" y="46537"/>
                  </a:lnTo>
                  <a:lnTo>
                    <a:pt x="5903" y="46879"/>
                  </a:lnTo>
                  <a:lnTo>
                    <a:pt x="5929" y="47222"/>
                  </a:lnTo>
                  <a:lnTo>
                    <a:pt x="5903" y="47564"/>
                  </a:lnTo>
                  <a:lnTo>
                    <a:pt x="5876" y="47907"/>
                  </a:lnTo>
                  <a:lnTo>
                    <a:pt x="5850" y="48355"/>
                  </a:lnTo>
                  <a:lnTo>
                    <a:pt x="5876" y="48803"/>
                  </a:lnTo>
                  <a:lnTo>
                    <a:pt x="5876" y="49040"/>
                  </a:lnTo>
                  <a:lnTo>
                    <a:pt x="5929" y="49251"/>
                  </a:lnTo>
                  <a:lnTo>
                    <a:pt x="5982" y="49488"/>
                  </a:lnTo>
                  <a:lnTo>
                    <a:pt x="6061" y="49699"/>
                  </a:lnTo>
                  <a:lnTo>
                    <a:pt x="6192" y="49936"/>
                  </a:lnTo>
                  <a:lnTo>
                    <a:pt x="6351" y="50147"/>
                  </a:lnTo>
                  <a:lnTo>
                    <a:pt x="6535" y="50358"/>
                  </a:lnTo>
                  <a:lnTo>
                    <a:pt x="6746" y="50542"/>
                  </a:lnTo>
                  <a:lnTo>
                    <a:pt x="6983" y="50726"/>
                  </a:lnTo>
                  <a:lnTo>
                    <a:pt x="7273" y="50885"/>
                  </a:lnTo>
                  <a:lnTo>
                    <a:pt x="7589" y="51043"/>
                  </a:lnTo>
                  <a:lnTo>
                    <a:pt x="7932" y="51174"/>
                  </a:lnTo>
                  <a:lnTo>
                    <a:pt x="8380" y="51333"/>
                  </a:lnTo>
                  <a:lnTo>
                    <a:pt x="8801" y="51464"/>
                  </a:lnTo>
                  <a:lnTo>
                    <a:pt x="9249" y="51570"/>
                  </a:lnTo>
                  <a:lnTo>
                    <a:pt x="9697" y="51649"/>
                  </a:lnTo>
                  <a:lnTo>
                    <a:pt x="10145" y="51728"/>
                  </a:lnTo>
                  <a:lnTo>
                    <a:pt x="10619" y="51781"/>
                  </a:lnTo>
                  <a:lnTo>
                    <a:pt x="11094" y="51807"/>
                  </a:lnTo>
                  <a:lnTo>
                    <a:pt x="12042" y="51807"/>
                  </a:lnTo>
                  <a:lnTo>
                    <a:pt x="12517" y="51781"/>
                  </a:lnTo>
                  <a:lnTo>
                    <a:pt x="13017" y="51728"/>
                  </a:lnTo>
                  <a:lnTo>
                    <a:pt x="13492" y="51649"/>
                  </a:lnTo>
                  <a:lnTo>
                    <a:pt x="13966" y="51570"/>
                  </a:lnTo>
                  <a:lnTo>
                    <a:pt x="14467" y="51464"/>
                  </a:lnTo>
                  <a:lnTo>
                    <a:pt x="14941" y="51359"/>
                  </a:lnTo>
                  <a:lnTo>
                    <a:pt x="15442" y="51201"/>
                  </a:lnTo>
                  <a:lnTo>
                    <a:pt x="16232" y="50964"/>
                  </a:lnTo>
                  <a:lnTo>
                    <a:pt x="16996" y="50647"/>
                  </a:lnTo>
                  <a:lnTo>
                    <a:pt x="17813" y="50305"/>
                  </a:lnTo>
                  <a:lnTo>
                    <a:pt x="18604" y="49910"/>
                  </a:lnTo>
                  <a:lnTo>
                    <a:pt x="19447" y="49435"/>
                  </a:lnTo>
                  <a:lnTo>
                    <a:pt x="20317" y="48935"/>
                  </a:lnTo>
                  <a:lnTo>
                    <a:pt x="21213" y="48355"/>
                  </a:lnTo>
                  <a:lnTo>
                    <a:pt x="22135" y="47722"/>
                  </a:lnTo>
                  <a:lnTo>
                    <a:pt x="23110" y="47011"/>
                  </a:lnTo>
                  <a:lnTo>
                    <a:pt x="23610" y="46616"/>
                  </a:lnTo>
                  <a:lnTo>
                    <a:pt x="24085" y="46220"/>
                  </a:lnTo>
                  <a:lnTo>
                    <a:pt x="24559" y="45799"/>
                  </a:lnTo>
                  <a:lnTo>
                    <a:pt x="25007" y="45377"/>
                  </a:lnTo>
                  <a:lnTo>
                    <a:pt x="25429" y="44903"/>
                  </a:lnTo>
                  <a:lnTo>
                    <a:pt x="25850" y="44402"/>
                  </a:lnTo>
                  <a:lnTo>
                    <a:pt x="26272" y="43823"/>
                  </a:lnTo>
                  <a:lnTo>
                    <a:pt x="26667" y="43190"/>
                  </a:lnTo>
                  <a:lnTo>
                    <a:pt x="27010" y="42558"/>
                  </a:lnTo>
                  <a:lnTo>
                    <a:pt x="27326" y="41925"/>
                  </a:lnTo>
                  <a:lnTo>
                    <a:pt x="27616" y="41293"/>
                  </a:lnTo>
                  <a:lnTo>
                    <a:pt x="27853" y="40634"/>
                  </a:lnTo>
                  <a:lnTo>
                    <a:pt x="28301" y="39396"/>
                  </a:lnTo>
                  <a:lnTo>
                    <a:pt x="28696" y="38157"/>
                  </a:lnTo>
                  <a:lnTo>
                    <a:pt x="29065" y="36919"/>
                  </a:lnTo>
                  <a:lnTo>
                    <a:pt x="29750" y="34442"/>
                  </a:lnTo>
                  <a:lnTo>
                    <a:pt x="30198" y="32834"/>
                  </a:lnTo>
                  <a:lnTo>
                    <a:pt x="30646" y="31200"/>
                  </a:lnTo>
                  <a:lnTo>
                    <a:pt x="31147" y="29593"/>
                  </a:lnTo>
                  <a:lnTo>
                    <a:pt x="31437" y="28802"/>
                  </a:lnTo>
                  <a:lnTo>
                    <a:pt x="31700" y="28012"/>
                  </a:lnTo>
                  <a:lnTo>
                    <a:pt x="32016" y="27195"/>
                  </a:lnTo>
                  <a:lnTo>
                    <a:pt x="32359" y="26431"/>
                  </a:lnTo>
                  <a:lnTo>
                    <a:pt x="32702" y="25667"/>
                  </a:lnTo>
                  <a:lnTo>
                    <a:pt x="33070" y="24955"/>
                  </a:lnTo>
                  <a:lnTo>
                    <a:pt x="33439" y="24270"/>
                  </a:lnTo>
                  <a:lnTo>
                    <a:pt x="33835" y="23611"/>
                  </a:lnTo>
                  <a:lnTo>
                    <a:pt x="34256" y="22979"/>
                  </a:lnTo>
                  <a:lnTo>
                    <a:pt x="34678" y="22373"/>
                  </a:lnTo>
                  <a:lnTo>
                    <a:pt x="35100" y="21793"/>
                  </a:lnTo>
                  <a:lnTo>
                    <a:pt x="35547" y="21240"/>
                  </a:lnTo>
                  <a:lnTo>
                    <a:pt x="36022" y="20739"/>
                  </a:lnTo>
                  <a:lnTo>
                    <a:pt x="36496" y="20238"/>
                  </a:lnTo>
                  <a:lnTo>
                    <a:pt x="36997" y="19790"/>
                  </a:lnTo>
                  <a:lnTo>
                    <a:pt x="37497" y="19369"/>
                  </a:lnTo>
                  <a:lnTo>
                    <a:pt x="38024" y="18974"/>
                  </a:lnTo>
                  <a:lnTo>
                    <a:pt x="38551" y="18605"/>
                  </a:lnTo>
                  <a:lnTo>
                    <a:pt x="39105" y="18262"/>
                  </a:lnTo>
                  <a:lnTo>
                    <a:pt x="39685" y="17946"/>
                  </a:lnTo>
                  <a:lnTo>
                    <a:pt x="40870" y="17340"/>
                  </a:lnTo>
                  <a:lnTo>
                    <a:pt x="41555" y="16971"/>
                  </a:lnTo>
                  <a:lnTo>
                    <a:pt x="42241" y="16628"/>
                  </a:lnTo>
                  <a:lnTo>
                    <a:pt x="42926" y="16233"/>
                  </a:lnTo>
                  <a:lnTo>
                    <a:pt x="43585" y="15811"/>
                  </a:lnTo>
                  <a:lnTo>
                    <a:pt x="44191" y="15337"/>
                  </a:lnTo>
                  <a:lnTo>
                    <a:pt x="44744" y="14836"/>
                  </a:lnTo>
                  <a:lnTo>
                    <a:pt x="45271" y="14283"/>
                  </a:lnTo>
                  <a:lnTo>
                    <a:pt x="45745" y="13730"/>
                  </a:lnTo>
                  <a:lnTo>
                    <a:pt x="46167" y="13124"/>
                  </a:lnTo>
                  <a:lnTo>
                    <a:pt x="46562" y="12491"/>
                  </a:lnTo>
                  <a:lnTo>
                    <a:pt x="46878" y="11832"/>
                  </a:lnTo>
                  <a:lnTo>
                    <a:pt x="47168" y="11174"/>
                  </a:lnTo>
                  <a:lnTo>
                    <a:pt x="47379" y="10489"/>
                  </a:lnTo>
                  <a:lnTo>
                    <a:pt x="47537" y="9803"/>
                  </a:lnTo>
                  <a:lnTo>
                    <a:pt x="47643" y="9092"/>
                  </a:lnTo>
                  <a:lnTo>
                    <a:pt x="47695" y="8407"/>
                  </a:lnTo>
                  <a:lnTo>
                    <a:pt x="47695" y="7722"/>
                  </a:lnTo>
                  <a:lnTo>
                    <a:pt x="47643" y="7379"/>
                  </a:lnTo>
                  <a:lnTo>
                    <a:pt x="47616" y="7037"/>
                  </a:lnTo>
                  <a:lnTo>
                    <a:pt x="47537" y="6720"/>
                  </a:lnTo>
                  <a:lnTo>
                    <a:pt x="47458" y="6378"/>
                  </a:lnTo>
                  <a:lnTo>
                    <a:pt x="47379" y="6062"/>
                  </a:lnTo>
                  <a:lnTo>
                    <a:pt x="47274" y="5745"/>
                  </a:lnTo>
                  <a:lnTo>
                    <a:pt x="47116" y="5350"/>
                  </a:lnTo>
                  <a:lnTo>
                    <a:pt x="46931" y="4955"/>
                  </a:lnTo>
                  <a:lnTo>
                    <a:pt x="46720" y="4586"/>
                  </a:lnTo>
                  <a:lnTo>
                    <a:pt x="46483" y="4243"/>
                  </a:lnTo>
                  <a:lnTo>
                    <a:pt x="46246" y="3874"/>
                  </a:lnTo>
                  <a:lnTo>
                    <a:pt x="45982" y="3532"/>
                  </a:lnTo>
                  <a:lnTo>
                    <a:pt x="45693" y="3216"/>
                  </a:lnTo>
                  <a:lnTo>
                    <a:pt x="45376" y="2899"/>
                  </a:lnTo>
                  <a:lnTo>
                    <a:pt x="45060" y="2610"/>
                  </a:lnTo>
                  <a:lnTo>
                    <a:pt x="44718" y="2320"/>
                  </a:lnTo>
                  <a:lnTo>
                    <a:pt x="44375" y="2030"/>
                  </a:lnTo>
                  <a:lnTo>
                    <a:pt x="43980" y="1766"/>
                  </a:lnTo>
                  <a:lnTo>
                    <a:pt x="43611" y="1529"/>
                  </a:lnTo>
                  <a:lnTo>
                    <a:pt x="43189" y="1318"/>
                  </a:lnTo>
                  <a:lnTo>
                    <a:pt x="42768" y="1108"/>
                  </a:lnTo>
                  <a:lnTo>
                    <a:pt x="42346" y="923"/>
                  </a:lnTo>
                  <a:lnTo>
                    <a:pt x="41582" y="633"/>
                  </a:lnTo>
                  <a:lnTo>
                    <a:pt x="40791" y="396"/>
                  </a:lnTo>
                  <a:lnTo>
                    <a:pt x="39974" y="238"/>
                  </a:lnTo>
                  <a:lnTo>
                    <a:pt x="39131" y="106"/>
                  </a:lnTo>
                  <a:lnTo>
                    <a:pt x="38235" y="27"/>
                  </a:lnTo>
                  <a:lnTo>
                    <a:pt x="37313" y="1"/>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62"/>
            <p:cNvSpPr/>
            <p:nvPr/>
          </p:nvSpPr>
          <p:spPr>
            <a:xfrm>
              <a:off x="1305225" y="1474900"/>
              <a:ext cx="1005325" cy="1154200"/>
            </a:xfrm>
            <a:custGeom>
              <a:rect b="b" l="l" r="r" t="t"/>
              <a:pathLst>
                <a:path extrusionOk="0" h="46168" w="40213">
                  <a:moveTo>
                    <a:pt x="30410" y="264"/>
                  </a:moveTo>
                  <a:lnTo>
                    <a:pt x="31200" y="291"/>
                  </a:lnTo>
                  <a:lnTo>
                    <a:pt x="31912" y="343"/>
                  </a:lnTo>
                  <a:lnTo>
                    <a:pt x="32623" y="449"/>
                  </a:lnTo>
                  <a:lnTo>
                    <a:pt x="33308" y="580"/>
                  </a:lnTo>
                  <a:lnTo>
                    <a:pt x="34020" y="738"/>
                  </a:lnTo>
                  <a:lnTo>
                    <a:pt x="34705" y="923"/>
                  </a:lnTo>
                  <a:lnTo>
                    <a:pt x="35390" y="1134"/>
                  </a:lnTo>
                  <a:lnTo>
                    <a:pt x="36734" y="1529"/>
                  </a:lnTo>
                  <a:lnTo>
                    <a:pt x="37314" y="1713"/>
                  </a:lnTo>
                  <a:lnTo>
                    <a:pt x="37893" y="1924"/>
                  </a:lnTo>
                  <a:lnTo>
                    <a:pt x="38157" y="2056"/>
                  </a:lnTo>
                  <a:lnTo>
                    <a:pt x="38447" y="2214"/>
                  </a:lnTo>
                  <a:lnTo>
                    <a:pt x="38684" y="2372"/>
                  </a:lnTo>
                  <a:lnTo>
                    <a:pt x="38921" y="2557"/>
                  </a:lnTo>
                  <a:lnTo>
                    <a:pt x="39158" y="2768"/>
                  </a:lnTo>
                  <a:lnTo>
                    <a:pt x="39343" y="3005"/>
                  </a:lnTo>
                  <a:lnTo>
                    <a:pt x="39501" y="3242"/>
                  </a:lnTo>
                  <a:lnTo>
                    <a:pt x="39633" y="3505"/>
                  </a:lnTo>
                  <a:lnTo>
                    <a:pt x="39738" y="3795"/>
                  </a:lnTo>
                  <a:lnTo>
                    <a:pt x="39843" y="4085"/>
                  </a:lnTo>
                  <a:lnTo>
                    <a:pt x="39896" y="4401"/>
                  </a:lnTo>
                  <a:lnTo>
                    <a:pt x="39922" y="4717"/>
                  </a:lnTo>
                  <a:lnTo>
                    <a:pt x="39922" y="5218"/>
                  </a:lnTo>
                  <a:lnTo>
                    <a:pt x="39870" y="5692"/>
                  </a:lnTo>
                  <a:lnTo>
                    <a:pt x="39764" y="6193"/>
                  </a:lnTo>
                  <a:lnTo>
                    <a:pt x="39633" y="6694"/>
                  </a:lnTo>
                  <a:lnTo>
                    <a:pt x="39422" y="7168"/>
                  </a:lnTo>
                  <a:lnTo>
                    <a:pt x="39185" y="7642"/>
                  </a:lnTo>
                  <a:lnTo>
                    <a:pt x="38895" y="8064"/>
                  </a:lnTo>
                  <a:lnTo>
                    <a:pt x="38552" y="8486"/>
                  </a:lnTo>
                  <a:lnTo>
                    <a:pt x="38183" y="8855"/>
                  </a:lnTo>
                  <a:lnTo>
                    <a:pt x="37788" y="9223"/>
                  </a:lnTo>
                  <a:lnTo>
                    <a:pt x="37366" y="9566"/>
                  </a:lnTo>
                  <a:lnTo>
                    <a:pt x="36945" y="9909"/>
                  </a:lnTo>
                  <a:lnTo>
                    <a:pt x="36497" y="10225"/>
                  </a:lnTo>
                  <a:lnTo>
                    <a:pt x="36023" y="10515"/>
                  </a:lnTo>
                  <a:lnTo>
                    <a:pt x="35127" y="11094"/>
                  </a:lnTo>
                  <a:lnTo>
                    <a:pt x="34073" y="11727"/>
                  </a:lnTo>
                  <a:lnTo>
                    <a:pt x="33572" y="12069"/>
                  </a:lnTo>
                  <a:lnTo>
                    <a:pt x="33071" y="12438"/>
                  </a:lnTo>
                  <a:lnTo>
                    <a:pt x="32597" y="12807"/>
                  </a:lnTo>
                  <a:lnTo>
                    <a:pt x="32096" y="13229"/>
                  </a:lnTo>
                  <a:lnTo>
                    <a:pt x="31648" y="13650"/>
                  </a:lnTo>
                  <a:lnTo>
                    <a:pt x="31200" y="14098"/>
                  </a:lnTo>
                  <a:lnTo>
                    <a:pt x="30752" y="14599"/>
                  </a:lnTo>
                  <a:lnTo>
                    <a:pt x="30331" y="15100"/>
                  </a:lnTo>
                  <a:lnTo>
                    <a:pt x="29909" y="15627"/>
                  </a:lnTo>
                  <a:lnTo>
                    <a:pt x="29514" y="16180"/>
                  </a:lnTo>
                  <a:lnTo>
                    <a:pt x="29145" y="16734"/>
                  </a:lnTo>
                  <a:lnTo>
                    <a:pt x="28750" y="17340"/>
                  </a:lnTo>
                  <a:lnTo>
                    <a:pt x="28407" y="17972"/>
                  </a:lnTo>
                  <a:lnTo>
                    <a:pt x="28065" y="18604"/>
                  </a:lnTo>
                  <a:lnTo>
                    <a:pt x="27722" y="19290"/>
                  </a:lnTo>
                  <a:lnTo>
                    <a:pt x="27406" y="19975"/>
                  </a:lnTo>
                  <a:lnTo>
                    <a:pt x="27116" y="20686"/>
                  </a:lnTo>
                  <a:lnTo>
                    <a:pt x="26826" y="21424"/>
                  </a:lnTo>
                  <a:lnTo>
                    <a:pt x="26457" y="22452"/>
                  </a:lnTo>
                  <a:lnTo>
                    <a:pt x="26115" y="23506"/>
                  </a:lnTo>
                  <a:lnTo>
                    <a:pt x="25825" y="24533"/>
                  </a:lnTo>
                  <a:lnTo>
                    <a:pt x="25535" y="25614"/>
                  </a:lnTo>
                  <a:lnTo>
                    <a:pt x="25008" y="27722"/>
                  </a:lnTo>
                  <a:lnTo>
                    <a:pt x="24533" y="29830"/>
                  </a:lnTo>
                  <a:lnTo>
                    <a:pt x="24006" y="32096"/>
                  </a:lnTo>
                  <a:lnTo>
                    <a:pt x="23796" y="32966"/>
                  </a:lnTo>
                  <a:lnTo>
                    <a:pt x="23585" y="33809"/>
                  </a:lnTo>
                  <a:lnTo>
                    <a:pt x="23295" y="34652"/>
                  </a:lnTo>
                  <a:lnTo>
                    <a:pt x="23163" y="35047"/>
                  </a:lnTo>
                  <a:lnTo>
                    <a:pt x="22979" y="35469"/>
                  </a:lnTo>
                  <a:lnTo>
                    <a:pt x="22794" y="35891"/>
                  </a:lnTo>
                  <a:lnTo>
                    <a:pt x="22584" y="36286"/>
                  </a:lnTo>
                  <a:lnTo>
                    <a:pt x="22346" y="36681"/>
                  </a:lnTo>
                  <a:lnTo>
                    <a:pt x="22109" y="37076"/>
                  </a:lnTo>
                  <a:lnTo>
                    <a:pt x="21582" y="37814"/>
                  </a:lnTo>
                  <a:lnTo>
                    <a:pt x="21002" y="38526"/>
                  </a:lnTo>
                  <a:lnTo>
                    <a:pt x="20423" y="39237"/>
                  </a:lnTo>
                  <a:lnTo>
                    <a:pt x="19790" y="39896"/>
                  </a:lnTo>
                  <a:lnTo>
                    <a:pt x="19132" y="40528"/>
                  </a:lnTo>
                  <a:lnTo>
                    <a:pt x="18499" y="41161"/>
                  </a:lnTo>
                  <a:lnTo>
                    <a:pt x="17893" y="41741"/>
                  </a:lnTo>
                  <a:lnTo>
                    <a:pt x="17261" y="42320"/>
                  </a:lnTo>
                  <a:lnTo>
                    <a:pt x="16628" y="42874"/>
                  </a:lnTo>
                  <a:lnTo>
                    <a:pt x="15969" y="43401"/>
                  </a:lnTo>
                  <a:lnTo>
                    <a:pt x="15284" y="43928"/>
                  </a:lnTo>
                  <a:lnTo>
                    <a:pt x="14573" y="44402"/>
                  </a:lnTo>
                  <a:lnTo>
                    <a:pt x="13835" y="44824"/>
                  </a:lnTo>
                  <a:lnTo>
                    <a:pt x="13466" y="45008"/>
                  </a:lnTo>
                  <a:lnTo>
                    <a:pt x="13071" y="45193"/>
                  </a:lnTo>
                  <a:lnTo>
                    <a:pt x="12649" y="45351"/>
                  </a:lnTo>
                  <a:lnTo>
                    <a:pt x="12228" y="45509"/>
                  </a:lnTo>
                  <a:lnTo>
                    <a:pt x="11780" y="45614"/>
                  </a:lnTo>
                  <a:lnTo>
                    <a:pt x="11358" y="45720"/>
                  </a:lnTo>
                  <a:lnTo>
                    <a:pt x="10910" y="45799"/>
                  </a:lnTo>
                  <a:lnTo>
                    <a:pt x="10488" y="45851"/>
                  </a:lnTo>
                  <a:lnTo>
                    <a:pt x="10067" y="45878"/>
                  </a:lnTo>
                  <a:lnTo>
                    <a:pt x="9250" y="45878"/>
                  </a:lnTo>
                  <a:lnTo>
                    <a:pt x="8828" y="45825"/>
                  </a:lnTo>
                  <a:lnTo>
                    <a:pt x="8459" y="45746"/>
                  </a:lnTo>
                  <a:lnTo>
                    <a:pt x="8064" y="45667"/>
                  </a:lnTo>
                  <a:lnTo>
                    <a:pt x="7695" y="45535"/>
                  </a:lnTo>
                  <a:lnTo>
                    <a:pt x="7326" y="45403"/>
                  </a:lnTo>
                  <a:lnTo>
                    <a:pt x="6984" y="45245"/>
                  </a:lnTo>
                  <a:lnTo>
                    <a:pt x="6641" y="45061"/>
                  </a:lnTo>
                  <a:lnTo>
                    <a:pt x="6404" y="44903"/>
                  </a:lnTo>
                  <a:lnTo>
                    <a:pt x="6193" y="44745"/>
                  </a:lnTo>
                  <a:lnTo>
                    <a:pt x="6009" y="44560"/>
                  </a:lnTo>
                  <a:lnTo>
                    <a:pt x="5824" y="44402"/>
                  </a:lnTo>
                  <a:lnTo>
                    <a:pt x="5693" y="44218"/>
                  </a:lnTo>
                  <a:lnTo>
                    <a:pt x="5561" y="44033"/>
                  </a:lnTo>
                  <a:lnTo>
                    <a:pt x="5429" y="43849"/>
                  </a:lnTo>
                  <a:lnTo>
                    <a:pt x="5350" y="43638"/>
                  </a:lnTo>
                  <a:lnTo>
                    <a:pt x="5271" y="43427"/>
                  </a:lnTo>
                  <a:lnTo>
                    <a:pt x="5218" y="43216"/>
                  </a:lnTo>
                  <a:lnTo>
                    <a:pt x="5139" y="42768"/>
                  </a:lnTo>
                  <a:lnTo>
                    <a:pt x="5139" y="42294"/>
                  </a:lnTo>
                  <a:lnTo>
                    <a:pt x="5139" y="41820"/>
                  </a:lnTo>
                  <a:lnTo>
                    <a:pt x="5139" y="41266"/>
                  </a:lnTo>
                  <a:lnTo>
                    <a:pt x="5113" y="40713"/>
                  </a:lnTo>
                  <a:lnTo>
                    <a:pt x="5060" y="40449"/>
                  </a:lnTo>
                  <a:lnTo>
                    <a:pt x="5007" y="40186"/>
                  </a:lnTo>
                  <a:lnTo>
                    <a:pt x="4928" y="39922"/>
                  </a:lnTo>
                  <a:lnTo>
                    <a:pt x="4797" y="39685"/>
                  </a:lnTo>
                  <a:lnTo>
                    <a:pt x="4612" y="39395"/>
                  </a:lnTo>
                  <a:lnTo>
                    <a:pt x="4375" y="39132"/>
                  </a:lnTo>
                  <a:lnTo>
                    <a:pt x="4138" y="38895"/>
                  </a:lnTo>
                  <a:lnTo>
                    <a:pt x="3848" y="38710"/>
                  </a:lnTo>
                  <a:lnTo>
                    <a:pt x="3558" y="38526"/>
                  </a:lnTo>
                  <a:lnTo>
                    <a:pt x="3242" y="38368"/>
                  </a:lnTo>
                  <a:lnTo>
                    <a:pt x="2583" y="38051"/>
                  </a:lnTo>
                  <a:lnTo>
                    <a:pt x="2056" y="37814"/>
                  </a:lnTo>
                  <a:lnTo>
                    <a:pt x="1819" y="37683"/>
                  </a:lnTo>
                  <a:lnTo>
                    <a:pt x="1582" y="37524"/>
                  </a:lnTo>
                  <a:lnTo>
                    <a:pt x="1318" y="37340"/>
                  </a:lnTo>
                  <a:lnTo>
                    <a:pt x="1055" y="37129"/>
                  </a:lnTo>
                  <a:lnTo>
                    <a:pt x="818" y="36892"/>
                  </a:lnTo>
                  <a:lnTo>
                    <a:pt x="607" y="36629"/>
                  </a:lnTo>
                  <a:lnTo>
                    <a:pt x="422" y="36365"/>
                  </a:lnTo>
                  <a:lnTo>
                    <a:pt x="317" y="36101"/>
                  </a:lnTo>
                  <a:lnTo>
                    <a:pt x="291" y="35891"/>
                  </a:lnTo>
                  <a:lnTo>
                    <a:pt x="291" y="35680"/>
                  </a:lnTo>
                  <a:lnTo>
                    <a:pt x="343" y="35495"/>
                  </a:lnTo>
                  <a:lnTo>
                    <a:pt x="422" y="35311"/>
                  </a:lnTo>
                  <a:lnTo>
                    <a:pt x="501" y="35206"/>
                  </a:lnTo>
                  <a:lnTo>
                    <a:pt x="607" y="35126"/>
                  </a:lnTo>
                  <a:lnTo>
                    <a:pt x="712" y="35047"/>
                  </a:lnTo>
                  <a:lnTo>
                    <a:pt x="844" y="34995"/>
                  </a:lnTo>
                  <a:lnTo>
                    <a:pt x="976" y="34968"/>
                  </a:lnTo>
                  <a:lnTo>
                    <a:pt x="1134" y="34942"/>
                  </a:lnTo>
                  <a:lnTo>
                    <a:pt x="1424" y="34942"/>
                  </a:lnTo>
                  <a:lnTo>
                    <a:pt x="1766" y="34968"/>
                  </a:lnTo>
                  <a:lnTo>
                    <a:pt x="2109" y="35021"/>
                  </a:lnTo>
                  <a:lnTo>
                    <a:pt x="2794" y="35179"/>
                  </a:lnTo>
                  <a:lnTo>
                    <a:pt x="3216" y="35285"/>
                  </a:lnTo>
                  <a:lnTo>
                    <a:pt x="3584" y="35364"/>
                  </a:lnTo>
                  <a:lnTo>
                    <a:pt x="4243" y="35443"/>
                  </a:lnTo>
                  <a:lnTo>
                    <a:pt x="4902" y="35469"/>
                  </a:lnTo>
                  <a:lnTo>
                    <a:pt x="5508" y="35469"/>
                  </a:lnTo>
                  <a:lnTo>
                    <a:pt x="5824" y="35416"/>
                  </a:lnTo>
                  <a:lnTo>
                    <a:pt x="6114" y="35390"/>
                  </a:lnTo>
                  <a:lnTo>
                    <a:pt x="6404" y="35311"/>
                  </a:lnTo>
                  <a:lnTo>
                    <a:pt x="6694" y="35232"/>
                  </a:lnTo>
                  <a:lnTo>
                    <a:pt x="6984" y="35126"/>
                  </a:lnTo>
                  <a:lnTo>
                    <a:pt x="7274" y="35021"/>
                  </a:lnTo>
                  <a:lnTo>
                    <a:pt x="7563" y="34863"/>
                  </a:lnTo>
                  <a:lnTo>
                    <a:pt x="7853" y="34705"/>
                  </a:lnTo>
                  <a:lnTo>
                    <a:pt x="8117" y="34520"/>
                  </a:lnTo>
                  <a:lnTo>
                    <a:pt x="8407" y="34310"/>
                  </a:lnTo>
                  <a:lnTo>
                    <a:pt x="9197" y="33624"/>
                  </a:lnTo>
                  <a:lnTo>
                    <a:pt x="9961" y="32887"/>
                  </a:lnTo>
                  <a:lnTo>
                    <a:pt x="10673" y="32122"/>
                  </a:lnTo>
                  <a:lnTo>
                    <a:pt x="11358" y="31306"/>
                  </a:lnTo>
                  <a:lnTo>
                    <a:pt x="12017" y="30462"/>
                  </a:lnTo>
                  <a:lnTo>
                    <a:pt x="12649" y="29593"/>
                  </a:lnTo>
                  <a:lnTo>
                    <a:pt x="13229" y="28697"/>
                  </a:lnTo>
                  <a:lnTo>
                    <a:pt x="13782" y="27801"/>
                  </a:lnTo>
                  <a:lnTo>
                    <a:pt x="14283" y="26879"/>
                  </a:lnTo>
                  <a:lnTo>
                    <a:pt x="14784" y="25956"/>
                  </a:lnTo>
                  <a:lnTo>
                    <a:pt x="15232" y="25060"/>
                  </a:lnTo>
                  <a:lnTo>
                    <a:pt x="15627" y="24138"/>
                  </a:lnTo>
                  <a:lnTo>
                    <a:pt x="15996" y="23242"/>
                  </a:lnTo>
                  <a:lnTo>
                    <a:pt x="16338" y="22373"/>
                  </a:lnTo>
                  <a:lnTo>
                    <a:pt x="16628" y="21503"/>
                  </a:lnTo>
                  <a:lnTo>
                    <a:pt x="16892" y="20686"/>
                  </a:lnTo>
                  <a:lnTo>
                    <a:pt x="17208" y="19579"/>
                  </a:lnTo>
                  <a:lnTo>
                    <a:pt x="17498" y="18473"/>
                  </a:lnTo>
                  <a:lnTo>
                    <a:pt x="17788" y="17366"/>
                  </a:lnTo>
                  <a:lnTo>
                    <a:pt x="18077" y="16259"/>
                  </a:lnTo>
                  <a:lnTo>
                    <a:pt x="18315" y="15521"/>
                  </a:lnTo>
                  <a:lnTo>
                    <a:pt x="18578" y="14810"/>
                  </a:lnTo>
                  <a:lnTo>
                    <a:pt x="18842" y="14072"/>
                  </a:lnTo>
                  <a:lnTo>
                    <a:pt x="19132" y="13361"/>
                  </a:lnTo>
                  <a:lnTo>
                    <a:pt x="19738" y="11938"/>
                  </a:lnTo>
                  <a:lnTo>
                    <a:pt x="20396" y="10541"/>
                  </a:lnTo>
                  <a:lnTo>
                    <a:pt x="21108" y="9171"/>
                  </a:lnTo>
                  <a:lnTo>
                    <a:pt x="21846" y="7827"/>
                  </a:lnTo>
                  <a:lnTo>
                    <a:pt x="23348" y="5165"/>
                  </a:lnTo>
                  <a:lnTo>
                    <a:pt x="23875" y="4270"/>
                  </a:lnTo>
                  <a:lnTo>
                    <a:pt x="24138" y="3822"/>
                  </a:lnTo>
                  <a:lnTo>
                    <a:pt x="24454" y="3374"/>
                  </a:lnTo>
                  <a:lnTo>
                    <a:pt x="24771" y="2926"/>
                  </a:lnTo>
                  <a:lnTo>
                    <a:pt x="25113" y="2504"/>
                  </a:lnTo>
                  <a:lnTo>
                    <a:pt x="25482" y="2109"/>
                  </a:lnTo>
                  <a:lnTo>
                    <a:pt x="25877" y="1766"/>
                  </a:lnTo>
                  <a:lnTo>
                    <a:pt x="26141" y="1555"/>
                  </a:lnTo>
                  <a:lnTo>
                    <a:pt x="26404" y="1397"/>
                  </a:lnTo>
                  <a:lnTo>
                    <a:pt x="26694" y="1213"/>
                  </a:lnTo>
                  <a:lnTo>
                    <a:pt x="26984" y="1055"/>
                  </a:lnTo>
                  <a:lnTo>
                    <a:pt x="27274" y="923"/>
                  </a:lnTo>
                  <a:lnTo>
                    <a:pt x="27590" y="791"/>
                  </a:lnTo>
                  <a:lnTo>
                    <a:pt x="27906" y="686"/>
                  </a:lnTo>
                  <a:lnTo>
                    <a:pt x="28249" y="580"/>
                  </a:lnTo>
                  <a:lnTo>
                    <a:pt x="28934" y="422"/>
                  </a:lnTo>
                  <a:lnTo>
                    <a:pt x="29672" y="317"/>
                  </a:lnTo>
                  <a:lnTo>
                    <a:pt x="30410" y="264"/>
                  </a:lnTo>
                  <a:close/>
                  <a:moveTo>
                    <a:pt x="30410" y="1"/>
                  </a:moveTo>
                  <a:lnTo>
                    <a:pt x="29619" y="53"/>
                  </a:lnTo>
                  <a:lnTo>
                    <a:pt x="29250" y="80"/>
                  </a:lnTo>
                  <a:lnTo>
                    <a:pt x="28881" y="159"/>
                  </a:lnTo>
                  <a:lnTo>
                    <a:pt x="28512" y="238"/>
                  </a:lnTo>
                  <a:lnTo>
                    <a:pt x="28170" y="317"/>
                  </a:lnTo>
                  <a:lnTo>
                    <a:pt x="27827" y="422"/>
                  </a:lnTo>
                  <a:lnTo>
                    <a:pt x="27485" y="554"/>
                  </a:lnTo>
                  <a:lnTo>
                    <a:pt x="27169" y="686"/>
                  </a:lnTo>
                  <a:lnTo>
                    <a:pt x="26852" y="818"/>
                  </a:lnTo>
                  <a:lnTo>
                    <a:pt x="26536" y="976"/>
                  </a:lnTo>
                  <a:lnTo>
                    <a:pt x="26246" y="1160"/>
                  </a:lnTo>
                  <a:lnTo>
                    <a:pt x="25983" y="1345"/>
                  </a:lnTo>
                  <a:lnTo>
                    <a:pt x="25719" y="1555"/>
                  </a:lnTo>
                  <a:lnTo>
                    <a:pt x="25298" y="1924"/>
                  </a:lnTo>
                  <a:lnTo>
                    <a:pt x="24929" y="2320"/>
                  </a:lnTo>
                  <a:lnTo>
                    <a:pt x="24560" y="2741"/>
                  </a:lnTo>
                  <a:lnTo>
                    <a:pt x="24244" y="3189"/>
                  </a:lnTo>
                  <a:lnTo>
                    <a:pt x="23927" y="3637"/>
                  </a:lnTo>
                  <a:lnTo>
                    <a:pt x="23638" y="4111"/>
                  </a:lnTo>
                  <a:lnTo>
                    <a:pt x="23111" y="5034"/>
                  </a:lnTo>
                  <a:lnTo>
                    <a:pt x="21609" y="7695"/>
                  </a:lnTo>
                  <a:lnTo>
                    <a:pt x="20871" y="9065"/>
                  </a:lnTo>
                  <a:lnTo>
                    <a:pt x="20159" y="10436"/>
                  </a:lnTo>
                  <a:lnTo>
                    <a:pt x="19474" y="11832"/>
                  </a:lnTo>
                  <a:lnTo>
                    <a:pt x="18868" y="13255"/>
                  </a:lnTo>
                  <a:lnTo>
                    <a:pt x="18578" y="13993"/>
                  </a:lnTo>
                  <a:lnTo>
                    <a:pt x="18315" y="14704"/>
                  </a:lnTo>
                  <a:lnTo>
                    <a:pt x="18051" y="15442"/>
                  </a:lnTo>
                  <a:lnTo>
                    <a:pt x="17814" y="16180"/>
                  </a:lnTo>
                  <a:lnTo>
                    <a:pt x="17524" y="17287"/>
                  </a:lnTo>
                  <a:lnTo>
                    <a:pt x="17234" y="18394"/>
                  </a:lnTo>
                  <a:lnTo>
                    <a:pt x="16944" y="19500"/>
                  </a:lnTo>
                  <a:lnTo>
                    <a:pt x="16628" y="20607"/>
                  </a:lnTo>
                  <a:lnTo>
                    <a:pt x="16365" y="21424"/>
                  </a:lnTo>
                  <a:lnTo>
                    <a:pt x="16075" y="22267"/>
                  </a:lnTo>
                  <a:lnTo>
                    <a:pt x="15759" y="23137"/>
                  </a:lnTo>
                  <a:lnTo>
                    <a:pt x="15390" y="24033"/>
                  </a:lnTo>
                  <a:lnTo>
                    <a:pt x="14968" y="24929"/>
                  </a:lnTo>
                  <a:lnTo>
                    <a:pt x="14520" y="25851"/>
                  </a:lnTo>
                  <a:lnTo>
                    <a:pt x="14046" y="26747"/>
                  </a:lnTo>
                  <a:lnTo>
                    <a:pt x="13545" y="27669"/>
                  </a:lnTo>
                  <a:lnTo>
                    <a:pt x="12992" y="28565"/>
                  </a:lnTo>
                  <a:lnTo>
                    <a:pt x="12412" y="29435"/>
                  </a:lnTo>
                  <a:lnTo>
                    <a:pt x="11806" y="30304"/>
                  </a:lnTo>
                  <a:lnTo>
                    <a:pt x="11147" y="31121"/>
                  </a:lnTo>
                  <a:lnTo>
                    <a:pt x="10488" y="31938"/>
                  </a:lnTo>
                  <a:lnTo>
                    <a:pt x="9777" y="32702"/>
                  </a:lnTo>
                  <a:lnTo>
                    <a:pt x="9013" y="33414"/>
                  </a:lnTo>
                  <a:lnTo>
                    <a:pt x="8249" y="34072"/>
                  </a:lnTo>
                  <a:lnTo>
                    <a:pt x="7959" y="34283"/>
                  </a:lnTo>
                  <a:lnTo>
                    <a:pt x="7695" y="34468"/>
                  </a:lnTo>
                  <a:lnTo>
                    <a:pt x="7432" y="34626"/>
                  </a:lnTo>
                  <a:lnTo>
                    <a:pt x="7168" y="34758"/>
                  </a:lnTo>
                  <a:lnTo>
                    <a:pt x="6878" y="34889"/>
                  </a:lnTo>
                  <a:lnTo>
                    <a:pt x="6615" y="34968"/>
                  </a:lnTo>
                  <a:lnTo>
                    <a:pt x="6351" y="35047"/>
                  </a:lnTo>
                  <a:lnTo>
                    <a:pt x="6061" y="35126"/>
                  </a:lnTo>
                  <a:lnTo>
                    <a:pt x="5772" y="35153"/>
                  </a:lnTo>
                  <a:lnTo>
                    <a:pt x="5482" y="35179"/>
                  </a:lnTo>
                  <a:lnTo>
                    <a:pt x="4902" y="35206"/>
                  </a:lnTo>
                  <a:lnTo>
                    <a:pt x="4270" y="35153"/>
                  </a:lnTo>
                  <a:lnTo>
                    <a:pt x="3637" y="35100"/>
                  </a:lnTo>
                  <a:lnTo>
                    <a:pt x="3268" y="35021"/>
                  </a:lnTo>
                  <a:lnTo>
                    <a:pt x="2873" y="34916"/>
                  </a:lnTo>
                  <a:lnTo>
                    <a:pt x="2109" y="34758"/>
                  </a:lnTo>
                  <a:lnTo>
                    <a:pt x="1740" y="34679"/>
                  </a:lnTo>
                  <a:lnTo>
                    <a:pt x="1371" y="34652"/>
                  </a:lnTo>
                  <a:lnTo>
                    <a:pt x="1002" y="34679"/>
                  </a:lnTo>
                  <a:lnTo>
                    <a:pt x="844" y="34705"/>
                  </a:lnTo>
                  <a:lnTo>
                    <a:pt x="686" y="34758"/>
                  </a:lnTo>
                  <a:lnTo>
                    <a:pt x="554" y="34837"/>
                  </a:lnTo>
                  <a:lnTo>
                    <a:pt x="422" y="34916"/>
                  </a:lnTo>
                  <a:lnTo>
                    <a:pt x="291" y="35021"/>
                  </a:lnTo>
                  <a:lnTo>
                    <a:pt x="212" y="35153"/>
                  </a:lnTo>
                  <a:lnTo>
                    <a:pt x="80" y="35390"/>
                  </a:lnTo>
                  <a:lnTo>
                    <a:pt x="27" y="35654"/>
                  </a:lnTo>
                  <a:lnTo>
                    <a:pt x="1" y="35891"/>
                  </a:lnTo>
                  <a:lnTo>
                    <a:pt x="53" y="36154"/>
                  </a:lnTo>
                  <a:lnTo>
                    <a:pt x="106" y="36312"/>
                  </a:lnTo>
                  <a:lnTo>
                    <a:pt x="185" y="36470"/>
                  </a:lnTo>
                  <a:lnTo>
                    <a:pt x="370" y="36787"/>
                  </a:lnTo>
                  <a:lnTo>
                    <a:pt x="580" y="37050"/>
                  </a:lnTo>
                  <a:lnTo>
                    <a:pt x="844" y="37314"/>
                  </a:lnTo>
                  <a:lnTo>
                    <a:pt x="1134" y="37551"/>
                  </a:lnTo>
                  <a:lnTo>
                    <a:pt x="1397" y="37762"/>
                  </a:lnTo>
                  <a:lnTo>
                    <a:pt x="1687" y="37920"/>
                  </a:lnTo>
                  <a:lnTo>
                    <a:pt x="1924" y="38051"/>
                  </a:lnTo>
                  <a:lnTo>
                    <a:pt x="2478" y="38315"/>
                  </a:lnTo>
                  <a:lnTo>
                    <a:pt x="3084" y="38605"/>
                  </a:lnTo>
                  <a:lnTo>
                    <a:pt x="3374" y="38737"/>
                  </a:lnTo>
                  <a:lnTo>
                    <a:pt x="3663" y="38921"/>
                  </a:lnTo>
                  <a:lnTo>
                    <a:pt x="3927" y="39105"/>
                  </a:lnTo>
                  <a:lnTo>
                    <a:pt x="4164" y="39316"/>
                  </a:lnTo>
                  <a:lnTo>
                    <a:pt x="4375" y="39553"/>
                  </a:lnTo>
                  <a:lnTo>
                    <a:pt x="4559" y="39817"/>
                  </a:lnTo>
                  <a:lnTo>
                    <a:pt x="4665" y="40028"/>
                  </a:lnTo>
                  <a:lnTo>
                    <a:pt x="4744" y="40265"/>
                  </a:lnTo>
                  <a:lnTo>
                    <a:pt x="4797" y="40502"/>
                  </a:lnTo>
                  <a:lnTo>
                    <a:pt x="4823" y="40766"/>
                  </a:lnTo>
                  <a:lnTo>
                    <a:pt x="4876" y="41266"/>
                  </a:lnTo>
                  <a:lnTo>
                    <a:pt x="4849" y="41820"/>
                  </a:lnTo>
                  <a:lnTo>
                    <a:pt x="4849" y="42294"/>
                  </a:lnTo>
                  <a:lnTo>
                    <a:pt x="4876" y="42795"/>
                  </a:lnTo>
                  <a:lnTo>
                    <a:pt x="4902" y="43032"/>
                  </a:lnTo>
                  <a:lnTo>
                    <a:pt x="4955" y="43269"/>
                  </a:lnTo>
                  <a:lnTo>
                    <a:pt x="5007" y="43506"/>
                  </a:lnTo>
                  <a:lnTo>
                    <a:pt x="5086" y="43743"/>
                  </a:lnTo>
                  <a:lnTo>
                    <a:pt x="5192" y="43980"/>
                  </a:lnTo>
                  <a:lnTo>
                    <a:pt x="5324" y="44165"/>
                  </a:lnTo>
                  <a:lnTo>
                    <a:pt x="5455" y="44376"/>
                  </a:lnTo>
                  <a:lnTo>
                    <a:pt x="5613" y="44586"/>
                  </a:lnTo>
                  <a:lnTo>
                    <a:pt x="5824" y="44771"/>
                  </a:lnTo>
                  <a:lnTo>
                    <a:pt x="6009" y="44955"/>
                  </a:lnTo>
                  <a:lnTo>
                    <a:pt x="6246" y="45114"/>
                  </a:lnTo>
                  <a:lnTo>
                    <a:pt x="6509" y="45272"/>
                  </a:lnTo>
                  <a:lnTo>
                    <a:pt x="6878" y="45482"/>
                  </a:lnTo>
                  <a:lnTo>
                    <a:pt x="7247" y="45667"/>
                  </a:lnTo>
                  <a:lnTo>
                    <a:pt x="7642" y="45825"/>
                  </a:lnTo>
                  <a:lnTo>
                    <a:pt x="8064" y="45930"/>
                  </a:lnTo>
                  <a:lnTo>
                    <a:pt x="8486" y="46036"/>
                  </a:lnTo>
                  <a:lnTo>
                    <a:pt x="8907" y="46115"/>
                  </a:lnTo>
                  <a:lnTo>
                    <a:pt x="9355" y="46141"/>
                  </a:lnTo>
                  <a:lnTo>
                    <a:pt x="9803" y="46168"/>
                  </a:lnTo>
                  <a:lnTo>
                    <a:pt x="10225" y="46141"/>
                  </a:lnTo>
                  <a:lnTo>
                    <a:pt x="10647" y="46115"/>
                  </a:lnTo>
                  <a:lnTo>
                    <a:pt x="11068" y="46062"/>
                  </a:lnTo>
                  <a:lnTo>
                    <a:pt x="11490" y="45983"/>
                  </a:lnTo>
                  <a:lnTo>
                    <a:pt x="11911" y="45878"/>
                  </a:lnTo>
                  <a:lnTo>
                    <a:pt x="12333" y="45746"/>
                  </a:lnTo>
                  <a:lnTo>
                    <a:pt x="12755" y="45614"/>
                  </a:lnTo>
                  <a:lnTo>
                    <a:pt x="13203" y="45430"/>
                  </a:lnTo>
                  <a:lnTo>
                    <a:pt x="13571" y="45245"/>
                  </a:lnTo>
                  <a:lnTo>
                    <a:pt x="13967" y="45061"/>
                  </a:lnTo>
                  <a:lnTo>
                    <a:pt x="14705" y="44639"/>
                  </a:lnTo>
                  <a:lnTo>
                    <a:pt x="15442" y="44165"/>
                  </a:lnTo>
                  <a:lnTo>
                    <a:pt x="16128" y="43638"/>
                  </a:lnTo>
                  <a:lnTo>
                    <a:pt x="16786" y="43084"/>
                  </a:lnTo>
                  <a:lnTo>
                    <a:pt x="17445" y="42531"/>
                  </a:lnTo>
                  <a:lnTo>
                    <a:pt x="18077" y="41951"/>
                  </a:lnTo>
                  <a:lnTo>
                    <a:pt x="18684" y="41372"/>
                  </a:lnTo>
                  <a:lnTo>
                    <a:pt x="19342" y="40739"/>
                  </a:lnTo>
                  <a:lnTo>
                    <a:pt x="20001" y="40080"/>
                  </a:lnTo>
                  <a:lnTo>
                    <a:pt x="20634" y="39395"/>
                  </a:lnTo>
                  <a:lnTo>
                    <a:pt x="21240" y="38710"/>
                  </a:lnTo>
                  <a:lnTo>
                    <a:pt x="21819" y="37972"/>
                  </a:lnTo>
                  <a:lnTo>
                    <a:pt x="22346" y="37208"/>
                  </a:lnTo>
                  <a:lnTo>
                    <a:pt x="22584" y="36813"/>
                  </a:lnTo>
                  <a:lnTo>
                    <a:pt x="22821" y="36418"/>
                  </a:lnTo>
                  <a:lnTo>
                    <a:pt x="23031" y="35996"/>
                  </a:lnTo>
                  <a:lnTo>
                    <a:pt x="23242" y="35574"/>
                  </a:lnTo>
                  <a:lnTo>
                    <a:pt x="23400" y="35153"/>
                  </a:lnTo>
                  <a:lnTo>
                    <a:pt x="23558" y="34731"/>
                  </a:lnTo>
                  <a:lnTo>
                    <a:pt x="23848" y="33888"/>
                  </a:lnTo>
                  <a:lnTo>
                    <a:pt x="24086" y="33018"/>
                  </a:lnTo>
                  <a:lnTo>
                    <a:pt x="24296" y="32149"/>
                  </a:lnTo>
                  <a:lnTo>
                    <a:pt x="24797" y="29909"/>
                  </a:lnTo>
                  <a:lnTo>
                    <a:pt x="25271" y="27801"/>
                  </a:lnTo>
                  <a:lnTo>
                    <a:pt x="25798" y="25667"/>
                  </a:lnTo>
                  <a:lnTo>
                    <a:pt x="26088" y="24612"/>
                  </a:lnTo>
                  <a:lnTo>
                    <a:pt x="26378" y="23585"/>
                  </a:lnTo>
                  <a:lnTo>
                    <a:pt x="26721" y="22531"/>
                  </a:lnTo>
                  <a:lnTo>
                    <a:pt x="27090" y="21503"/>
                  </a:lnTo>
                  <a:lnTo>
                    <a:pt x="27379" y="20792"/>
                  </a:lnTo>
                  <a:lnTo>
                    <a:pt x="27669" y="20080"/>
                  </a:lnTo>
                  <a:lnTo>
                    <a:pt x="27985" y="19395"/>
                  </a:lnTo>
                  <a:lnTo>
                    <a:pt x="28302" y="18736"/>
                  </a:lnTo>
                  <a:lnTo>
                    <a:pt x="28644" y="18104"/>
                  </a:lnTo>
                  <a:lnTo>
                    <a:pt x="28987" y="17498"/>
                  </a:lnTo>
                  <a:lnTo>
                    <a:pt x="29356" y="16892"/>
                  </a:lnTo>
                  <a:lnTo>
                    <a:pt x="29725" y="16338"/>
                  </a:lnTo>
                  <a:lnTo>
                    <a:pt x="30120" y="15785"/>
                  </a:lnTo>
                  <a:lnTo>
                    <a:pt x="30541" y="15284"/>
                  </a:lnTo>
                  <a:lnTo>
                    <a:pt x="30963" y="14784"/>
                  </a:lnTo>
                  <a:lnTo>
                    <a:pt x="31385" y="14309"/>
                  </a:lnTo>
                  <a:lnTo>
                    <a:pt x="31833" y="13861"/>
                  </a:lnTo>
                  <a:lnTo>
                    <a:pt x="32281" y="13440"/>
                  </a:lnTo>
                  <a:lnTo>
                    <a:pt x="32755" y="13018"/>
                  </a:lnTo>
                  <a:lnTo>
                    <a:pt x="33229" y="12649"/>
                  </a:lnTo>
                  <a:lnTo>
                    <a:pt x="33730" y="12307"/>
                  </a:lnTo>
                  <a:lnTo>
                    <a:pt x="34231" y="11964"/>
                  </a:lnTo>
                  <a:lnTo>
                    <a:pt x="35258" y="11332"/>
                  </a:lnTo>
                  <a:lnTo>
                    <a:pt x="36181" y="10726"/>
                  </a:lnTo>
                  <a:lnTo>
                    <a:pt x="36655" y="10436"/>
                  </a:lnTo>
                  <a:lnTo>
                    <a:pt x="37103" y="10119"/>
                  </a:lnTo>
                  <a:lnTo>
                    <a:pt x="37551" y="9777"/>
                  </a:lnTo>
                  <a:lnTo>
                    <a:pt x="37972" y="9434"/>
                  </a:lnTo>
                  <a:lnTo>
                    <a:pt x="38394" y="9065"/>
                  </a:lnTo>
                  <a:lnTo>
                    <a:pt x="38763" y="8670"/>
                  </a:lnTo>
                  <a:lnTo>
                    <a:pt x="39106" y="8222"/>
                  </a:lnTo>
                  <a:lnTo>
                    <a:pt x="39422" y="7774"/>
                  </a:lnTo>
                  <a:lnTo>
                    <a:pt x="39659" y="7300"/>
                  </a:lnTo>
                  <a:lnTo>
                    <a:pt x="39870" y="6773"/>
                  </a:lnTo>
                  <a:lnTo>
                    <a:pt x="40054" y="6272"/>
                  </a:lnTo>
                  <a:lnTo>
                    <a:pt x="40160" y="5745"/>
                  </a:lnTo>
                  <a:lnTo>
                    <a:pt x="40212" y="5218"/>
                  </a:lnTo>
                  <a:lnTo>
                    <a:pt x="40212" y="4717"/>
                  </a:lnTo>
                  <a:lnTo>
                    <a:pt x="40160" y="4349"/>
                  </a:lnTo>
                  <a:lnTo>
                    <a:pt x="40107" y="4006"/>
                  </a:lnTo>
                  <a:lnTo>
                    <a:pt x="40001" y="3690"/>
                  </a:lnTo>
                  <a:lnTo>
                    <a:pt x="39896" y="3374"/>
                  </a:lnTo>
                  <a:lnTo>
                    <a:pt x="39738" y="3110"/>
                  </a:lnTo>
                  <a:lnTo>
                    <a:pt x="39554" y="2820"/>
                  </a:lnTo>
                  <a:lnTo>
                    <a:pt x="39343" y="2583"/>
                  </a:lnTo>
                  <a:lnTo>
                    <a:pt x="39106" y="2346"/>
                  </a:lnTo>
                  <a:lnTo>
                    <a:pt x="38868" y="2161"/>
                  </a:lnTo>
                  <a:lnTo>
                    <a:pt x="38579" y="1977"/>
                  </a:lnTo>
                  <a:lnTo>
                    <a:pt x="38315" y="1819"/>
                  </a:lnTo>
                  <a:lnTo>
                    <a:pt x="37999" y="1687"/>
                  </a:lnTo>
                  <a:lnTo>
                    <a:pt x="37419" y="1476"/>
                  </a:lnTo>
                  <a:lnTo>
                    <a:pt x="36839" y="1266"/>
                  </a:lnTo>
                  <a:lnTo>
                    <a:pt x="35469" y="844"/>
                  </a:lnTo>
                  <a:lnTo>
                    <a:pt x="34758" y="659"/>
                  </a:lnTo>
                  <a:lnTo>
                    <a:pt x="34073" y="475"/>
                  </a:lnTo>
                  <a:lnTo>
                    <a:pt x="33361" y="317"/>
                  </a:lnTo>
                  <a:lnTo>
                    <a:pt x="32650" y="185"/>
                  </a:lnTo>
                  <a:lnTo>
                    <a:pt x="31938" y="80"/>
                  </a:lnTo>
                  <a:lnTo>
                    <a:pt x="31200" y="27"/>
                  </a:lnTo>
                  <a:lnTo>
                    <a:pt x="30410" y="1"/>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62"/>
            <p:cNvSpPr/>
            <p:nvPr/>
          </p:nvSpPr>
          <p:spPr>
            <a:xfrm>
              <a:off x="1834875" y="1550000"/>
              <a:ext cx="326775" cy="368950"/>
            </a:xfrm>
            <a:custGeom>
              <a:rect b="b" l="l" r="r" t="t"/>
              <a:pathLst>
                <a:path extrusionOk="0" h="14758" w="13071">
                  <a:moveTo>
                    <a:pt x="10041" y="291"/>
                  </a:moveTo>
                  <a:lnTo>
                    <a:pt x="10489" y="317"/>
                  </a:lnTo>
                  <a:lnTo>
                    <a:pt x="10910" y="396"/>
                  </a:lnTo>
                  <a:lnTo>
                    <a:pt x="11279" y="528"/>
                  </a:lnTo>
                  <a:lnTo>
                    <a:pt x="11464" y="607"/>
                  </a:lnTo>
                  <a:lnTo>
                    <a:pt x="11622" y="712"/>
                  </a:lnTo>
                  <a:lnTo>
                    <a:pt x="11806" y="818"/>
                  </a:lnTo>
                  <a:lnTo>
                    <a:pt x="11938" y="949"/>
                  </a:lnTo>
                  <a:lnTo>
                    <a:pt x="12096" y="1107"/>
                  </a:lnTo>
                  <a:lnTo>
                    <a:pt x="12228" y="1266"/>
                  </a:lnTo>
                  <a:lnTo>
                    <a:pt x="12333" y="1424"/>
                  </a:lnTo>
                  <a:lnTo>
                    <a:pt x="12439" y="1608"/>
                  </a:lnTo>
                  <a:lnTo>
                    <a:pt x="12623" y="2003"/>
                  </a:lnTo>
                  <a:lnTo>
                    <a:pt x="12728" y="2425"/>
                  </a:lnTo>
                  <a:lnTo>
                    <a:pt x="12781" y="2873"/>
                  </a:lnTo>
                  <a:lnTo>
                    <a:pt x="12781" y="3321"/>
                  </a:lnTo>
                  <a:lnTo>
                    <a:pt x="12755" y="3558"/>
                  </a:lnTo>
                  <a:lnTo>
                    <a:pt x="12702" y="3795"/>
                  </a:lnTo>
                  <a:lnTo>
                    <a:pt x="12623" y="4164"/>
                  </a:lnTo>
                  <a:lnTo>
                    <a:pt x="12465" y="4533"/>
                  </a:lnTo>
                  <a:lnTo>
                    <a:pt x="12307" y="4902"/>
                  </a:lnTo>
                  <a:lnTo>
                    <a:pt x="12096" y="5271"/>
                  </a:lnTo>
                  <a:lnTo>
                    <a:pt x="11832" y="5640"/>
                  </a:lnTo>
                  <a:lnTo>
                    <a:pt x="11543" y="6009"/>
                  </a:lnTo>
                  <a:lnTo>
                    <a:pt x="11200" y="6378"/>
                  </a:lnTo>
                  <a:lnTo>
                    <a:pt x="10831" y="6747"/>
                  </a:lnTo>
                  <a:lnTo>
                    <a:pt x="10172" y="7326"/>
                  </a:lnTo>
                  <a:lnTo>
                    <a:pt x="9487" y="7906"/>
                  </a:lnTo>
                  <a:lnTo>
                    <a:pt x="8776" y="8486"/>
                  </a:lnTo>
                  <a:lnTo>
                    <a:pt x="8091" y="9118"/>
                  </a:lnTo>
                  <a:lnTo>
                    <a:pt x="7564" y="9645"/>
                  </a:lnTo>
                  <a:lnTo>
                    <a:pt x="7089" y="10198"/>
                  </a:lnTo>
                  <a:lnTo>
                    <a:pt x="6141" y="11305"/>
                  </a:lnTo>
                  <a:lnTo>
                    <a:pt x="5508" y="12096"/>
                  </a:lnTo>
                  <a:lnTo>
                    <a:pt x="4823" y="12886"/>
                  </a:lnTo>
                  <a:lnTo>
                    <a:pt x="4586" y="13123"/>
                  </a:lnTo>
                  <a:lnTo>
                    <a:pt x="4296" y="13387"/>
                  </a:lnTo>
                  <a:lnTo>
                    <a:pt x="4006" y="13650"/>
                  </a:lnTo>
                  <a:lnTo>
                    <a:pt x="3690" y="13888"/>
                  </a:lnTo>
                  <a:lnTo>
                    <a:pt x="3347" y="14098"/>
                  </a:lnTo>
                  <a:lnTo>
                    <a:pt x="2979" y="14283"/>
                  </a:lnTo>
                  <a:lnTo>
                    <a:pt x="2583" y="14415"/>
                  </a:lnTo>
                  <a:lnTo>
                    <a:pt x="2399" y="14441"/>
                  </a:lnTo>
                  <a:lnTo>
                    <a:pt x="2188" y="14467"/>
                  </a:lnTo>
                  <a:lnTo>
                    <a:pt x="1977" y="14467"/>
                  </a:lnTo>
                  <a:lnTo>
                    <a:pt x="1740" y="14441"/>
                  </a:lnTo>
                  <a:lnTo>
                    <a:pt x="1529" y="14388"/>
                  </a:lnTo>
                  <a:lnTo>
                    <a:pt x="1318" y="14309"/>
                  </a:lnTo>
                  <a:lnTo>
                    <a:pt x="1134" y="14230"/>
                  </a:lnTo>
                  <a:lnTo>
                    <a:pt x="950" y="14098"/>
                  </a:lnTo>
                  <a:lnTo>
                    <a:pt x="765" y="13967"/>
                  </a:lnTo>
                  <a:lnTo>
                    <a:pt x="607" y="13809"/>
                  </a:lnTo>
                  <a:lnTo>
                    <a:pt x="502" y="13677"/>
                  </a:lnTo>
                  <a:lnTo>
                    <a:pt x="423" y="13545"/>
                  </a:lnTo>
                  <a:lnTo>
                    <a:pt x="370" y="13413"/>
                  </a:lnTo>
                  <a:lnTo>
                    <a:pt x="317" y="13282"/>
                  </a:lnTo>
                  <a:lnTo>
                    <a:pt x="291" y="13123"/>
                  </a:lnTo>
                  <a:lnTo>
                    <a:pt x="264" y="12992"/>
                  </a:lnTo>
                  <a:lnTo>
                    <a:pt x="264" y="12834"/>
                  </a:lnTo>
                  <a:lnTo>
                    <a:pt x="291" y="12702"/>
                  </a:lnTo>
                  <a:lnTo>
                    <a:pt x="343" y="12544"/>
                  </a:lnTo>
                  <a:lnTo>
                    <a:pt x="396" y="12412"/>
                  </a:lnTo>
                  <a:lnTo>
                    <a:pt x="554" y="12122"/>
                  </a:lnTo>
                  <a:lnTo>
                    <a:pt x="739" y="11885"/>
                  </a:lnTo>
                  <a:lnTo>
                    <a:pt x="950" y="11621"/>
                  </a:lnTo>
                  <a:lnTo>
                    <a:pt x="1371" y="11173"/>
                  </a:lnTo>
                  <a:lnTo>
                    <a:pt x="2056" y="10357"/>
                  </a:lnTo>
                  <a:lnTo>
                    <a:pt x="2399" y="9961"/>
                  </a:lnTo>
                  <a:lnTo>
                    <a:pt x="2689" y="9540"/>
                  </a:lnTo>
                  <a:lnTo>
                    <a:pt x="2979" y="9118"/>
                  </a:lnTo>
                  <a:lnTo>
                    <a:pt x="3242" y="8670"/>
                  </a:lnTo>
                  <a:lnTo>
                    <a:pt x="3479" y="8196"/>
                  </a:lnTo>
                  <a:lnTo>
                    <a:pt x="3664" y="7695"/>
                  </a:lnTo>
                  <a:lnTo>
                    <a:pt x="3927" y="6905"/>
                  </a:lnTo>
                  <a:lnTo>
                    <a:pt x="4296" y="5824"/>
                  </a:lnTo>
                  <a:lnTo>
                    <a:pt x="4718" y="4770"/>
                  </a:lnTo>
                  <a:lnTo>
                    <a:pt x="4929" y="4243"/>
                  </a:lnTo>
                  <a:lnTo>
                    <a:pt x="5192" y="3716"/>
                  </a:lnTo>
                  <a:lnTo>
                    <a:pt x="5456" y="3215"/>
                  </a:lnTo>
                  <a:lnTo>
                    <a:pt x="5745" y="2741"/>
                  </a:lnTo>
                  <a:lnTo>
                    <a:pt x="6009" y="2320"/>
                  </a:lnTo>
                  <a:lnTo>
                    <a:pt x="6246" y="1977"/>
                  </a:lnTo>
                  <a:lnTo>
                    <a:pt x="6510" y="1661"/>
                  </a:lnTo>
                  <a:lnTo>
                    <a:pt x="6799" y="1371"/>
                  </a:lnTo>
                  <a:lnTo>
                    <a:pt x="6984" y="1213"/>
                  </a:lnTo>
                  <a:lnTo>
                    <a:pt x="7168" y="1081"/>
                  </a:lnTo>
                  <a:lnTo>
                    <a:pt x="7406" y="949"/>
                  </a:lnTo>
                  <a:lnTo>
                    <a:pt x="7643" y="818"/>
                  </a:lnTo>
                  <a:lnTo>
                    <a:pt x="7906" y="712"/>
                  </a:lnTo>
                  <a:lnTo>
                    <a:pt x="8170" y="607"/>
                  </a:lnTo>
                  <a:lnTo>
                    <a:pt x="8776" y="449"/>
                  </a:lnTo>
                  <a:lnTo>
                    <a:pt x="9118" y="370"/>
                  </a:lnTo>
                  <a:lnTo>
                    <a:pt x="9435" y="317"/>
                  </a:lnTo>
                  <a:lnTo>
                    <a:pt x="9751" y="291"/>
                  </a:lnTo>
                  <a:close/>
                  <a:moveTo>
                    <a:pt x="10041" y="1"/>
                  </a:moveTo>
                  <a:lnTo>
                    <a:pt x="9619" y="27"/>
                  </a:lnTo>
                  <a:lnTo>
                    <a:pt x="9197" y="80"/>
                  </a:lnTo>
                  <a:lnTo>
                    <a:pt x="8723" y="185"/>
                  </a:lnTo>
                  <a:lnTo>
                    <a:pt x="8091" y="343"/>
                  </a:lnTo>
                  <a:lnTo>
                    <a:pt x="7801" y="449"/>
                  </a:lnTo>
                  <a:lnTo>
                    <a:pt x="7511" y="580"/>
                  </a:lnTo>
                  <a:lnTo>
                    <a:pt x="7274" y="712"/>
                  </a:lnTo>
                  <a:lnTo>
                    <a:pt x="7037" y="844"/>
                  </a:lnTo>
                  <a:lnTo>
                    <a:pt x="6799" y="1002"/>
                  </a:lnTo>
                  <a:lnTo>
                    <a:pt x="6615" y="1160"/>
                  </a:lnTo>
                  <a:lnTo>
                    <a:pt x="6299" y="1476"/>
                  </a:lnTo>
                  <a:lnTo>
                    <a:pt x="6009" y="1845"/>
                  </a:lnTo>
                  <a:lnTo>
                    <a:pt x="5745" y="2214"/>
                  </a:lnTo>
                  <a:lnTo>
                    <a:pt x="5508" y="2583"/>
                  </a:lnTo>
                  <a:lnTo>
                    <a:pt x="5218" y="3084"/>
                  </a:lnTo>
                  <a:lnTo>
                    <a:pt x="4929" y="3584"/>
                  </a:lnTo>
                  <a:lnTo>
                    <a:pt x="4691" y="4111"/>
                  </a:lnTo>
                  <a:lnTo>
                    <a:pt x="4454" y="4638"/>
                  </a:lnTo>
                  <a:lnTo>
                    <a:pt x="4243" y="5192"/>
                  </a:lnTo>
                  <a:lnTo>
                    <a:pt x="4033" y="5745"/>
                  </a:lnTo>
                  <a:lnTo>
                    <a:pt x="3664" y="6826"/>
                  </a:lnTo>
                  <a:lnTo>
                    <a:pt x="3400" y="7616"/>
                  </a:lnTo>
                  <a:lnTo>
                    <a:pt x="3216" y="8090"/>
                  </a:lnTo>
                  <a:lnTo>
                    <a:pt x="3005" y="8565"/>
                  </a:lnTo>
                  <a:lnTo>
                    <a:pt x="2741" y="8986"/>
                  </a:lnTo>
                  <a:lnTo>
                    <a:pt x="2478" y="9408"/>
                  </a:lnTo>
                  <a:lnTo>
                    <a:pt x="2162" y="9803"/>
                  </a:lnTo>
                  <a:lnTo>
                    <a:pt x="1845" y="10198"/>
                  </a:lnTo>
                  <a:lnTo>
                    <a:pt x="1160" y="10989"/>
                  </a:lnTo>
                  <a:lnTo>
                    <a:pt x="739" y="11463"/>
                  </a:lnTo>
                  <a:lnTo>
                    <a:pt x="528" y="11700"/>
                  </a:lnTo>
                  <a:lnTo>
                    <a:pt x="317" y="11990"/>
                  </a:lnTo>
                  <a:lnTo>
                    <a:pt x="133" y="12307"/>
                  </a:lnTo>
                  <a:lnTo>
                    <a:pt x="80" y="12465"/>
                  </a:lnTo>
                  <a:lnTo>
                    <a:pt x="27" y="12649"/>
                  </a:lnTo>
                  <a:lnTo>
                    <a:pt x="1" y="12807"/>
                  </a:lnTo>
                  <a:lnTo>
                    <a:pt x="1" y="12992"/>
                  </a:lnTo>
                  <a:lnTo>
                    <a:pt x="1" y="13176"/>
                  </a:lnTo>
                  <a:lnTo>
                    <a:pt x="54" y="13334"/>
                  </a:lnTo>
                  <a:lnTo>
                    <a:pt x="106" y="13492"/>
                  </a:lnTo>
                  <a:lnTo>
                    <a:pt x="185" y="13677"/>
                  </a:lnTo>
                  <a:lnTo>
                    <a:pt x="291" y="13835"/>
                  </a:lnTo>
                  <a:lnTo>
                    <a:pt x="396" y="13993"/>
                  </a:lnTo>
                  <a:lnTo>
                    <a:pt x="554" y="14151"/>
                  </a:lnTo>
                  <a:lnTo>
                    <a:pt x="739" y="14309"/>
                  </a:lnTo>
                  <a:lnTo>
                    <a:pt x="950" y="14441"/>
                  </a:lnTo>
                  <a:lnTo>
                    <a:pt x="1160" y="14546"/>
                  </a:lnTo>
                  <a:lnTo>
                    <a:pt x="1371" y="14625"/>
                  </a:lnTo>
                  <a:lnTo>
                    <a:pt x="1608" y="14705"/>
                  </a:lnTo>
                  <a:lnTo>
                    <a:pt x="1845" y="14731"/>
                  </a:lnTo>
                  <a:lnTo>
                    <a:pt x="2056" y="14757"/>
                  </a:lnTo>
                  <a:lnTo>
                    <a:pt x="2188" y="14757"/>
                  </a:lnTo>
                  <a:lnTo>
                    <a:pt x="2425" y="14731"/>
                  </a:lnTo>
                  <a:lnTo>
                    <a:pt x="2636" y="14678"/>
                  </a:lnTo>
                  <a:lnTo>
                    <a:pt x="2847" y="14625"/>
                  </a:lnTo>
                  <a:lnTo>
                    <a:pt x="3058" y="14546"/>
                  </a:lnTo>
                  <a:lnTo>
                    <a:pt x="3453" y="14362"/>
                  </a:lnTo>
                  <a:lnTo>
                    <a:pt x="3822" y="14125"/>
                  </a:lnTo>
                  <a:lnTo>
                    <a:pt x="4164" y="13861"/>
                  </a:lnTo>
                  <a:lnTo>
                    <a:pt x="4481" y="13598"/>
                  </a:lnTo>
                  <a:lnTo>
                    <a:pt x="4770" y="13334"/>
                  </a:lnTo>
                  <a:lnTo>
                    <a:pt x="5008" y="13071"/>
                  </a:lnTo>
                  <a:lnTo>
                    <a:pt x="5719" y="12280"/>
                  </a:lnTo>
                  <a:lnTo>
                    <a:pt x="6351" y="11463"/>
                  </a:lnTo>
                  <a:lnTo>
                    <a:pt x="7274" y="10383"/>
                  </a:lnTo>
                  <a:lnTo>
                    <a:pt x="7774" y="9830"/>
                  </a:lnTo>
                  <a:lnTo>
                    <a:pt x="8275" y="9329"/>
                  </a:lnTo>
                  <a:lnTo>
                    <a:pt x="8960" y="8696"/>
                  </a:lnTo>
                  <a:lnTo>
                    <a:pt x="9672" y="8117"/>
                  </a:lnTo>
                  <a:lnTo>
                    <a:pt x="10357" y="7537"/>
                  </a:lnTo>
                  <a:lnTo>
                    <a:pt x="11016" y="6957"/>
                  </a:lnTo>
                  <a:lnTo>
                    <a:pt x="11411" y="6562"/>
                  </a:lnTo>
                  <a:lnTo>
                    <a:pt x="11753" y="6167"/>
                  </a:lnTo>
                  <a:lnTo>
                    <a:pt x="12070" y="5798"/>
                  </a:lnTo>
                  <a:lnTo>
                    <a:pt x="12333" y="5403"/>
                  </a:lnTo>
                  <a:lnTo>
                    <a:pt x="12544" y="5034"/>
                  </a:lnTo>
                  <a:lnTo>
                    <a:pt x="12728" y="4638"/>
                  </a:lnTo>
                  <a:lnTo>
                    <a:pt x="12887" y="4243"/>
                  </a:lnTo>
                  <a:lnTo>
                    <a:pt x="12992" y="3848"/>
                  </a:lnTo>
                  <a:lnTo>
                    <a:pt x="13018" y="3584"/>
                  </a:lnTo>
                  <a:lnTo>
                    <a:pt x="13045" y="3347"/>
                  </a:lnTo>
                  <a:lnTo>
                    <a:pt x="13071" y="3084"/>
                  </a:lnTo>
                  <a:lnTo>
                    <a:pt x="13071" y="2847"/>
                  </a:lnTo>
                  <a:lnTo>
                    <a:pt x="13045" y="2609"/>
                  </a:lnTo>
                  <a:lnTo>
                    <a:pt x="12992" y="2372"/>
                  </a:lnTo>
                  <a:lnTo>
                    <a:pt x="12939" y="2135"/>
                  </a:lnTo>
                  <a:lnTo>
                    <a:pt x="12860" y="1898"/>
                  </a:lnTo>
                  <a:lnTo>
                    <a:pt x="12781" y="1687"/>
                  </a:lnTo>
                  <a:lnTo>
                    <a:pt x="12676" y="1476"/>
                  </a:lnTo>
                  <a:lnTo>
                    <a:pt x="12570" y="1266"/>
                  </a:lnTo>
                  <a:lnTo>
                    <a:pt x="12439" y="1081"/>
                  </a:lnTo>
                  <a:lnTo>
                    <a:pt x="12280" y="923"/>
                  </a:lnTo>
                  <a:lnTo>
                    <a:pt x="12122" y="738"/>
                  </a:lnTo>
                  <a:lnTo>
                    <a:pt x="11964" y="607"/>
                  </a:lnTo>
                  <a:lnTo>
                    <a:pt x="11780" y="475"/>
                  </a:lnTo>
                  <a:lnTo>
                    <a:pt x="11490" y="317"/>
                  </a:lnTo>
                  <a:lnTo>
                    <a:pt x="11174" y="185"/>
                  </a:lnTo>
                  <a:lnTo>
                    <a:pt x="10805" y="80"/>
                  </a:lnTo>
                  <a:lnTo>
                    <a:pt x="10436" y="27"/>
                  </a:lnTo>
                  <a:lnTo>
                    <a:pt x="10041" y="1"/>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62"/>
            <p:cNvSpPr/>
            <p:nvPr/>
          </p:nvSpPr>
          <p:spPr>
            <a:xfrm>
              <a:off x="1480475" y="2067150"/>
              <a:ext cx="380775" cy="492125"/>
            </a:xfrm>
            <a:custGeom>
              <a:rect b="b" l="l" r="r" t="t"/>
              <a:pathLst>
                <a:path extrusionOk="0" h="19685" w="15231">
                  <a:moveTo>
                    <a:pt x="13386" y="290"/>
                  </a:moveTo>
                  <a:lnTo>
                    <a:pt x="13624" y="316"/>
                  </a:lnTo>
                  <a:lnTo>
                    <a:pt x="13861" y="369"/>
                  </a:lnTo>
                  <a:lnTo>
                    <a:pt x="14098" y="448"/>
                  </a:lnTo>
                  <a:lnTo>
                    <a:pt x="14361" y="580"/>
                  </a:lnTo>
                  <a:lnTo>
                    <a:pt x="14493" y="685"/>
                  </a:lnTo>
                  <a:lnTo>
                    <a:pt x="14599" y="791"/>
                  </a:lnTo>
                  <a:lnTo>
                    <a:pt x="14704" y="949"/>
                  </a:lnTo>
                  <a:lnTo>
                    <a:pt x="14809" y="1107"/>
                  </a:lnTo>
                  <a:lnTo>
                    <a:pt x="14888" y="1344"/>
                  </a:lnTo>
                  <a:lnTo>
                    <a:pt x="14941" y="1608"/>
                  </a:lnTo>
                  <a:lnTo>
                    <a:pt x="14967" y="1897"/>
                  </a:lnTo>
                  <a:lnTo>
                    <a:pt x="14941" y="2161"/>
                  </a:lnTo>
                  <a:lnTo>
                    <a:pt x="14888" y="2451"/>
                  </a:lnTo>
                  <a:lnTo>
                    <a:pt x="14836" y="2714"/>
                  </a:lnTo>
                  <a:lnTo>
                    <a:pt x="14678" y="3241"/>
                  </a:lnTo>
                  <a:lnTo>
                    <a:pt x="14309" y="4243"/>
                  </a:lnTo>
                  <a:lnTo>
                    <a:pt x="13940" y="5244"/>
                  </a:lnTo>
                  <a:lnTo>
                    <a:pt x="13518" y="6219"/>
                  </a:lnTo>
                  <a:lnTo>
                    <a:pt x="13097" y="7194"/>
                  </a:lnTo>
                  <a:lnTo>
                    <a:pt x="12649" y="8143"/>
                  </a:lnTo>
                  <a:lnTo>
                    <a:pt x="12148" y="9091"/>
                  </a:lnTo>
                  <a:lnTo>
                    <a:pt x="11647" y="10040"/>
                  </a:lnTo>
                  <a:lnTo>
                    <a:pt x="11120" y="10962"/>
                  </a:lnTo>
                  <a:lnTo>
                    <a:pt x="10567" y="11858"/>
                  </a:lnTo>
                  <a:lnTo>
                    <a:pt x="9987" y="12754"/>
                  </a:lnTo>
                  <a:lnTo>
                    <a:pt x="9381" y="13624"/>
                  </a:lnTo>
                  <a:lnTo>
                    <a:pt x="8775" y="14493"/>
                  </a:lnTo>
                  <a:lnTo>
                    <a:pt x="8143" y="15336"/>
                  </a:lnTo>
                  <a:lnTo>
                    <a:pt x="7457" y="16180"/>
                  </a:lnTo>
                  <a:lnTo>
                    <a:pt x="6772" y="16970"/>
                  </a:lnTo>
                  <a:lnTo>
                    <a:pt x="6087" y="17761"/>
                  </a:lnTo>
                  <a:lnTo>
                    <a:pt x="5586" y="18288"/>
                  </a:lnTo>
                  <a:lnTo>
                    <a:pt x="5323" y="18525"/>
                  </a:lnTo>
                  <a:lnTo>
                    <a:pt x="5059" y="18762"/>
                  </a:lnTo>
                  <a:lnTo>
                    <a:pt x="4770" y="18947"/>
                  </a:lnTo>
                  <a:lnTo>
                    <a:pt x="4453" y="19131"/>
                  </a:lnTo>
                  <a:lnTo>
                    <a:pt x="4137" y="19289"/>
                  </a:lnTo>
                  <a:lnTo>
                    <a:pt x="3795" y="19368"/>
                  </a:lnTo>
                  <a:lnTo>
                    <a:pt x="3610" y="19421"/>
                  </a:lnTo>
                  <a:lnTo>
                    <a:pt x="3426" y="19421"/>
                  </a:lnTo>
                  <a:lnTo>
                    <a:pt x="3215" y="19394"/>
                  </a:lnTo>
                  <a:lnTo>
                    <a:pt x="3004" y="19368"/>
                  </a:lnTo>
                  <a:lnTo>
                    <a:pt x="2820" y="19315"/>
                  </a:lnTo>
                  <a:lnTo>
                    <a:pt x="2635" y="19263"/>
                  </a:lnTo>
                  <a:lnTo>
                    <a:pt x="2451" y="19157"/>
                  </a:lnTo>
                  <a:lnTo>
                    <a:pt x="2293" y="19052"/>
                  </a:lnTo>
                  <a:lnTo>
                    <a:pt x="2108" y="18920"/>
                  </a:lnTo>
                  <a:lnTo>
                    <a:pt x="1950" y="18709"/>
                  </a:lnTo>
                  <a:lnTo>
                    <a:pt x="1897" y="18604"/>
                  </a:lnTo>
                  <a:lnTo>
                    <a:pt x="1818" y="18472"/>
                  </a:lnTo>
                  <a:lnTo>
                    <a:pt x="1792" y="18340"/>
                  </a:lnTo>
                  <a:lnTo>
                    <a:pt x="1766" y="18182"/>
                  </a:lnTo>
                  <a:lnTo>
                    <a:pt x="1766" y="17945"/>
                  </a:lnTo>
                  <a:lnTo>
                    <a:pt x="1792" y="17734"/>
                  </a:lnTo>
                  <a:lnTo>
                    <a:pt x="1924" y="17260"/>
                  </a:lnTo>
                  <a:lnTo>
                    <a:pt x="2003" y="16970"/>
                  </a:lnTo>
                  <a:lnTo>
                    <a:pt x="2055" y="16680"/>
                  </a:lnTo>
                  <a:lnTo>
                    <a:pt x="2108" y="16390"/>
                  </a:lnTo>
                  <a:lnTo>
                    <a:pt x="2082" y="16259"/>
                  </a:lnTo>
                  <a:lnTo>
                    <a:pt x="2082" y="16101"/>
                  </a:lnTo>
                  <a:lnTo>
                    <a:pt x="2029" y="15943"/>
                  </a:lnTo>
                  <a:lnTo>
                    <a:pt x="1976" y="15811"/>
                  </a:lnTo>
                  <a:lnTo>
                    <a:pt x="1845" y="15574"/>
                  </a:lnTo>
                  <a:lnTo>
                    <a:pt x="1660" y="15336"/>
                  </a:lnTo>
                  <a:lnTo>
                    <a:pt x="1423" y="15152"/>
                  </a:lnTo>
                  <a:lnTo>
                    <a:pt x="1160" y="14968"/>
                  </a:lnTo>
                  <a:lnTo>
                    <a:pt x="896" y="14836"/>
                  </a:lnTo>
                  <a:lnTo>
                    <a:pt x="606" y="14704"/>
                  </a:lnTo>
                  <a:lnTo>
                    <a:pt x="290" y="14572"/>
                  </a:lnTo>
                  <a:lnTo>
                    <a:pt x="264" y="14361"/>
                  </a:lnTo>
                  <a:lnTo>
                    <a:pt x="290" y="14177"/>
                  </a:lnTo>
                  <a:lnTo>
                    <a:pt x="316" y="13966"/>
                  </a:lnTo>
                  <a:lnTo>
                    <a:pt x="395" y="13782"/>
                  </a:lnTo>
                  <a:lnTo>
                    <a:pt x="501" y="13597"/>
                  </a:lnTo>
                  <a:lnTo>
                    <a:pt x="606" y="13439"/>
                  </a:lnTo>
                  <a:lnTo>
                    <a:pt x="712" y="13281"/>
                  </a:lnTo>
                  <a:lnTo>
                    <a:pt x="843" y="13176"/>
                  </a:lnTo>
                  <a:lnTo>
                    <a:pt x="1160" y="12886"/>
                  </a:lnTo>
                  <a:lnTo>
                    <a:pt x="1502" y="12649"/>
                  </a:lnTo>
                  <a:lnTo>
                    <a:pt x="1845" y="12385"/>
                  </a:lnTo>
                  <a:lnTo>
                    <a:pt x="2187" y="12174"/>
                  </a:lnTo>
                  <a:lnTo>
                    <a:pt x="2925" y="11726"/>
                  </a:lnTo>
                  <a:lnTo>
                    <a:pt x="3663" y="11331"/>
                  </a:lnTo>
                  <a:lnTo>
                    <a:pt x="4691" y="10751"/>
                  </a:lnTo>
                  <a:lnTo>
                    <a:pt x="5218" y="10435"/>
                  </a:lnTo>
                  <a:lnTo>
                    <a:pt x="5718" y="10093"/>
                  </a:lnTo>
                  <a:lnTo>
                    <a:pt x="6193" y="9750"/>
                  </a:lnTo>
                  <a:lnTo>
                    <a:pt x="6667" y="9328"/>
                  </a:lnTo>
                  <a:lnTo>
                    <a:pt x="7088" y="8880"/>
                  </a:lnTo>
                  <a:lnTo>
                    <a:pt x="7299" y="8643"/>
                  </a:lnTo>
                  <a:lnTo>
                    <a:pt x="7484" y="8380"/>
                  </a:lnTo>
                  <a:lnTo>
                    <a:pt x="7721" y="8037"/>
                  </a:lnTo>
                  <a:lnTo>
                    <a:pt x="7932" y="7668"/>
                  </a:lnTo>
                  <a:lnTo>
                    <a:pt x="8143" y="7299"/>
                  </a:lnTo>
                  <a:lnTo>
                    <a:pt x="8327" y="6904"/>
                  </a:lnTo>
                  <a:lnTo>
                    <a:pt x="8696" y="6087"/>
                  </a:lnTo>
                  <a:lnTo>
                    <a:pt x="9038" y="5244"/>
                  </a:lnTo>
                  <a:lnTo>
                    <a:pt x="9302" y="4559"/>
                  </a:lnTo>
                  <a:lnTo>
                    <a:pt x="9592" y="3900"/>
                  </a:lnTo>
                  <a:lnTo>
                    <a:pt x="9908" y="3241"/>
                  </a:lnTo>
                  <a:lnTo>
                    <a:pt x="10224" y="2609"/>
                  </a:lnTo>
                  <a:lnTo>
                    <a:pt x="10593" y="2029"/>
                  </a:lnTo>
                  <a:lnTo>
                    <a:pt x="10804" y="1739"/>
                  </a:lnTo>
                  <a:lnTo>
                    <a:pt x="11015" y="1502"/>
                  </a:lnTo>
                  <a:lnTo>
                    <a:pt x="11252" y="1239"/>
                  </a:lnTo>
                  <a:lnTo>
                    <a:pt x="11489" y="1028"/>
                  </a:lnTo>
                  <a:lnTo>
                    <a:pt x="11753" y="817"/>
                  </a:lnTo>
                  <a:lnTo>
                    <a:pt x="12016" y="633"/>
                  </a:lnTo>
                  <a:lnTo>
                    <a:pt x="12227" y="501"/>
                  </a:lnTo>
                  <a:lnTo>
                    <a:pt x="12438" y="422"/>
                  </a:lnTo>
                  <a:lnTo>
                    <a:pt x="12675" y="343"/>
                  </a:lnTo>
                  <a:lnTo>
                    <a:pt x="12912" y="290"/>
                  </a:lnTo>
                  <a:close/>
                  <a:moveTo>
                    <a:pt x="13149" y="0"/>
                  </a:moveTo>
                  <a:lnTo>
                    <a:pt x="12886" y="27"/>
                  </a:lnTo>
                  <a:lnTo>
                    <a:pt x="12622" y="79"/>
                  </a:lnTo>
                  <a:lnTo>
                    <a:pt x="12359" y="158"/>
                  </a:lnTo>
                  <a:lnTo>
                    <a:pt x="12122" y="264"/>
                  </a:lnTo>
                  <a:lnTo>
                    <a:pt x="11884" y="395"/>
                  </a:lnTo>
                  <a:lnTo>
                    <a:pt x="11595" y="580"/>
                  </a:lnTo>
                  <a:lnTo>
                    <a:pt x="11331" y="817"/>
                  </a:lnTo>
                  <a:lnTo>
                    <a:pt x="11067" y="1028"/>
                  </a:lnTo>
                  <a:lnTo>
                    <a:pt x="10830" y="1291"/>
                  </a:lnTo>
                  <a:lnTo>
                    <a:pt x="10620" y="1555"/>
                  </a:lnTo>
                  <a:lnTo>
                    <a:pt x="10409" y="1845"/>
                  </a:lnTo>
                  <a:lnTo>
                    <a:pt x="10198" y="2135"/>
                  </a:lnTo>
                  <a:lnTo>
                    <a:pt x="10013" y="2451"/>
                  </a:lnTo>
                  <a:lnTo>
                    <a:pt x="9671" y="3083"/>
                  </a:lnTo>
                  <a:lnTo>
                    <a:pt x="9355" y="3768"/>
                  </a:lnTo>
                  <a:lnTo>
                    <a:pt x="9065" y="4453"/>
                  </a:lnTo>
                  <a:lnTo>
                    <a:pt x="8775" y="5139"/>
                  </a:lnTo>
                  <a:lnTo>
                    <a:pt x="8432" y="5982"/>
                  </a:lnTo>
                  <a:lnTo>
                    <a:pt x="8063" y="6799"/>
                  </a:lnTo>
                  <a:lnTo>
                    <a:pt x="7879" y="7168"/>
                  </a:lnTo>
                  <a:lnTo>
                    <a:pt x="7695" y="7537"/>
                  </a:lnTo>
                  <a:lnTo>
                    <a:pt x="7484" y="7879"/>
                  </a:lnTo>
                  <a:lnTo>
                    <a:pt x="7273" y="8222"/>
                  </a:lnTo>
                  <a:lnTo>
                    <a:pt x="7088" y="8459"/>
                  </a:lnTo>
                  <a:lnTo>
                    <a:pt x="6878" y="8696"/>
                  </a:lnTo>
                  <a:lnTo>
                    <a:pt x="6456" y="9144"/>
                  </a:lnTo>
                  <a:lnTo>
                    <a:pt x="6008" y="9539"/>
                  </a:lnTo>
                  <a:lnTo>
                    <a:pt x="5534" y="9882"/>
                  </a:lnTo>
                  <a:lnTo>
                    <a:pt x="5059" y="10224"/>
                  </a:lnTo>
                  <a:lnTo>
                    <a:pt x="4559" y="10514"/>
                  </a:lnTo>
                  <a:lnTo>
                    <a:pt x="3531" y="11094"/>
                  </a:lnTo>
                  <a:lnTo>
                    <a:pt x="2793" y="11516"/>
                  </a:lnTo>
                  <a:lnTo>
                    <a:pt x="2055" y="11937"/>
                  </a:lnTo>
                  <a:lnTo>
                    <a:pt x="1687" y="12174"/>
                  </a:lnTo>
                  <a:lnTo>
                    <a:pt x="1344" y="12411"/>
                  </a:lnTo>
                  <a:lnTo>
                    <a:pt x="1001" y="12675"/>
                  </a:lnTo>
                  <a:lnTo>
                    <a:pt x="659" y="12965"/>
                  </a:lnTo>
                  <a:lnTo>
                    <a:pt x="474" y="13149"/>
                  </a:lnTo>
                  <a:lnTo>
                    <a:pt x="316" y="13360"/>
                  </a:lnTo>
                  <a:lnTo>
                    <a:pt x="185" y="13597"/>
                  </a:lnTo>
                  <a:lnTo>
                    <a:pt x="79" y="13808"/>
                  </a:lnTo>
                  <a:lnTo>
                    <a:pt x="26" y="14045"/>
                  </a:lnTo>
                  <a:lnTo>
                    <a:pt x="0" y="14282"/>
                  </a:lnTo>
                  <a:lnTo>
                    <a:pt x="0" y="14493"/>
                  </a:lnTo>
                  <a:lnTo>
                    <a:pt x="53" y="14704"/>
                  </a:lnTo>
                  <a:lnTo>
                    <a:pt x="79" y="14783"/>
                  </a:lnTo>
                  <a:lnTo>
                    <a:pt x="132" y="14809"/>
                  </a:lnTo>
                  <a:lnTo>
                    <a:pt x="685" y="15047"/>
                  </a:lnTo>
                  <a:lnTo>
                    <a:pt x="949" y="15178"/>
                  </a:lnTo>
                  <a:lnTo>
                    <a:pt x="1212" y="15310"/>
                  </a:lnTo>
                  <a:lnTo>
                    <a:pt x="1423" y="15495"/>
                  </a:lnTo>
                  <a:lnTo>
                    <a:pt x="1581" y="15679"/>
                  </a:lnTo>
                  <a:lnTo>
                    <a:pt x="1713" y="15916"/>
                  </a:lnTo>
                  <a:lnTo>
                    <a:pt x="1766" y="16022"/>
                  </a:lnTo>
                  <a:lnTo>
                    <a:pt x="1792" y="16153"/>
                  </a:lnTo>
                  <a:lnTo>
                    <a:pt x="1818" y="16390"/>
                  </a:lnTo>
                  <a:lnTo>
                    <a:pt x="1792" y="16654"/>
                  </a:lnTo>
                  <a:lnTo>
                    <a:pt x="1739" y="16917"/>
                  </a:lnTo>
                  <a:lnTo>
                    <a:pt x="1660" y="17181"/>
                  </a:lnTo>
                  <a:lnTo>
                    <a:pt x="1581" y="17418"/>
                  </a:lnTo>
                  <a:lnTo>
                    <a:pt x="1528" y="17682"/>
                  </a:lnTo>
                  <a:lnTo>
                    <a:pt x="1502" y="17945"/>
                  </a:lnTo>
                  <a:lnTo>
                    <a:pt x="1502" y="18209"/>
                  </a:lnTo>
                  <a:lnTo>
                    <a:pt x="1502" y="18367"/>
                  </a:lnTo>
                  <a:lnTo>
                    <a:pt x="1555" y="18499"/>
                  </a:lnTo>
                  <a:lnTo>
                    <a:pt x="1607" y="18657"/>
                  </a:lnTo>
                  <a:lnTo>
                    <a:pt x="1687" y="18788"/>
                  </a:lnTo>
                  <a:lnTo>
                    <a:pt x="1766" y="18920"/>
                  </a:lnTo>
                  <a:lnTo>
                    <a:pt x="1871" y="19052"/>
                  </a:lnTo>
                  <a:lnTo>
                    <a:pt x="2003" y="19157"/>
                  </a:lnTo>
                  <a:lnTo>
                    <a:pt x="2135" y="19289"/>
                  </a:lnTo>
                  <a:lnTo>
                    <a:pt x="2424" y="19447"/>
                  </a:lnTo>
                  <a:lnTo>
                    <a:pt x="2741" y="19579"/>
                  </a:lnTo>
                  <a:lnTo>
                    <a:pt x="3083" y="19658"/>
                  </a:lnTo>
                  <a:lnTo>
                    <a:pt x="3426" y="19684"/>
                  </a:lnTo>
                  <a:lnTo>
                    <a:pt x="3637" y="19684"/>
                  </a:lnTo>
                  <a:lnTo>
                    <a:pt x="3874" y="19658"/>
                  </a:lnTo>
                  <a:lnTo>
                    <a:pt x="4243" y="19553"/>
                  </a:lnTo>
                  <a:lnTo>
                    <a:pt x="4585" y="19394"/>
                  </a:lnTo>
                  <a:lnTo>
                    <a:pt x="4901" y="19210"/>
                  </a:lnTo>
                  <a:lnTo>
                    <a:pt x="5218" y="18973"/>
                  </a:lnTo>
                  <a:lnTo>
                    <a:pt x="5507" y="18736"/>
                  </a:lnTo>
                  <a:lnTo>
                    <a:pt x="5771" y="18472"/>
                  </a:lnTo>
                  <a:lnTo>
                    <a:pt x="6272" y="17945"/>
                  </a:lnTo>
                  <a:lnTo>
                    <a:pt x="6983" y="17155"/>
                  </a:lnTo>
                  <a:lnTo>
                    <a:pt x="7668" y="16338"/>
                  </a:lnTo>
                  <a:lnTo>
                    <a:pt x="8353" y="15521"/>
                  </a:lnTo>
                  <a:lnTo>
                    <a:pt x="8986" y="14651"/>
                  </a:lnTo>
                  <a:lnTo>
                    <a:pt x="9618" y="13782"/>
                  </a:lnTo>
                  <a:lnTo>
                    <a:pt x="10224" y="12912"/>
                  </a:lnTo>
                  <a:lnTo>
                    <a:pt x="10804" y="12016"/>
                  </a:lnTo>
                  <a:lnTo>
                    <a:pt x="11357" y="11094"/>
                  </a:lnTo>
                  <a:lnTo>
                    <a:pt x="11884" y="10172"/>
                  </a:lnTo>
                  <a:lnTo>
                    <a:pt x="12411" y="9223"/>
                  </a:lnTo>
                  <a:lnTo>
                    <a:pt x="12886" y="8274"/>
                  </a:lnTo>
                  <a:lnTo>
                    <a:pt x="13334" y="7299"/>
                  </a:lnTo>
                  <a:lnTo>
                    <a:pt x="13782" y="6324"/>
                  </a:lnTo>
                  <a:lnTo>
                    <a:pt x="14177" y="5349"/>
                  </a:lnTo>
                  <a:lnTo>
                    <a:pt x="14572" y="4348"/>
                  </a:lnTo>
                  <a:lnTo>
                    <a:pt x="14915" y="3347"/>
                  </a:lnTo>
                  <a:lnTo>
                    <a:pt x="15099" y="2741"/>
                  </a:lnTo>
                  <a:lnTo>
                    <a:pt x="15178" y="2424"/>
                  </a:lnTo>
                  <a:lnTo>
                    <a:pt x="15231" y="2135"/>
                  </a:lnTo>
                  <a:lnTo>
                    <a:pt x="15231" y="1818"/>
                  </a:lnTo>
                  <a:lnTo>
                    <a:pt x="15205" y="1529"/>
                  </a:lnTo>
                  <a:lnTo>
                    <a:pt x="15152" y="1239"/>
                  </a:lnTo>
                  <a:lnTo>
                    <a:pt x="15046" y="975"/>
                  </a:lnTo>
                  <a:lnTo>
                    <a:pt x="14967" y="817"/>
                  </a:lnTo>
                  <a:lnTo>
                    <a:pt x="14862" y="685"/>
                  </a:lnTo>
                  <a:lnTo>
                    <a:pt x="14730" y="554"/>
                  </a:lnTo>
                  <a:lnTo>
                    <a:pt x="14599" y="422"/>
                  </a:lnTo>
                  <a:lnTo>
                    <a:pt x="14440" y="316"/>
                  </a:lnTo>
                  <a:lnTo>
                    <a:pt x="14282" y="237"/>
                  </a:lnTo>
                  <a:lnTo>
                    <a:pt x="14124" y="158"/>
                  </a:lnTo>
                  <a:lnTo>
                    <a:pt x="13913" y="79"/>
                  </a:lnTo>
                  <a:lnTo>
                    <a:pt x="13676" y="27"/>
                  </a:lnTo>
                  <a:lnTo>
                    <a:pt x="13413" y="0"/>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62"/>
            <p:cNvSpPr/>
            <p:nvPr/>
          </p:nvSpPr>
          <p:spPr>
            <a:xfrm>
              <a:off x="1556875" y="2322100"/>
              <a:ext cx="160125" cy="170625"/>
            </a:xfrm>
            <a:custGeom>
              <a:rect b="b" l="l" r="r" t="t"/>
              <a:pathLst>
                <a:path extrusionOk="0" h="6825" w="6405">
                  <a:moveTo>
                    <a:pt x="5798" y="264"/>
                  </a:moveTo>
                  <a:lnTo>
                    <a:pt x="6062" y="290"/>
                  </a:lnTo>
                  <a:lnTo>
                    <a:pt x="6141" y="316"/>
                  </a:lnTo>
                  <a:lnTo>
                    <a:pt x="6088" y="369"/>
                  </a:lnTo>
                  <a:lnTo>
                    <a:pt x="4744" y="2635"/>
                  </a:lnTo>
                  <a:lnTo>
                    <a:pt x="4191" y="3557"/>
                  </a:lnTo>
                  <a:lnTo>
                    <a:pt x="3585" y="4480"/>
                  </a:lnTo>
                  <a:lnTo>
                    <a:pt x="3268" y="4928"/>
                  </a:lnTo>
                  <a:lnTo>
                    <a:pt x="2952" y="5349"/>
                  </a:lnTo>
                  <a:lnTo>
                    <a:pt x="2583" y="5771"/>
                  </a:lnTo>
                  <a:lnTo>
                    <a:pt x="2214" y="6166"/>
                  </a:lnTo>
                  <a:lnTo>
                    <a:pt x="1977" y="6377"/>
                  </a:lnTo>
                  <a:lnTo>
                    <a:pt x="1845" y="6482"/>
                  </a:lnTo>
                  <a:lnTo>
                    <a:pt x="1687" y="6535"/>
                  </a:lnTo>
                  <a:lnTo>
                    <a:pt x="1424" y="6535"/>
                  </a:lnTo>
                  <a:lnTo>
                    <a:pt x="1318" y="6456"/>
                  </a:lnTo>
                  <a:lnTo>
                    <a:pt x="1266" y="6377"/>
                  </a:lnTo>
                  <a:lnTo>
                    <a:pt x="1239" y="6298"/>
                  </a:lnTo>
                  <a:lnTo>
                    <a:pt x="1239" y="6192"/>
                  </a:lnTo>
                  <a:lnTo>
                    <a:pt x="1266" y="5982"/>
                  </a:lnTo>
                  <a:lnTo>
                    <a:pt x="1345" y="5613"/>
                  </a:lnTo>
                  <a:lnTo>
                    <a:pt x="1345" y="5402"/>
                  </a:lnTo>
                  <a:lnTo>
                    <a:pt x="1345" y="5191"/>
                  </a:lnTo>
                  <a:lnTo>
                    <a:pt x="1266" y="4954"/>
                  </a:lnTo>
                  <a:lnTo>
                    <a:pt x="1160" y="4770"/>
                  </a:lnTo>
                  <a:lnTo>
                    <a:pt x="1002" y="4611"/>
                  </a:lnTo>
                  <a:lnTo>
                    <a:pt x="897" y="4559"/>
                  </a:lnTo>
                  <a:lnTo>
                    <a:pt x="818" y="4532"/>
                  </a:lnTo>
                  <a:lnTo>
                    <a:pt x="633" y="4480"/>
                  </a:lnTo>
                  <a:lnTo>
                    <a:pt x="528" y="4480"/>
                  </a:lnTo>
                  <a:lnTo>
                    <a:pt x="449" y="4453"/>
                  </a:lnTo>
                  <a:lnTo>
                    <a:pt x="370" y="4374"/>
                  </a:lnTo>
                  <a:lnTo>
                    <a:pt x="317" y="4295"/>
                  </a:lnTo>
                  <a:lnTo>
                    <a:pt x="291" y="4190"/>
                  </a:lnTo>
                  <a:lnTo>
                    <a:pt x="264" y="4111"/>
                  </a:lnTo>
                  <a:lnTo>
                    <a:pt x="264" y="3821"/>
                  </a:lnTo>
                  <a:lnTo>
                    <a:pt x="317" y="3584"/>
                  </a:lnTo>
                  <a:lnTo>
                    <a:pt x="396" y="3347"/>
                  </a:lnTo>
                  <a:lnTo>
                    <a:pt x="554" y="3136"/>
                  </a:lnTo>
                  <a:lnTo>
                    <a:pt x="660" y="3004"/>
                  </a:lnTo>
                  <a:lnTo>
                    <a:pt x="765" y="2925"/>
                  </a:lnTo>
                  <a:lnTo>
                    <a:pt x="897" y="2820"/>
                  </a:lnTo>
                  <a:lnTo>
                    <a:pt x="1028" y="2741"/>
                  </a:lnTo>
                  <a:lnTo>
                    <a:pt x="1318" y="2635"/>
                  </a:lnTo>
                  <a:lnTo>
                    <a:pt x="1661" y="2582"/>
                  </a:lnTo>
                  <a:lnTo>
                    <a:pt x="2003" y="2556"/>
                  </a:lnTo>
                  <a:lnTo>
                    <a:pt x="2293" y="2477"/>
                  </a:lnTo>
                  <a:lnTo>
                    <a:pt x="2583" y="2372"/>
                  </a:lnTo>
                  <a:lnTo>
                    <a:pt x="2820" y="2240"/>
                  </a:lnTo>
                  <a:lnTo>
                    <a:pt x="3058" y="2055"/>
                  </a:lnTo>
                  <a:lnTo>
                    <a:pt x="3295" y="1871"/>
                  </a:lnTo>
                  <a:lnTo>
                    <a:pt x="3769" y="1449"/>
                  </a:lnTo>
                  <a:lnTo>
                    <a:pt x="3927" y="1291"/>
                  </a:lnTo>
                  <a:lnTo>
                    <a:pt x="4217" y="1028"/>
                  </a:lnTo>
                  <a:lnTo>
                    <a:pt x="4507" y="791"/>
                  </a:lnTo>
                  <a:lnTo>
                    <a:pt x="4770" y="606"/>
                  </a:lnTo>
                  <a:lnTo>
                    <a:pt x="5034" y="474"/>
                  </a:lnTo>
                  <a:lnTo>
                    <a:pt x="5297" y="369"/>
                  </a:lnTo>
                  <a:lnTo>
                    <a:pt x="5561" y="290"/>
                  </a:lnTo>
                  <a:lnTo>
                    <a:pt x="5798" y="264"/>
                  </a:lnTo>
                  <a:close/>
                  <a:moveTo>
                    <a:pt x="5719" y="0"/>
                  </a:moveTo>
                  <a:lnTo>
                    <a:pt x="5376" y="53"/>
                  </a:lnTo>
                  <a:lnTo>
                    <a:pt x="5060" y="158"/>
                  </a:lnTo>
                  <a:lnTo>
                    <a:pt x="4744" y="316"/>
                  </a:lnTo>
                  <a:lnTo>
                    <a:pt x="4454" y="501"/>
                  </a:lnTo>
                  <a:lnTo>
                    <a:pt x="4191" y="685"/>
                  </a:lnTo>
                  <a:lnTo>
                    <a:pt x="3953" y="896"/>
                  </a:lnTo>
                  <a:lnTo>
                    <a:pt x="3716" y="1107"/>
                  </a:lnTo>
                  <a:lnTo>
                    <a:pt x="3558" y="1238"/>
                  </a:lnTo>
                  <a:lnTo>
                    <a:pt x="3137" y="1660"/>
                  </a:lnTo>
                  <a:lnTo>
                    <a:pt x="2926" y="1845"/>
                  </a:lnTo>
                  <a:lnTo>
                    <a:pt x="2689" y="1976"/>
                  </a:lnTo>
                  <a:lnTo>
                    <a:pt x="2478" y="2108"/>
                  </a:lnTo>
                  <a:lnTo>
                    <a:pt x="2214" y="2213"/>
                  </a:lnTo>
                  <a:lnTo>
                    <a:pt x="1951" y="2293"/>
                  </a:lnTo>
                  <a:lnTo>
                    <a:pt x="1635" y="2319"/>
                  </a:lnTo>
                  <a:lnTo>
                    <a:pt x="1450" y="2345"/>
                  </a:lnTo>
                  <a:lnTo>
                    <a:pt x="1266" y="2372"/>
                  </a:lnTo>
                  <a:lnTo>
                    <a:pt x="1081" y="2424"/>
                  </a:lnTo>
                  <a:lnTo>
                    <a:pt x="897" y="2503"/>
                  </a:lnTo>
                  <a:lnTo>
                    <a:pt x="739" y="2582"/>
                  </a:lnTo>
                  <a:lnTo>
                    <a:pt x="607" y="2688"/>
                  </a:lnTo>
                  <a:lnTo>
                    <a:pt x="449" y="2820"/>
                  </a:lnTo>
                  <a:lnTo>
                    <a:pt x="343" y="2951"/>
                  </a:lnTo>
                  <a:lnTo>
                    <a:pt x="238" y="3083"/>
                  </a:lnTo>
                  <a:lnTo>
                    <a:pt x="159" y="3215"/>
                  </a:lnTo>
                  <a:lnTo>
                    <a:pt x="106" y="3347"/>
                  </a:lnTo>
                  <a:lnTo>
                    <a:pt x="53" y="3505"/>
                  </a:lnTo>
                  <a:lnTo>
                    <a:pt x="1" y="3663"/>
                  </a:lnTo>
                  <a:lnTo>
                    <a:pt x="1" y="3821"/>
                  </a:lnTo>
                  <a:lnTo>
                    <a:pt x="1" y="3979"/>
                  </a:lnTo>
                  <a:lnTo>
                    <a:pt x="1" y="4137"/>
                  </a:lnTo>
                  <a:lnTo>
                    <a:pt x="53" y="4322"/>
                  </a:lnTo>
                  <a:lnTo>
                    <a:pt x="106" y="4480"/>
                  </a:lnTo>
                  <a:lnTo>
                    <a:pt x="212" y="4611"/>
                  </a:lnTo>
                  <a:lnTo>
                    <a:pt x="343" y="4690"/>
                  </a:lnTo>
                  <a:lnTo>
                    <a:pt x="475" y="4743"/>
                  </a:lnTo>
                  <a:lnTo>
                    <a:pt x="607" y="4770"/>
                  </a:lnTo>
                  <a:lnTo>
                    <a:pt x="739" y="4796"/>
                  </a:lnTo>
                  <a:lnTo>
                    <a:pt x="870" y="4849"/>
                  </a:lnTo>
                  <a:lnTo>
                    <a:pt x="949" y="4954"/>
                  </a:lnTo>
                  <a:lnTo>
                    <a:pt x="1028" y="5086"/>
                  </a:lnTo>
                  <a:lnTo>
                    <a:pt x="1055" y="5244"/>
                  </a:lnTo>
                  <a:lnTo>
                    <a:pt x="1081" y="5402"/>
                  </a:lnTo>
                  <a:lnTo>
                    <a:pt x="1081" y="5560"/>
                  </a:lnTo>
                  <a:lnTo>
                    <a:pt x="1002" y="5929"/>
                  </a:lnTo>
                  <a:lnTo>
                    <a:pt x="949" y="6192"/>
                  </a:lnTo>
                  <a:lnTo>
                    <a:pt x="949" y="6324"/>
                  </a:lnTo>
                  <a:lnTo>
                    <a:pt x="1002" y="6482"/>
                  </a:lnTo>
                  <a:lnTo>
                    <a:pt x="1055" y="6561"/>
                  </a:lnTo>
                  <a:lnTo>
                    <a:pt x="1108" y="6640"/>
                  </a:lnTo>
                  <a:lnTo>
                    <a:pt x="1239" y="6746"/>
                  </a:lnTo>
                  <a:lnTo>
                    <a:pt x="1397" y="6799"/>
                  </a:lnTo>
                  <a:lnTo>
                    <a:pt x="1582" y="6825"/>
                  </a:lnTo>
                  <a:lnTo>
                    <a:pt x="1766" y="6799"/>
                  </a:lnTo>
                  <a:lnTo>
                    <a:pt x="1951" y="6719"/>
                  </a:lnTo>
                  <a:lnTo>
                    <a:pt x="2135" y="6614"/>
                  </a:lnTo>
                  <a:lnTo>
                    <a:pt x="2267" y="6509"/>
                  </a:lnTo>
                  <a:lnTo>
                    <a:pt x="2399" y="6377"/>
                  </a:lnTo>
                  <a:lnTo>
                    <a:pt x="2794" y="5955"/>
                  </a:lnTo>
                  <a:lnTo>
                    <a:pt x="3137" y="5534"/>
                  </a:lnTo>
                  <a:lnTo>
                    <a:pt x="3479" y="5112"/>
                  </a:lnTo>
                  <a:lnTo>
                    <a:pt x="3822" y="4638"/>
                  </a:lnTo>
                  <a:lnTo>
                    <a:pt x="4401" y="3715"/>
                  </a:lnTo>
                  <a:lnTo>
                    <a:pt x="4981" y="2793"/>
                  </a:lnTo>
                  <a:lnTo>
                    <a:pt x="6325" y="527"/>
                  </a:lnTo>
                  <a:lnTo>
                    <a:pt x="6378" y="395"/>
                  </a:lnTo>
                  <a:lnTo>
                    <a:pt x="6404" y="290"/>
                  </a:lnTo>
                  <a:lnTo>
                    <a:pt x="6378" y="211"/>
                  </a:lnTo>
                  <a:lnTo>
                    <a:pt x="6351" y="132"/>
                  </a:lnTo>
                  <a:lnTo>
                    <a:pt x="6272" y="79"/>
                  </a:lnTo>
                  <a:lnTo>
                    <a:pt x="6193" y="26"/>
                  </a:lnTo>
                  <a:lnTo>
                    <a:pt x="6088" y="26"/>
                  </a:lnTo>
                  <a:lnTo>
                    <a:pt x="5903" y="0"/>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62"/>
            <p:cNvSpPr/>
            <p:nvPr/>
          </p:nvSpPr>
          <p:spPr>
            <a:xfrm>
              <a:off x="1889575" y="1633675"/>
              <a:ext cx="186450" cy="237825"/>
            </a:xfrm>
            <a:custGeom>
              <a:rect b="b" l="l" r="r" t="t"/>
              <a:pathLst>
                <a:path extrusionOk="0" h="9513" w="7458">
                  <a:moveTo>
                    <a:pt x="6904" y="290"/>
                  </a:moveTo>
                  <a:lnTo>
                    <a:pt x="6983" y="316"/>
                  </a:lnTo>
                  <a:lnTo>
                    <a:pt x="7062" y="369"/>
                  </a:lnTo>
                  <a:lnTo>
                    <a:pt x="7115" y="422"/>
                  </a:lnTo>
                  <a:lnTo>
                    <a:pt x="7141" y="527"/>
                  </a:lnTo>
                  <a:lnTo>
                    <a:pt x="7167" y="633"/>
                  </a:lnTo>
                  <a:lnTo>
                    <a:pt x="7167" y="764"/>
                  </a:lnTo>
                  <a:lnTo>
                    <a:pt x="7167" y="1028"/>
                  </a:lnTo>
                  <a:lnTo>
                    <a:pt x="7141" y="1291"/>
                  </a:lnTo>
                  <a:lnTo>
                    <a:pt x="7088" y="1555"/>
                  </a:lnTo>
                  <a:lnTo>
                    <a:pt x="7009" y="1818"/>
                  </a:lnTo>
                  <a:lnTo>
                    <a:pt x="6904" y="2082"/>
                  </a:lnTo>
                  <a:lnTo>
                    <a:pt x="6772" y="2372"/>
                  </a:lnTo>
                  <a:lnTo>
                    <a:pt x="6614" y="2635"/>
                  </a:lnTo>
                  <a:lnTo>
                    <a:pt x="6456" y="2899"/>
                  </a:lnTo>
                  <a:lnTo>
                    <a:pt x="6166" y="3294"/>
                  </a:lnTo>
                  <a:lnTo>
                    <a:pt x="5850" y="3663"/>
                  </a:lnTo>
                  <a:lnTo>
                    <a:pt x="5191" y="4375"/>
                  </a:lnTo>
                  <a:lnTo>
                    <a:pt x="4901" y="4664"/>
                  </a:lnTo>
                  <a:lnTo>
                    <a:pt x="4295" y="5349"/>
                  </a:lnTo>
                  <a:lnTo>
                    <a:pt x="3689" y="6061"/>
                  </a:lnTo>
                  <a:lnTo>
                    <a:pt x="3109" y="6772"/>
                  </a:lnTo>
                  <a:lnTo>
                    <a:pt x="2556" y="7510"/>
                  </a:lnTo>
                  <a:lnTo>
                    <a:pt x="2372" y="7800"/>
                  </a:lnTo>
                  <a:lnTo>
                    <a:pt x="2187" y="8090"/>
                  </a:lnTo>
                  <a:lnTo>
                    <a:pt x="1897" y="8564"/>
                  </a:lnTo>
                  <a:lnTo>
                    <a:pt x="1713" y="8801"/>
                  </a:lnTo>
                  <a:lnTo>
                    <a:pt x="1528" y="8960"/>
                  </a:lnTo>
                  <a:lnTo>
                    <a:pt x="1344" y="9118"/>
                  </a:lnTo>
                  <a:lnTo>
                    <a:pt x="1107" y="9197"/>
                  </a:lnTo>
                  <a:lnTo>
                    <a:pt x="975" y="9223"/>
                  </a:lnTo>
                  <a:lnTo>
                    <a:pt x="817" y="9249"/>
                  </a:lnTo>
                  <a:lnTo>
                    <a:pt x="685" y="9249"/>
                  </a:lnTo>
                  <a:lnTo>
                    <a:pt x="501" y="9223"/>
                  </a:lnTo>
                  <a:lnTo>
                    <a:pt x="369" y="9197"/>
                  </a:lnTo>
                  <a:lnTo>
                    <a:pt x="290" y="9144"/>
                  </a:lnTo>
                  <a:lnTo>
                    <a:pt x="264" y="9065"/>
                  </a:lnTo>
                  <a:lnTo>
                    <a:pt x="264" y="8986"/>
                  </a:lnTo>
                  <a:lnTo>
                    <a:pt x="316" y="8801"/>
                  </a:lnTo>
                  <a:lnTo>
                    <a:pt x="448" y="8591"/>
                  </a:lnTo>
                  <a:lnTo>
                    <a:pt x="580" y="8406"/>
                  </a:lnTo>
                  <a:lnTo>
                    <a:pt x="712" y="8222"/>
                  </a:lnTo>
                  <a:lnTo>
                    <a:pt x="870" y="8037"/>
                  </a:lnTo>
                  <a:lnTo>
                    <a:pt x="1212" y="7695"/>
                  </a:lnTo>
                  <a:lnTo>
                    <a:pt x="1607" y="7379"/>
                  </a:lnTo>
                  <a:lnTo>
                    <a:pt x="1976" y="7036"/>
                  </a:lnTo>
                  <a:lnTo>
                    <a:pt x="2345" y="6667"/>
                  </a:lnTo>
                  <a:lnTo>
                    <a:pt x="2635" y="6377"/>
                  </a:lnTo>
                  <a:lnTo>
                    <a:pt x="2872" y="6035"/>
                  </a:lnTo>
                  <a:lnTo>
                    <a:pt x="3109" y="5692"/>
                  </a:lnTo>
                  <a:lnTo>
                    <a:pt x="3294" y="5323"/>
                  </a:lnTo>
                  <a:lnTo>
                    <a:pt x="3663" y="4585"/>
                  </a:lnTo>
                  <a:lnTo>
                    <a:pt x="4005" y="3821"/>
                  </a:lnTo>
                  <a:lnTo>
                    <a:pt x="4216" y="3373"/>
                  </a:lnTo>
                  <a:lnTo>
                    <a:pt x="4401" y="2952"/>
                  </a:lnTo>
                  <a:lnTo>
                    <a:pt x="4585" y="2530"/>
                  </a:lnTo>
                  <a:lnTo>
                    <a:pt x="4822" y="2135"/>
                  </a:lnTo>
                  <a:lnTo>
                    <a:pt x="5059" y="1739"/>
                  </a:lnTo>
                  <a:lnTo>
                    <a:pt x="5349" y="1370"/>
                  </a:lnTo>
                  <a:lnTo>
                    <a:pt x="5639" y="1028"/>
                  </a:lnTo>
                  <a:lnTo>
                    <a:pt x="5982" y="712"/>
                  </a:lnTo>
                  <a:lnTo>
                    <a:pt x="6351" y="448"/>
                  </a:lnTo>
                  <a:lnTo>
                    <a:pt x="6535" y="343"/>
                  </a:lnTo>
                  <a:lnTo>
                    <a:pt x="6720" y="290"/>
                  </a:lnTo>
                  <a:close/>
                  <a:moveTo>
                    <a:pt x="6799" y="0"/>
                  </a:moveTo>
                  <a:lnTo>
                    <a:pt x="6667" y="27"/>
                  </a:lnTo>
                  <a:lnTo>
                    <a:pt x="6509" y="53"/>
                  </a:lnTo>
                  <a:lnTo>
                    <a:pt x="6377" y="132"/>
                  </a:lnTo>
                  <a:lnTo>
                    <a:pt x="6219" y="211"/>
                  </a:lnTo>
                  <a:lnTo>
                    <a:pt x="6008" y="343"/>
                  </a:lnTo>
                  <a:lnTo>
                    <a:pt x="5824" y="501"/>
                  </a:lnTo>
                  <a:lnTo>
                    <a:pt x="5455" y="817"/>
                  </a:lnTo>
                  <a:lnTo>
                    <a:pt x="5138" y="1186"/>
                  </a:lnTo>
                  <a:lnTo>
                    <a:pt x="4849" y="1581"/>
                  </a:lnTo>
                  <a:lnTo>
                    <a:pt x="4585" y="1977"/>
                  </a:lnTo>
                  <a:lnTo>
                    <a:pt x="4348" y="2398"/>
                  </a:lnTo>
                  <a:lnTo>
                    <a:pt x="4137" y="2820"/>
                  </a:lnTo>
                  <a:lnTo>
                    <a:pt x="3953" y="3241"/>
                  </a:lnTo>
                  <a:lnTo>
                    <a:pt x="3742" y="3716"/>
                  </a:lnTo>
                  <a:lnTo>
                    <a:pt x="3426" y="4454"/>
                  </a:lnTo>
                  <a:lnTo>
                    <a:pt x="3057" y="5191"/>
                  </a:lnTo>
                  <a:lnTo>
                    <a:pt x="2872" y="5534"/>
                  </a:lnTo>
                  <a:lnTo>
                    <a:pt x="2661" y="5877"/>
                  </a:lnTo>
                  <a:lnTo>
                    <a:pt x="2424" y="6193"/>
                  </a:lnTo>
                  <a:lnTo>
                    <a:pt x="2161" y="6483"/>
                  </a:lnTo>
                  <a:lnTo>
                    <a:pt x="1792" y="6825"/>
                  </a:lnTo>
                  <a:lnTo>
                    <a:pt x="1423" y="7168"/>
                  </a:lnTo>
                  <a:lnTo>
                    <a:pt x="1028" y="7510"/>
                  </a:lnTo>
                  <a:lnTo>
                    <a:pt x="659" y="7853"/>
                  </a:lnTo>
                  <a:lnTo>
                    <a:pt x="501" y="8064"/>
                  </a:lnTo>
                  <a:lnTo>
                    <a:pt x="343" y="8248"/>
                  </a:lnTo>
                  <a:lnTo>
                    <a:pt x="211" y="8459"/>
                  </a:lnTo>
                  <a:lnTo>
                    <a:pt x="79" y="8696"/>
                  </a:lnTo>
                  <a:lnTo>
                    <a:pt x="26" y="8881"/>
                  </a:lnTo>
                  <a:lnTo>
                    <a:pt x="0" y="9039"/>
                  </a:lnTo>
                  <a:lnTo>
                    <a:pt x="0" y="9170"/>
                  </a:lnTo>
                  <a:lnTo>
                    <a:pt x="79" y="9302"/>
                  </a:lnTo>
                  <a:lnTo>
                    <a:pt x="158" y="9381"/>
                  </a:lnTo>
                  <a:lnTo>
                    <a:pt x="264" y="9434"/>
                  </a:lnTo>
                  <a:lnTo>
                    <a:pt x="369" y="9487"/>
                  </a:lnTo>
                  <a:lnTo>
                    <a:pt x="474" y="9513"/>
                  </a:lnTo>
                  <a:lnTo>
                    <a:pt x="764" y="9513"/>
                  </a:lnTo>
                  <a:lnTo>
                    <a:pt x="1080" y="9487"/>
                  </a:lnTo>
                  <a:lnTo>
                    <a:pt x="1344" y="9408"/>
                  </a:lnTo>
                  <a:lnTo>
                    <a:pt x="1581" y="9276"/>
                  </a:lnTo>
                  <a:lnTo>
                    <a:pt x="1792" y="9118"/>
                  </a:lnTo>
                  <a:lnTo>
                    <a:pt x="1976" y="8907"/>
                  </a:lnTo>
                  <a:lnTo>
                    <a:pt x="2134" y="8696"/>
                  </a:lnTo>
                  <a:lnTo>
                    <a:pt x="2424" y="8222"/>
                  </a:lnTo>
                  <a:lnTo>
                    <a:pt x="2609" y="7958"/>
                  </a:lnTo>
                  <a:lnTo>
                    <a:pt x="2793" y="7668"/>
                  </a:lnTo>
                  <a:lnTo>
                    <a:pt x="3320" y="6931"/>
                  </a:lnTo>
                  <a:lnTo>
                    <a:pt x="3900" y="6219"/>
                  </a:lnTo>
                  <a:lnTo>
                    <a:pt x="4506" y="5534"/>
                  </a:lnTo>
                  <a:lnTo>
                    <a:pt x="5112" y="4875"/>
                  </a:lnTo>
                  <a:lnTo>
                    <a:pt x="5376" y="4559"/>
                  </a:lnTo>
                  <a:lnTo>
                    <a:pt x="6061" y="3847"/>
                  </a:lnTo>
                  <a:lnTo>
                    <a:pt x="6377" y="3452"/>
                  </a:lnTo>
                  <a:lnTo>
                    <a:pt x="6667" y="3057"/>
                  </a:lnTo>
                  <a:lnTo>
                    <a:pt x="6851" y="2767"/>
                  </a:lnTo>
                  <a:lnTo>
                    <a:pt x="7009" y="2477"/>
                  </a:lnTo>
                  <a:lnTo>
                    <a:pt x="7167" y="2187"/>
                  </a:lnTo>
                  <a:lnTo>
                    <a:pt x="7273" y="1898"/>
                  </a:lnTo>
                  <a:lnTo>
                    <a:pt x="7352" y="1608"/>
                  </a:lnTo>
                  <a:lnTo>
                    <a:pt x="7405" y="1318"/>
                  </a:lnTo>
                  <a:lnTo>
                    <a:pt x="7457" y="1028"/>
                  </a:lnTo>
                  <a:lnTo>
                    <a:pt x="7457" y="764"/>
                  </a:lnTo>
                  <a:lnTo>
                    <a:pt x="7431" y="606"/>
                  </a:lnTo>
                  <a:lnTo>
                    <a:pt x="7405" y="448"/>
                  </a:lnTo>
                  <a:lnTo>
                    <a:pt x="7352" y="290"/>
                  </a:lnTo>
                  <a:lnTo>
                    <a:pt x="7247" y="158"/>
                  </a:lnTo>
                  <a:lnTo>
                    <a:pt x="7141" y="79"/>
                  </a:lnTo>
                  <a:lnTo>
                    <a:pt x="7036" y="27"/>
                  </a:lnTo>
                  <a:lnTo>
                    <a:pt x="6930" y="0"/>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6" name="Google Shape;3576;p62"/>
          <p:cNvGrpSpPr/>
          <p:nvPr/>
        </p:nvGrpSpPr>
        <p:grpSpPr>
          <a:xfrm>
            <a:off x="8353604" y="3303935"/>
            <a:ext cx="1380345" cy="2011663"/>
            <a:chOff x="6254050" y="1557725"/>
            <a:chExt cx="1127825" cy="1643650"/>
          </a:xfrm>
        </p:grpSpPr>
        <p:sp>
          <p:nvSpPr>
            <p:cNvPr id="3577" name="Google Shape;3577;p62"/>
            <p:cNvSpPr/>
            <p:nvPr/>
          </p:nvSpPr>
          <p:spPr>
            <a:xfrm>
              <a:off x="6254050" y="1557725"/>
              <a:ext cx="1127825" cy="1643650"/>
            </a:xfrm>
            <a:custGeom>
              <a:rect b="b" l="l" r="r" t="t"/>
              <a:pathLst>
                <a:path extrusionOk="0" h="65746" w="45113">
                  <a:moveTo>
                    <a:pt x="30119" y="290"/>
                  </a:moveTo>
                  <a:lnTo>
                    <a:pt x="30804" y="316"/>
                  </a:lnTo>
                  <a:lnTo>
                    <a:pt x="31490" y="369"/>
                  </a:lnTo>
                  <a:lnTo>
                    <a:pt x="32017" y="448"/>
                  </a:lnTo>
                  <a:lnTo>
                    <a:pt x="32886" y="553"/>
                  </a:lnTo>
                  <a:lnTo>
                    <a:pt x="33756" y="712"/>
                  </a:lnTo>
                  <a:lnTo>
                    <a:pt x="34625" y="870"/>
                  </a:lnTo>
                  <a:lnTo>
                    <a:pt x="35047" y="1001"/>
                  </a:lnTo>
                  <a:lnTo>
                    <a:pt x="35469" y="1107"/>
                  </a:lnTo>
                  <a:lnTo>
                    <a:pt x="35811" y="1239"/>
                  </a:lnTo>
                  <a:lnTo>
                    <a:pt x="36154" y="1370"/>
                  </a:lnTo>
                  <a:lnTo>
                    <a:pt x="36444" y="1528"/>
                  </a:lnTo>
                  <a:lnTo>
                    <a:pt x="36760" y="1687"/>
                  </a:lnTo>
                  <a:lnTo>
                    <a:pt x="37023" y="1871"/>
                  </a:lnTo>
                  <a:lnTo>
                    <a:pt x="37313" y="2082"/>
                  </a:lnTo>
                  <a:lnTo>
                    <a:pt x="37814" y="2503"/>
                  </a:lnTo>
                  <a:lnTo>
                    <a:pt x="38314" y="2951"/>
                  </a:lnTo>
                  <a:lnTo>
                    <a:pt x="38736" y="3452"/>
                  </a:lnTo>
                  <a:lnTo>
                    <a:pt x="39158" y="3953"/>
                  </a:lnTo>
                  <a:lnTo>
                    <a:pt x="39553" y="4480"/>
                  </a:lnTo>
                  <a:lnTo>
                    <a:pt x="39896" y="4954"/>
                  </a:lnTo>
                  <a:lnTo>
                    <a:pt x="40238" y="5455"/>
                  </a:lnTo>
                  <a:lnTo>
                    <a:pt x="40712" y="6166"/>
                  </a:lnTo>
                  <a:lnTo>
                    <a:pt x="40950" y="6509"/>
                  </a:lnTo>
                  <a:lnTo>
                    <a:pt x="41239" y="6851"/>
                  </a:lnTo>
                  <a:lnTo>
                    <a:pt x="41608" y="7326"/>
                  </a:lnTo>
                  <a:lnTo>
                    <a:pt x="41951" y="7774"/>
                  </a:lnTo>
                  <a:lnTo>
                    <a:pt x="42267" y="8274"/>
                  </a:lnTo>
                  <a:lnTo>
                    <a:pt x="42557" y="8880"/>
                  </a:lnTo>
                  <a:lnTo>
                    <a:pt x="42926" y="9750"/>
                  </a:lnTo>
                  <a:lnTo>
                    <a:pt x="43110" y="10224"/>
                  </a:lnTo>
                  <a:lnTo>
                    <a:pt x="43268" y="10725"/>
                  </a:lnTo>
                  <a:lnTo>
                    <a:pt x="43427" y="11226"/>
                  </a:lnTo>
                  <a:lnTo>
                    <a:pt x="43558" y="11753"/>
                  </a:lnTo>
                  <a:lnTo>
                    <a:pt x="43664" y="12306"/>
                  </a:lnTo>
                  <a:lnTo>
                    <a:pt x="43716" y="12886"/>
                  </a:lnTo>
                  <a:lnTo>
                    <a:pt x="43743" y="13307"/>
                  </a:lnTo>
                  <a:lnTo>
                    <a:pt x="43769" y="13755"/>
                  </a:lnTo>
                  <a:lnTo>
                    <a:pt x="43769" y="14651"/>
                  </a:lnTo>
                  <a:lnTo>
                    <a:pt x="43743" y="15205"/>
                  </a:lnTo>
                  <a:lnTo>
                    <a:pt x="43716" y="16970"/>
                  </a:lnTo>
                  <a:lnTo>
                    <a:pt x="43664" y="18551"/>
                  </a:lnTo>
                  <a:lnTo>
                    <a:pt x="43532" y="20000"/>
                  </a:lnTo>
                  <a:lnTo>
                    <a:pt x="43453" y="20686"/>
                  </a:lnTo>
                  <a:lnTo>
                    <a:pt x="43348" y="21318"/>
                  </a:lnTo>
                  <a:lnTo>
                    <a:pt x="43163" y="22530"/>
                  </a:lnTo>
                  <a:lnTo>
                    <a:pt x="43031" y="23611"/>
                  </a:lnTo>
                  <a:lnTo>
                    <a:pt x="42926" y="24638"/>
                  </a:lnTo>
                  <a:lnTo>
                    <a:pt x="42847" y="25613"/>
                  </a:lnTo>
                  <a:lnTo>
                    <a:pt x="42794" y="26351"/>
                  </a:lnTo>
                  <a:lnTo>
                    <a:pt x="42689" y="27115"/>
                  </a:lnTo>
                  <a:lnTo>
                    <a:pt x="42452" y="28591"/>
                  </a:lnTo>
                  <a:lnTo>
                    <a:pt x="42293" y="29566"/>
                  </a:lnTo>
                  <a:lnTo>
                    <a:pt x="42162" y="30541"/>
                  </a:lnTo>
                  <a:lnTo>
                    <a:pt x="42109" y="31041"/>
                  </a:lnTo>
                  <a:lnTo>
                    <a:pt x="42109" y="31516"/>
                  </a:lnTo>
                  <a:lnTo>
                    <a:pt x="42109" y="32491"/>
                  </a:lnTo>
                  <a:lnTo>
                    <a:pt x="42135" y="33281"/>
                  </a:lnTo>
                  <a:lnTo>
                    <a:pt x="42135" y="34019"/>
                  </a:lnTo>
                  <a:lnTo>
                    <a:pt x="42135" y="35258"/>
                  </a:lnTo>
                  <a:lnTo>
                    <a:pt x="42135" y="35864"/>
                  </a:lnTo>
                  <a:lnTo>
                    <a:pt x="42162" y="36496"/>
                  </a:lnTo>
                  <a:lnTo>
                    <a:pt x="42293" y="38235"/>
                  </a:lnTo>
                  <a:lnTo>
                    <a:pt x="42452" y="39843"/>
                  </a:lnTo>
                  <a:lnTo>
                    <a:pt x="42662" y="41371"/>
                  </a:lnTo>
                  <a:lnTo>
                    <a:pt x="42900" y="42820"/>
                  </a:lnTo>
                  <a:lnTo>
                    <a:pt x="43058" y="43664"/>
                  </a:lnTo>
                  <a:lnTo>
                    <a:pt x="43189" y="44533"/>
                  </a:lnTo>
                  <a:lnTo>
                    <a:pt x="43321" y="45429"/>
                  </a:lnTo>
                  <a:lnTo>
                    <a:pt x="43427" y="46351"/>
                  </a:lnTo>
                  <a:lnTo>
                    <a:pt x="43506" y="47010"/>
                  </a:lnTo>
                  <a:lnTo>
                    <a:pt x="43637" y="47643"/>
                  </a:lnTo>
                  <a:lnTo>
                    <a:pt x="43795" y="48275"/>
                  </a:lnTo>
                  <a:lnTo>
                    <a:pt x="43954" y="48907"/>
                  </a:lnTo>
                  <a:lnTo>
                    <a:pt x="44217" y="49830"/>
                  </a:lnTo>
                  <a:lnTo>
                    <a:pt x="44349" y="50409"/>
                  </a:lnTo>
                  <a:lnTo>
                    <a:pt x="44481" y="51042"/>
                  </a:lnTo>
                  <a:lnTo>
                    <a:pt x="44586" y="51674"/>
                  </a:lnTo>
                  <a:lnTo>
                    <a:pt x="44665" y="52307"/>
                  </a:lnTo>
                  <a:lnTo>
                    <a:pt x="44744" y="52965"/>
                  </a:lnTo>
                  <a:lnTo>
                    <a:pt x="44797" y="53651"/>
                  </a:lnTo>
                  <a:lnTo>
                    <a:pt x="44823" y="54336"/>
                  </a:lnTo>
                  <a:lnTo>
                    <a:pt x="44823" y="55047"/>
                  </a:lnTo>
                  <a:lnTo>
                    <a:pt x="44823" y="55627"/>
                  </a:lnTo>
                  <a:lnTo>
                    <a:pt x="44770" y="56180"/>
                  </a:lnTo>
                  <a:lnTo>
                    <a:pt x="44691" y="56734"/>
                  </a:lnTo>
                  <a:lnTo>
                    <a:pt x="44533" y="57287"/>
                  </a:lnTo>
                  <a:lnTo>
                    <a:pt x="44454" y="57524"/>
                  </a:lnTo>
                  <a:lnTo>
                    <a:pt x="44270" y="58078"/>
                  </a:lnTo>
                  <a:lnTo>
                    <a:pt x="44112" y="58631"/>
                  </a:lnTo>
                  <a:lnTo>
                    <a:pt x="43980" y="59158"/>
                  </a:lnTo>
                  <a:lnTo>
                    <a:pt x="43822" y="59685"/>
                  </a:lnTo>
                  <a:lnTo>
                    <a:pt x="43664" y="60212"/>
                  </a:lnTo>
                  <a:lnTo>
                    <a:pt x="43453" y="60739"/>
                  </a:lnTo>
                  <a:lnTo>
                    <a:pt x="43189" y="61240"/>
                  </a:lnTo>
                  <a:lnTo>
                    <a:pt x="42900" y="61767"/>
                  </a:lnTo>
                  <a:lnTo>
                    <a:pt x="42583" y="62267"/>
                  </a:lnTo>
                  <a:lnTo>
                    <a:pt x="42188" y="62768"/>
                  </a:lnTo>
                  <a:lnTo>
                    <a:pt x="41740" y="63269"/>
                  </a:lnTo>
                  <a:lnTo>
                    <a:pt x="41266" y="63717"/>
                  </a:lnTo>
                  <a:lnTo>
                    <a:pt x="40791" y="64112"/>
                  </a:lnTo>
                  <a:lnTo>
                    <a:pt x="40317" y="64455"/>
                  </a:lnTo>
                  <a:lnTo>
                    <a:pt x="39843" y="64744"/>
                  </a:lnTo>
                  <a:lnTo>
                    <a:pt x="39342" y="64982"/>
                  </a:lnTo>
                  <a:lnTo>
                    <a:pt x="38815" y="65166"/>
                  </a:lnTo>
                  <a:lnTo>
                    <a:pt x="38314" y="65324"/>
                  </a:lnTo>
                  <a:lnTo>
                    <a:pt x="37787" y="65429"/>
                  </a:lnTo>
                  <a:lnTo>
                    <a:pt x="37234" y="65482"/>
                  </a:lnTo>
                  <a:lnTo>
                    <a:pt x="36707" y="65482"/>
                  </a:lnTo>
                  <a:lnTo>
                    <a:pt x="36154" y="65429"/>
                  </a:lnTo>
                  <a:lnTo>
                    <a:pt x="35574" y="65324"/>
                  </a:lnTo>
                  <a:lnTo>
                    <a:pt x="35021" y="65166"/>
                  </a:lnTo>
                  <a:lnTo>
                    <a:pt x="34441" y="64982"/>
                  </a:lnTo>
                  <a:lnTo>
                    <a:pt x="33835" y="64718"/>
                  </a:lnTo>
                  <a:lnTo>
                    <a:pt x="33123" y="64375"/>
                  </a:lnTo>
                  <a:lnTo>
                    <a:pt x="32438" y="64007"/>
                  </a:lnTo>
                  <a:lnTo>
                    <a:pt x="31753" y="63585"/>
                  </a:lnTo>
                  <a:lnTo>
                    <a:pt x="31068" y="63190"/>
                  </a:lnTo>
                  <a:lnTo>
                    <a:pt x="30277" y="62689"/>
                  </a:lnTo>
                  <a:lnTo>
                    <a:pt x="29487" y="62241"/>
                  </a:lnTo>
                  <a:lnTo>
                    <a:pt x="28644" y="61793"/>
                  </a:lnTo>
                  <a:lnTo>
                    <a:pt x="28222" y="61582"/>
                  </a:lnTo>
                  <a:lnTo>
                    <a:pt x="27800" y="61398"/>
                  </a:lnTo>
                  <a:lnTo>
                    <a:pt x="27089" y="61134"/>
                  </a:lnTo>
                  <a:lnTo>
                    <a:pt x="26377" y="60923"/>
                  </a:lnTo>
                  <a:lnTo>
                    <a:pt x="25640" y="60765"/>
                  </a:lnTo>
                  <a:lnTo>
                    <a:pt x="24902" y="60607"/>
                  </a:lnTo>
                  <a:lnTo>
                    <a:pt x="24164" y="60528"/>
                  </a:lnTo>
                  <a:lnTo>
                    <a:pt x="23400" y="60449"/>
                  </a:lnTo>
                  <a:lnTo>
                    <a:pt x="22662" y="60423"/>
                  </a:lnTo>
                  <a:lnTo>
                    <a:pt x="21898" y="60396"/>
                  </a:lnTo>
                  <a:lnTo>
                    <a:pt x="20659" y="60423"/>
                  </a:lnTo>
                  <a:lnTo>
                    <a:pt x="19421" y="60502"/>
                  </a:lnTo>
                  <a:lnTo>
                    <a:pt x="18209" y="60607"/>
                  </a:lnTo>
                  <a:lnTo>
                    <a:pt x="16970" y="60713"/>
                  </a:lnTo>
                  <a:lnTo>
                    <a:pt x="15099" y="60871"/>
                  </a:lnTo>
                  <a:lnTo>
                    <a:pt x="14072" y="60950"/>
                  </a:lnTo>
                  <a:lnTo>
                    <a:pt x="13070" y="60976"/>
                  </a:lnTo>
                  <a:lnTo>
                    <a:pt x="12122" y="60976"/>
                  </a:lnTo>
                  <a:lnTo>
                    <a:pt x="11199" y="60950"/>
                  </a:lnTo>
                  <a:lnTo>
                    <a:pt x="10330" y="60871"/>
                  </a:lnTo>
                  <a:lnTo>
                    <a:pt x="9486" y="60765"/>
                  </a:lnTo>
                  <a:lnTo>
                    <a:pt x="8696" y="60634"/>
                  </a:lnTo>
                  <a:lnTo>
                    <a:pt x="7932" y="60449"/>
                  </a:lnTo>
                  <a:lnTo>
                    <a:pt x="7220" y="60265"/>
                  </a:lnTo>
                  <a:lnTo>
                    <a:pt x="6535" y="60028"/>
                  </a:lnTo>
                  <a:lnTo>
                    <a:pt x="5903" y="59738"/>
                  </a:lnTo>
                  <a:lnTo>
                    <a:pt x="5297" y="59448"/>
                  </a:lnTo>
                  <a:lnTo>
                    <a:pt x="4717" y="59105"/>
                  </a:lnTo>
                  <a:lnTo>
                    <a:pt x="4190" y="58736"/>
                  </a:lnTo>
                  <a:lnTo>
                    <a:pt x="3689" y="58315"/>
                  </a:lnTo>
                  <a:lnTo>
                    <a:pt x="3215" y="57867"/>
                  </a:lnTo>
                  <a:lnTo>
                    <a:pt x="2925" y="57551"/>
                  </a:lnTo>
                  <a:lnTo>
                    <a:pt x="2662" y="57208"/>
                  </a:lnTo>
                  <a:lnTo>
                    <a:pt x="2398" y="56865"/>
                  </a:lnTo>
                  <a:lnTo>
                    <a:pt x="2161" y="56497"/>
                  </a:lnTo>
                  <a:lnTo>
                    <a:pt x="1924" y="56101"/>
                  </a:lnTo>
                  <a:lnTo>
                    <a:pt x="1687" y="55680"/>
                  </a:lnTo>
                  <a:lnTo>
                    <a:pt x="1502" y="55258"/>
                  </a:lnTo>
                  <a:lnTo>
                    <a:pt x="1318" y="54810"/>
                  </a:lnTo>
                  <a:lnTo>
                    <a:pt x="1133" y="54362"/>
                  </a:lnTo>
                  <a:lnTo>
                    <a:pt x="975" y="53888"/>
                  </a:lnTo>
                  <a:lnTo>
                    <a:pt x="843" y="53413"/>
                  </a:lnTo>
                  <a:lnTo>
                    <a:pt x="712" y="52913"/>
                  </a:lnTo>
                  <a:lnTo>
                    <a:pt x="606" y="52386"/>
                  </a:lnTo>
                  <a:lnTo>
                    <a:pt x="501" y="51859"/>
                  </a:lnTo>
                  <a:lnTo>
                    <a:pt x="422" y="51305"/>
                  </a:lnTo>
                  <a:lnTo>
                    <a:pt x="369" y="50752"/>
                  </a:lnTo>
                  <a:lnTo>
                    <a:pt x="316" y="50146"/>
                  </a:lnTo>
                  <a:lnTo>
                    <a:pt x="290" y="49540"/>
                  </a:lnTo>
                  <a:lnTo>
                    <a:pt x="290" y="48907"/>
                  </a:lnTo>
                  <a:lnTo>
                    <a:pt x="290" y="48301"/>
                  </a:lnTo>
                  <a:lnTo>
                    <a:pt x="316" y="47695"/>
                  </a:lnTo>
                  <a:lnTo>
                    <a:pt x="369" y="47089"/>
                  </a:lnTo>
                  <a:lnTo>
                    <a:pt x="422" y="46483"/>
                  </a:lnTo>
                  <a:lnTo>
                    <a:pt x="501" y="45877"/>
                  </a:lnTo>
                  <a:lnTo>
                    <a:pt x="606" y="45271"/>
                  </a:lnTo>
                  <a:lnTo>
                    <a:pt x="712" y="44665"/>
                  </a:lnTo>
                  <a:lnTo>
                    <a:pt x="843" y="44085"/>
                  </a:lnTo>
                  <a:lnTo>
                    <a:pt x="1001" y="43479"/>
                  </a:lnTo>
                  <a:lnTo>
                    <a:pt x="1186" y="42899"/>
                  </a:lnTo>
                  <a:lnTo>
                    <a:pt x="1370" y="42320"/>
                  </a:lnTo>
                  <a:lnTo>
                    <a:pt x="1555" y="41740"/>
                  </a:lnTo>
                  <a:lnTo>
                    <a:pt x="1792" y="41187"/>
                  </a:lnTo>
                  <a:lnTo>
                    <a:pt x="2029" y="40633"/>
                  </a:lnTo>
                  <a:lnTo>
                    <a:pt x="2266" y="40080"/>
                  </a:lnTo>
                  <a:lnTo>
                    <a:pt x="2793" y="38999"/>
                  </a:lnTo>
                  <a:lnTo>
                    <a:pt x="3347" y="37945"/>
                  </a:lnTo>
                  <a:lnTo>
                    <a:pt x="3926" y="36918"/>
                  </a:lnTo>
                  <a:lnTo>
                    <a:pt x="4480" y="35890"/>
                  </a:lnTo>
                  <a:lnTo>
                    <a:pt x="5033" y="34836"/>
                  </a:lnTo>
                  <a:lnTo>
                    <a:pt x="5560" y="33782"/>
                  </a:lnTo>
                  <a:lnTo>
                    <a:pt x="6035" y="32702"/>
                  </a:lnTo>
                  <a:lnTo>
                    <a:pt x="6324" y="31937"/>
                  </a:lnTo>
                  <a:lnTo>
                    <a:pt x="6588" y="31147"/>
                  </a:lnTo>
                  <a:lnTo>
                    <a:pt x="6851" y="30383"/>
                  </a:lnTo>
                  <a:lnTo>
                    <a:pt x="7062" y="29592"/>
                  </a:lnTo>
                  <a:lnTo>
                    <a:pt x="7484" y="28011"/>
                  </a:lnTo>
                  <a:lnTo>
                    <a:pt x="7879" y="26430"/>
                  </a:lnTo>
                  <a:lnTo>
                    <a:pt x="8195" y="25060"/>
                  </a:lnTo>
                  <a:lnTo>
                    <a:pt x="8564" y="23663"/>
                  </a:lnTo>
                  <a:lnTo>
                    <a:pt x="8854" y="22636"/>
                  </a:lnTo>
                  <a:lnTo>
                    <a:pt x="9223" y="21397"/>
                  </a:lnTo>
                  <a:lnTo>
                    <a:pt x="9671" y="20000"/>
                  </a:lnTo>
                  <a:lnTo>
                    <a:pt x="10224" y="18472"/>
                  </a:lnTo>
                  <a:lnTo>
                    <a:pt x="10857" y="16812"/>
                  </a:lnTo>
                  <a:lnTo>
                    <a:pt x="11568" y="15099"/>
                  </a:lnTo>
                  <a:lnTo>
                    <a:pt x="11963" y="14230"/>
                  </a:lnTo>
                  <a:lnTo>
                    <a:pt x="12385" y="13334"/>
                  </a:lnTo>
                  <a:lnTo>
                    <a:pt x="12833" y="12438"/>
                  </a:lnTo>
                  <a:lnTo>
                    <a:pt x="13307" y="11542"/>
                  </a:lnTo>
                  <a:lnTo>
                    <a:pt x="13782" y="10646"/>
                  </a:lnTo>
                  <a:lnTo>
                    <a:pt x="14282" y="9803"/>
                  </a:lnTo>
                  <a:lnTo>
                    <a:pt x="14757" y="9012"/>
                  </a:lnTo>
                  <a:lnTo>
                    <a:pt x="15257" y="8248"/>
                  </a:lnTo>
                  <a:lnTo>
                    <a:pt x="15784" y="7510"/>
                  </a:lnTo>
                  <a:lnTo>
                    <a:pt x="16285" y="6825"/>
                  </a:lnTo>
                  <a:lnTo>
                    <a:pt x="16812" y="6166"/>
                  </a:lnTo>
                  <a:lnTo>
                    <a:pt x="17313" y="5534"/>
                  </a:lnTo>
                  <a:lnTo>
                    <a:pt x="17840" y="4954"/>
                  </a:lnTo>
                  <a:lnTo>
                    <a:pt x="18393" y="4427"/>
                  </a:lnTo>
                  <a:lnTo>
                    <a:pt x="18920" y="3926"/>
                  </a:lnTo>
                  <a:lnTo>
                    <a:pt x="19447" y="3452"/>
                  </a:lnTo>
                  <a:lnTo>
                    <a:pt x="20001" y="3004"/>
                  </a:lnTo>
                  <a:lnTo>
                    <a:pt x="20554" y="2609"/>
                  </a:lnTo>
                  <a:lnTo>
                    <a:pt x="21107" y="2266"/>
                  </a:lnTo>
                  <a:lnTo>
                    <a:pt x="21661" y="1950"/>
                  </a:lnTo>
                  <a:lnTo>
                    <a:pt x="22082" y="1766"/>
                  </a:lnTo>
                  <a:lnTo>
                    <a:pt x="22504" y="1607"/>
                  </a:lnTo>
                  <a:lnTo>
                    <a:pt x="22978" y="1502"/>
                  </a:lnTo>
                  <a:lnTo>
                    <a:pt x="23426" y="1423"/>
                  </a:lnTo>
                  <a:lnTo>
                    <a:pt x="23900" y="1370"/>
                  </a:lnTo>
                  <a:lnTo>
                    <a:pt x="24401" y="1344"/>
                  </a:lnTo>
                  <a:lnTo>
                    <a:pt x="25350" y="1291"/>
                  </a:lnTo>
                  <a:lnTo>
                    <a:pt x="26483" y="1239"/>
                  </a:lnTo>
                  <a:lnTo>
                    <a:pt x="26483" y="949"/>
                  </a:lnTo>
                  <a:lnTo>
                    <a:pt x="25903" y="975"/>
                  </a:lnTo>
                  <a:lnTo>
                    <a:pt x="25903" y="975"/>
                  </a:lnTo>
                  <a:lnTo>
                    <a:pt x="26167" y="843"/>
                  </a:lnTo>
                  <a:lnTo>
                    <a:pt x="26483" y="738"/>
                  </a:lnTo>
                  <a:lnTo>
                    <a:pt x="26799" y="606"/>
                  </a:lnTo>
                  <a:lnTo>
                    <a:pt x="27115" y="527"/>
                  </a:lnTo>
                  <a:lnTo>
                    <a:pt x="27458" y="448"/>
                  </a:lnTo>
                  <a:lnTo>
                    <a:pt x="27774" y="369"/>
                  </a:lnTo>
                  <a:lnTo>
                    <a:pt x="28117" y="343"/>
                  </a:lnTo>
                  <a:lnTo>
                    <a:pt x="28433" y="316"/>
                  </a:lnTo>
                  <a:lnTo>
                    <a:pt x="28696" y="316"/>
                  </a:lnTo>
                  <a:lnTo>
                    <a:pt x="29408" y="290"/>
                  </a:lnTo>
                  <a:close/>
                  <a:moveTo>
                    <a:pt x="30093" y="0"/>
                  </a:moveTo>
                  <a:lnTo>
                    <a:pt x="29381" y="26"/>
                  </a:lnTo>
                  <a:lnTo>
                    <a:pt x="28670" y="26"/>
                  </a:lnTo>
                  <a:lnTo>
                    <a:pt x="28406" y="53"/>
                  </a:lnTo>
                  <a:lnTo>
                    <a:pt x="28038" y="79"/>
                  </a:lnTo>
                  <a:lnTo>
                    <a:pt x="27642" y="132"/>
                  </a:lnTo>
                  <a:lnTo>
                    <a:pt x="27221" y="211"/>
                  </a:lnTo>
                  <a:lnTo>
                    <a:pt x="26825" y="316"/>
                  </a:lnTo>
                  <a:lnTo>
                    <a:pt x="26430" y="448"/>
                  </a:lnTo>
                  <a:lnTo>
                    <a:pt x="26061" y="606"/>
                  </a:lnTo>
                  <a:lnTo>
                    <a:pt x="25719" y="764"/>
                  </a:lnTo>
                  <a:lnTo>
                    <a:pt x="25402" y="949"/>
                  </a:lnTo>
                  <a:lnTo>
                    <a:pt x="25323" y="1001"/>
                  </a:lnTo>
                  <a:lnTo>
                    <a:pt x="24348" y="1054"/>
                  </a:lnTo>
                  <a:lnTo>
                    <a:pt x="23874" y="1107"/>
                  </a:lnTo>
                  <a:lnTo>
                    <a:pt x="23373" y="1159"/>
                  </a:lnTo>
                  <a:lnTo>
                    <a:pt x="22899" y="1239"/>
                  </a:lnTo>
                  <a:lnTo>
                    <a:pt x="22425" y="1344"/>
                  </a:lnTo>
                  <a:lnTo>
                    <a:pt x="21977" y="1502"/>
                  </a:lnTo>
                  <a:lnTo>
                    <a:pt x="21529" y="1713"/>
                  </a:lnTo>
                  <a:lnTo>
                    <a:pt x="20976" y="2029"/>
                  </a:lnTo>
                  <a:lnTo>
                    <a:pt x="20396" y="2398"/>
                  </a:lnTo>
                  <a:lnTo>
                    <a:pt x="19842" y="2793"/>
                  </a:lnTo>
                  <a:lnTo>
                    <a:pt x="19289" y="3215"/>
                  </a:lnTo>
                  <a:lnTo>
                    <a:pt x="18736" y="3689"/>
                  </a:lnTo>
                  <a:lnTo>
                    <a:pt x="18209" y="4216"/>
                  </a:lnTo>
                  <a:lnTo>
                    <a:pt x="17655" y="4770"/>
                  </a:lnTo>
                  <a:lnTo>
                    <a:pt x="17128" y="5349"/>
                  </a:lnTo>
                  <a:lnTo>
                    <a:pt x="16601" y="5982"/>
                  </a:lnTo>
                  <a:lnTo>
                    <a:pt x="16074" y="6640"/>
                  </a:lnTo>
                  <a:lnTo>
                    <a:pt x="15547" y="7352"/>
                  </a:lnTo>
                  <a:lnTo>
                    <a:pt x="15047" y="8090"/>
                  </a:lnTo>
                  <a:lnTo>
                    <a:pt x="14546" y="8854"/>
                  </a:lnTo>
                  <a:lnTo>
                    <a:pt x="14045" y="9671"/>
                  </a:lnTo>
                  <a:lnTo>
                    <a:pt x="13545" y="10514"/>
                  </a:lnTo>
                  <a:lnTo>
                    <a:pt x="13070" y="11410"/>
                  </a:lnTo>
                  <a:lnTo>
                    <a:pt x="12596" y="12306"/>
                  </a:lnTo>
                  <a:lnTo>
                    <a:pt x="12148" y="13202"/>
                  </a:lnTo>
                  <a:lnTo>
                    <a:pt x="11726" y="14098"/>
                  </a:lnTo>
                  <a:lnTo>
                    <a:pt x="11331" y="14994"/>
                  </a:lnTo>
                  <a:lnTo>
                    <a:pt x="10593" y="16733"/>
                  </a:lnTo>
                  <a:lnTo>
                    <a:pt x="9961" y="18367"/>
                  </a:lnTo>
                  <a:lnTo>
                    <a:pt x="9407" y="19921"/>
                  </a:lnTo>
                  <a:lnTo>
                    <a:pt x="8959" y="21318"/>
                  </a:lnTo>
                  <a:lnTo>
                    <a:pt x="8591" y="22556"/>
                  </a:lnTo>
                  <a:lnTo>
                    <a:pt x="8301" y="23584"/>
                  </a:lnTo>
                  <a:lnTo>
                    <a:pt x="7932" y="24981"/>
                  </a:lnTo>
                  <a:lnTo>
                    <a:pt x="7616" y="26377"/>
                  </a:lnTo>
                  <a:lnTo>
                    <a:pt x="7220" y="27932"/>
                  </a:lnTo>
                  <a:lnTo>
                    <a:pt x="6799" y="29513"/>
                  </a:lnTo>
                  <a:lnTo>
                    <a:pt x="6588" y="30304"/>
                  </a:lnTo>
                  <a:lnTo>
                    <a:pt x="6324" y="31068"/>
                  </a:lnTo>
                  <a:lnTo>
                    <a:pt x="6061" y="31832"/>
                  </a:lnTo>
                  <a:lnTo>
                    <a:pt x="5771" y="32596"/>
                  </a:lnTo>
                  <a:lnTo>
                    <a:pt x="5297" y="33677"/>
                  </a:lnTo>
                  <a:lnTo>
                    <a:pt x="4770" y="34731"/>
                  </a:lnTo>
                  <a:lnTo>
                    <a:pt x="4243" y="35758"/>
                  </a:lnTo>
                  <a:lnTo>
                    <a:pt x="3663" y="36786"/>
                  </a:lnTo>
                  <a:lnTo>
                    <a:pt x="3110" y="37814"/>
                  </a:lnTo>
                  <a:lnTo>
                    <a:pt x="2556" y="38894"/>
                  </a:lnTo>
                  <a:lnTo>
                    <a:pt x="2003" y="39974"/>
                  </a:lnTo>
                  <a:lnTo>
                    <a:pt x="1766" y="40528"/>
                  </a:lnTo>
                  <a:lnTo>
                    <a:pt x="1528" y="41081"/>
                  </a:lnTo>
                  <a:lnTo>
                    <a:pt x="1318" y="41661"/>
                  </a:lnTo>
                  <a:lnTo>
                    <a:pt x="1107" y="42241"/>
                  </a:lnTo>
                  <a:lnTo>
                    <a:pt x="922" y="42820"/>
                  </a:lnTo>
                  <a:lnTo>
                    <a:pt x="738" y="43426"/>
                  </a:lnTo>
                  <a:lnTo>
                    <a:pt x="580" y="44006"/>
                  </a:lnTo>
                  <a:lnTo>
                    <a:pt x="448" y="44612"/>
                  </a:lnTo>
                  <a:lnTo>
                    <a:pt x="343" y="45218"/>
                  </a:lnTo>
                  <a:lnTo>
                    <a:pt x="237" y="45851"/>
                  </a:lnTo>
                  <a:lnTo>
                    <a:pt x="158" y="46457"/>
                  </a:lnTo>
                  <a:lnTo>
                    <a:pt x="79" y="47063"/>
                  </a:lnTo>
                  <a:lnTo>
                    <a:pt x="53" y="47695"/>
                  </a:lnTo>
                  <a:lnTo>
                    <a:pt x="26" y="48301"/>
                  </a:lnTo>
                  <a:lnTo>
                    <a:pt x="0" y="48907"/>
                  </a:lnTo>
                  <a:lnTo>
                    <a:pt x="26" y="49540"/>
                  </a:lnTo>
                  <a:lnTo>
                    <a:pt x="53" y="50146"/>
                  </a:lnTo>
                  <a:lnTo>
                    <a:pt x="106" y="50778"/>
                  </a:lnTo>
                  <a:lnTo>
                    <a:pt x="158" y="51332"/>
                  </a:lnTo>
                  <a:lnTo>
                    <a:pt x="237" y="51911"/>
                  </a:lnTo>
                  <a:lnTo>
                    <a:pt x="343" y="52438"/>
                  </a:lnTo>
                  <a:lnTo>
                    <a:pt x="448" y="52965"/>
                  </a:lnTo>
                  <a:lnTo>
                    <a:pt x="580" y="53493"/>
                  </a:lnTo>
                  <a:lnTo>
                    <a:pt x="712" y="53993"/>
                  </a:lnTo>
                  <a:lnTo>
                    <a:pt x="870" y="54467"/>
                  </a:lnTo>
                  <a:lnTo>
                    <a:pt x="1054" y="54942"/>
                  </a:lnTo>
                  <a:lnTo>
                    <a:pt x="1239" y="55390"/>
                  </a:lnTo>
                  <a:lnTo>
                    <a:pt x="1449" y="55811"/>
                  </a:lnTo>
                  <a:lnTo>
                    <a:pt x="1687" y="56233"/>
                  </a:lnTo>
                  <a:lnTo>
                    <a:pt x="1924" y="56655"/>
                  </a:lnTo>
                  <a:lnTo>
                    <a:pt x="2187" y="57024"/>
                  </a:lnTo>
                  <a:lnTo>
                    <a:pt x="2451" y="57392"/>
                  </a:lnTo>
                  <a:lnTo>
                    <a:pt x="2714" y="57735"/>
                  </a:lnTo>
                  <a:lnTo>
                    <a:pt x="3030" y="58051"/>
                  </a:lnTo>
                  <a:lnTo>
                    <a:pt x="3505" y="58526"/>
                  </a:lnTo>
                  <a:lnTo>
                    <a:pt x="4005" y="58947"/>
                  </a:lnTo>
                  <a:lnTo>
                    <a:pt x="4559" y="59316"/>
                  </a:lnTo>
                  <a:lnTo>
                    <a:pt x="5139" y="59659"/>
                  </a:lnTo>
                  <a:lnTo>
                    <a:pt x="5771" y="59975"/>
                  </a:lnTo>
                  <a:lnTo>
                    <a:pt x="6403" y="60265"/>
                  </a:lnTo>
                  <a:lnTo>
                    <a:pt x="7115" y="60502"/>
                  </a:lnTo>
                  <a:lnTo>
                    <a:pt x="7853" y="60713"/>
                  </a:lnTo>
                  <a:lnTo>
                    <a:pt x="8617" y="60897"/>
                  </a:lnTo>
                  <a:lnTo>
                    <a:pt x="9434" y="61029"/>
                  </a:lnTo>
                  <a:lnTo>
                    <a:pt x="10277" y="61134"/>
                  </a:lnTo>
                  <a:lnTo>
                    <a:pt x="11173" y="61213"/>
                  </a:lnTo>
                  <a:lnTo>
                    <a:pt x="12095" y="61240"/>
                  </a:lnTo>
                  <a:lnTo>
                    <a:pt x="13070" y="61240"/>
                  </a:lnTo>
                  <a:lnTo>
                    <a:pt x="14072" y="61213"/>
                  </a:lnTo>
                  <a:lnTo>
                    <a:pt x="15126" y="61161"/>
                  </a:lnTo>
                  <a:lnTo>
                    <a:pt x="16997" y="60976"/>
                  </a:lnTo>
                  <a:lnTo>
                    <a:pt x="18367" y="60871"/>
                  </a:lnTo>
                  <a:lnTo>
                    <a:pt x="19737" y="60765"/>
                  </a:lnTo>
                  <a:lnTo>
                    <a:pt x="21107" y="60686"/>
                  </a:lnTo>
                  <a:lnTo>
                    <a:pt x="22451" y="60686"/>
                  </a:lnTo>
                  <a:lnTo>
                    <a:pt x="23136" y="60713"/>
                  </a:lnTo>
                  <a:lnTo>
                    <a:pt x="23795" y="60765"/>
                  </a:lnTo>
                  <a:lnTo>
                    <a:pt x="24454" y="60844"/>
                  </a:lnTo>
                  <a:lnTo>
                    <a:pt x="25139" y="60923"/>
                  </a:lnTo>
                  <a:lnTo>
                    <a:pt x="25771" y="61055"/>
                  </a:lnTo>
                  <a:lnTo>
                    <a:pt x="26430" y="61240"/>
                  </a:lnTo>
                  <a:lnTo>
                    <a:pt x="27063" y="61424"/>
                  </a:lnTo>
                  <a:lnTo>
                    <a:pt x="27695" y="61661"/>
                  </a:lnTo>
                  <a:lnTo>
                    <a:pt x="28117" y="61846"/>
                  </a:lnTo>
                  <a:lnTo>
                    <a:pt x="28538" y="62030"/>
                  </a:lnTo>
                  <a:lnTo>
                    <a:pt x="29355" y="62478"/>
                  </a:lnTo>
                  <a:lnTo>
                    <a:pt x="30146" y="62926"/>
                  </a:lnTo>
                  <a:lnTo>
                    <a:pt x="30936" y="63400"/>
                  </a:lnTo>
                  <a:lnTo>
                    <a:pt x="31595" y="63822"/>
                  </a:lnTo>
                  <a:lnTo>
                    <a:pt x="32306" y="64244"/>
                  </a:lnTo>
                  <a:lnTo>
                    <a:pt x="32992" y="64613"/>
                  </a:lnTo>
                  <a:lnTo>
                    <a:pt x="33729" y="64982"/>
                  </a:lnTo>
                  <a:lnTo>
                    <a:pt x="34151" y="65166"/>
                  </a:lnTo>
                  <a:lnTo>
                    <a:pt x="34546" y="65324"/>
                  </a:lnTo>
                  <a:lnTo>
                    <a:pt x="34968" y="65429"/>
                  </a:lnTo>
                  <a:lnTo>
                    <a:pt x="35363" y="65561"/>
                  </a:lnTo>
                  <a:lnTo>
                    <a:pt x="35758" y="65640"/>
                  </a:lnTo>
                  <a:lnTo>
                    <a:pt x="36154" y="65693"/>
                  </a:lnTo>
                  <a:lnTo>
                    <a:pt x="36549" y="65719"/>
                  </a:lnTo>
                  <a:lnTo>
                    <a:pt x="36944" y="65746"/>
                  </a:lnTo>
                  <a:lnTo>
                    <a:pt x="37313" y="65719"/>
                  </a:lnTo>
                  <a:lnTo>
                    <a:pt x="37682" y="65693"/>
                  </a:lnTo>
                  <a:lnTo>
                    <a:pt x="38051" y="65640"/>
                  </a:lnTo>
                  <a:lnTo>
                    <a:pt x="38420" y="65561"/>
                  </a:lnTo>
                  <a:lnTo>
                    <a:pt x="38789" y="65456"/>
                  </a:lnTo>
                  <a:lnTo>
                    <a:pt x="39131" y="65350"/>
                  </a:lnTo>
                  <a:lnTo>
                    <a:pt x="39474" y="65192"/>
                  </a:lnTo>
                  <a:lnTo>
                    <a:pt x="39816" y="65034"/>
                  </a:lnTo>
                  <a:lnTo>
                    <a:pt x="40159" y="64850"/>
                  </a:lnTo>
                  <a:lnTo>
                    <a:pt x="40502" y="64639"/>
                  </a:lnTo>
                  <a:lnTo>
                    <a:pt x="40818" y="64428"/>
                  </a:lnTo>
                  <a:lnTo>
                    <a:pt x="41134" y="64165"/>
                  </a:lnTo>
                  <a:lnTo>
                    <a:pt x="41477" y="63901"/>
                  </a:lnTo>
                  <a:lnTo>
                    <a:pt x="41766" y="63611"/>
                  </a:lnTo>
                  <a:lnTo>
                    <a:pt x="42083" y="63295"/>
                  </a:lnTo>
                  <a:lnTo>
                    <a:pt x="42399" y="62953"/>
                  </a:lnTo>
                  <a:lnTo>
                    <a:pt x="42794" y="62452"/>
                  </a:lnTo>
                  <a:lnTo>
                    <a:pt x="43137" y="61925"/>
                  </a:lnTo>
                  <a:lnTo>
                    <a:pt x="43453" y="61371"/>
                  </a:lnTo>
                  <a:lnTo>
                    <a:pt x="43690" y="60844"/>
                  </a:lnTo>
                  <a:lnTo>
                    <a:pt x="43901" y="60317"/>
                  </a:lnTo>
                  <a:lnTo>
                    <a:pt x="44085" y="59764"/>
                  </a:lnTo>
                  <a:lnTo>
                    <a:pt x="44243" y="59237"/>
                  </a:lnTo>
                  <a:lnTo>
                    <a:pt x="44375" y="58684"/>
                  </a:lnTo>
                  <a:lnTo>
                    <a:pt x="44533" y="58157"/>
                  </a:lnTo>
                  <a:lnTo>
                    <a:pt x="44718" y="57603"/>
                  </a:lnTo>
                  <a:lnTo>
                    <a:pt x="44797" y="57392"/>
                  </a:lnTo>
                  <a:lnTo>
                    <a:pt x="44876" y="57076"/>
                  </a:lnTo>
                  <a:lnTo>
                    <a:pt x="44955" y="56786"/>
                  </a:lnTo>
                  <a:lnTo>
                    <a:pt x="45060" y="56233"/>
                  </a:lnTo>
                  <a:lnTo>
                    <a:pt x="45087" y="55653"/>
                  </a:lnTo>
                  <a:lnTo>
                    <a:pt x="45113" y="55047"/>
                  </a:lnTo>
                  <a:lnTo>
                    <a:pt x="45087" y="54336"/>
                  </a:lnTo>
                  <a:lnTo>
                    <a:pt x="45060" y="53624"/>
                  </a:lnTo>
                  <a:lnTo>
                    <a:pt x="45008" y="52939"/>
                  </a:lnTo>
                  <a:lnTo>
                    <a:pt x="44955" y="52280"/>
                  </a:lnTo>
                  <a:lnTo>
                    <a:pt x="44850" y="51622"/>
                  </a:lnTo>
                  <a:lnTo>
                    <a:pt x="44744" y="50989"/>
                  </a:lnTo>
                  <a:lnTo>
                    <a:pt x="44639" y="50357"/>
                  </a:lnTo>
                  <a:lnTo>
                    <a:pt x="44481" y="49751"/>
                  </a:lnTo>
                  <a:lnTo>
                    <a:pt x="44243" y="48828"/>
                  </a:lnTo>
                  <a:lnTo>
                    <a:pt x="44059" y="48196"/>
                  </a:lnTo>
                  <a:lnTo>
                    <a:pt x="43901" y="47590"/>
                  </a:lnTo>
                  <a:lnTo>
                    <a:pt x="43769" y="46984"/>
                  </a:lnTo>
                  <a:lnTo>
                    <a:pt x="43690" y="46325"/>
                  </a:lnTo>
                  <a:lnTo>
                    <a:pt x="43585" y="45403"/>
                  </a:lnTo>
                  <a:lnTo>
                    <a:pt x="43479" y="44480"/>
                  </a:lnTo>
                  <a:lnTo>
                    <a:pt x="43321" y="43611"/>
                  </a:lnTo>
                  <a:lnTo>
                    <a:pt x="43163" y="42768"/>
                  </a:lnTo>
                  <a:lnTo>
                    <a:pt x="42926" y="41318"/>
                  </a:lnTo>
                  <a:lnTo>
                    <a:pt x="42715" y="39816"/>
                  </a:lnTo>
                  <a:lnTo>
                    <a:pt x="42557" y="38209"/>
                  </a:lnTo>
                  <a:lnTo>
                    <a:pt x="42452" y="36470"/>
                  </a:lnTo>
                  <a:lnTo>
                    <a:pt x="42399" y="35258"/>
                  </a:lnTo>
                  <a:lnTo>
                    <a:pt x="42399" y="34019"/>
                  </a:lnTo>
                  <a:lnTo>
                    <a:pt x="42399" y="33281"/>
                  </a:lnTo>
                  <a:lnTo>
                    <a:pt x="42399" y="32491"/>
                  </a:lnTo>
                  <a:lnTo>
                    <a:pt x="42373" y="31542"/>
                  </a:lnTo>
                  <a:lnTo>
                    <a:pt x="42399" y="31068"/>
                  </a:lnTo>
                  <a:lnTo>
                    <a:pt x="42425" y="30594"/>
                  </a:lnTo>
                  <a:lnTo>
                    <a:pt x="42583" y="29619"/>
                  </a:lnTo>
                  <a:lnTo>
                    <a:pt x="42741" y="28644"/>
                  </a:lnTo>
                  <a:lnTo>
                    <a:pt x="42979" y="27142"/>
                  </a:lnTo>
                  <a:lnTo>
                    <a:pt x="43058" y="26377"/>
                  </a:lnTo>
                  <a:lnTo>
                    <a:pt x="43137" y="25613"/>
                  </a:lnTo>
                  <a:lnTo>
                    <a:pt x="43189" y="24665"/>
                  </a:lnTo>
                  <a:lnTo>
                    <a:pt x="43295" y="23637"/>
                  </a:lnTo>
                  <a:lnTo>
                    <a:pt x="43453" y="22556"/>
                  </a:lnTo>
                  <a:lnTo>
                    <a:pt x="43611" y="21371"/>
                  </a:lnTo>
                  <a:lnTo>
                    <a:pt x="43716" y="20712"/>
                  </a:lnTo>
                  <a:lnTo>
                    <a:pt x="43795" y="20027"/>
                  </a:lnTo>
                  <a:lnTo>
                    <a:pt x="43927" y="18577"/>
                  </a:lnTo>
                  <a:lnTo>
                    <a:pt x="44006" y="16970"/>
                  </a:lnTo>
                  <a:lnTo>
                    <a:pt x="44033" y="15205"/>
                  </a:lnTo>
                  <a:lnTo>
                    <a:pt x="44033" y="14651"/>
                  </a:lnTo>
                  <a:lnTo>
                    <a:pt x="44033" y="13755"/>
                  </a:lnTo>
                  <a:lnTo>
                    <a:pt x="44033" y="13307"/>
                  </a:lnTo>
                  <a:lnTo>
                    <a:pt x="44006" y="12859"/>
                  </a:lnTo>
                  <a:lnTo>
                    <a:pt x="43927" y="12280"/>
                  </a:lnTo>
                  <a:lnTo>
                    <a:pt x="43822" y="11700"/>
                  </a:lnTo>
                  <a:lnTo>
                    <a:pt x="43690" y="11173"/>
                  </a:lnTo>
                  <a:lnTo>
                    <a:pt x="43532" y="10646"/>
                  </a:lnTo>
                  <a:lnTo>
                    <a:pt x="43374" y="10145"/>
                  </a:lnTo>
                  <a:lnTo>
                    <a:pt x="43189" y="9644"/>
                  </a:lnTo>
                  <a:lnTo>
                    <a:pt x="42794" y="8749"/>
                  </a:lnTo>
                  <a:lnTo>
                    <a:pt x="42504" y="8142"/>
                  </a:lnTo>
                  <a:lnTo>
                    <a:pt x="42188" y="7642"/>
                  </a:lnTo>
                  <a:lnTo>
                    <a:pt x="41845" y="7168"/>
                  </a:lnTo>
                  <a:lnTo>
                    <a:pt x="41450" y="6667"/>
                  </a:lnTo>
                  <a:lnTo>
                    <a:pt x="41187" y="6324"/>
                  </a:lnTo>
                  <a:lnTo>
                    <a:pt x="40923" y="5982"/>
                  </a:lnTo>
                  <a:lnTo>
                    <a:pt x="40449" y="5297"/>
                  </a:lnTo>
                  <a:lnTo>
                    <a:pt x="40133" y="4796"/>
                  </a:lnTo>
                  <a:lnTo>
                    <a:pt x="39790" y="4322"/>
                  </a:lnTo>
                  <a:lnTo>
                    <a:pt x="39369" y="3795"/>
                  </a:lnTo>
                  <a:lnTo>
                    <a:pt x="38947" y="3268"/>
                  </a:lnTo>
                  <a:lnTo>
                    <a:pt x="38499" y="2767"/>
                  </a:lnTo>
                  <a:lnTo>
                    <a:pt x="37998" y="2293"/>
                  </a:lnTo>
                  <a:lnTo>
                    <a:pt x="37471" y="1845"/>
                  </a:lnTo>
                  <a:lnTo>
                    <a:pt x="37181" y="1634"/>
                  </a:lnTo>
                  <a:lnTo>
                    <a:pt x="36892" y="1449"/>
                  </a:lnTo>
                  <a:lnTo>
                    <a:pt x="36575" y="1291"/>
                  </a:lnTo>
                  <a:lnTo>
                    <a:pt x="36259" y="1133"/>
                  </a:lnTo>
                  <a:lnTo>
                    <a:pt x="35917" y="975"/>
                  </a:lnTo>
                  <a:lnTo>
                    <a:pt x="35574" y="870"/>
                  </a:lnTo>
                  <a:lnTo>
                    <a:pt x="35126" y="738"/>
                  </a:lnTo>
                  <a:lnTo>
                    <a:pt x="34678" y="606"/>
                  </a:lnTo>
                  <a:lnTo>
                    <a:pt x="33808" y="422"/>
                  </a:lnTo>
                  <a:lnTo>
                    <a:pt x="32939" y="290"/>
                  </a:lnTo>
                  <a:lnTo>
                    <a:pt x="32043" y="158"/>
                  </a:lnTo>
                  <a:lnTo>
                    <a:pt x="31542" y="105"/>
                  </a:lnTo>
                  <a:lnTo>
                    <a:pt x="30831" y="26"/>
                  </a:lnTo>
                  <a:lnTo>
                    <a:pt x="30093" y="0"/>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62"/>
            <p:cNvSpPr/>
            <p:nvPr/>
          </p:nvSpPr>
          <p:spPr>
            <a:xfrm>
              <a:off x="6315975" y="1868000"/>
              <a:ext cx="956550" cy="1208875"/>
            </a:xfrm>
            <a:custGeom>
              <a:rect b="b" l="l" r="r" t="t"/>
              <a:pathLst>
                <a:path extrusionOk="0" h="48355" w="38262">
                  <a:moveTo>
                    <a:pt x="15020" y="0"/>
                  </a:moveTo>
                  <a:lnTo>
                    <a:pt x="14651" y="132"/>
                  </a:lnTo>
                  <a:lnTo>
                    <a:pt x="14309" y="290"/>
                  </a:lnTo>
                  <a:lnTo>
                    <a:pt x="13966" y="475"/>
                  </a:lnTo>
                  <a:lnTo>
                    <a:pt x="13650" y="659"/>
                  </a:lnTo>
                  <a:lnTo>
                    <a:pt x="13360" y="870"/>
                  </a:lnTo>
                  <a:lnTo>
                    <a:pt x="13070" y="1107"/>
                  </a:lnTo>
                  <a:lnTo>
                    <a:pt x="12780" y="1344"/>
                  </a:lnTo>
                  <a:lnTo>
                    <a:pt x="12517" y="1581"/>
                  </a:lnTo>
                  <a:lnTo>
                    <a:pt x="12253" y="1845"/>
                  </a:lnTo>
                  <a:lnTo>
                    <a:pt x="12016" y="2108"/>
                  </a:lnTo>
                  <a:lnTo>
                    <a:pt x="11568" y="2662"/>
                  </a:lnTo>
                  <a:lnTo>
                    <a:pt x="11173" y="3242"/>
                  </a:lnTo>
                  <a:lnTo>
                    <a:pt x="10830" y="3848"/>
                  </a:lnTo>
                  <a:lnTo>
                    <a:pt x="10514" y="4454"/>
                  </a:lnTo>
                  <a:lnTo>
                    <a:pt x="10224" y="5060"/>
                  </a:lnTo>
                  <a:lnTo>
                    <a:pt x="9987" y="5639"/>
                  </a:lnTo>
                  <a:lnTo>
                    <a:pt x="9803" y="6219"/>
                  </a:lnTo>
                  <a:lnTo>
                    <a:pt x="9618" y="6746"/>
                  </a:lnTo>
                  <a:lnTo>
                    <a:pt x="9486" y="7247"/>
                  </a:lnTo>
                  <a:lnTo>
                    <a:pt x="9276" y="8116"/>
                  </a:lnTo>
                  <a:lnTo>
                    <a:pt x="9091" y="9039"/>
                  </a:lnTo>
                  <a:lnTo>
                    <a:pt x="8959" y="9961"/>
                  </a:lnTo>
                  <a:lnTo>
                    <a:pt x="8696" y="11806"/>
                  </a:lnTo>
                  <a:lnTo>
                    <a:pt x="8485" y="13413"/>
                  </a:lnTo>
                  <a:lnTo>
                    <a:pt x="8380" y="14204"/>
                  </a:lnTo>
                  <a:lnTo>
                    <a:pt x="8222" y="15020"/>
                  </a:lnTo>
                  <a:lnTo>
                    <a:pt x="8064" y="15811"/>
                  </a:lnTo>
                  <a:lnTo>
                    <a:pt x="7853" y="16601"/>
                  </a:lnTo>
                  <a:lnTo>
                    <a:pt x="7642" y="17392"/>
                  </a:lnTo>
                  <a:lnTo>
                    <a:pt x="7352" y="18156"/>
                  </a:lnTo>
                  <a:lnTo>
                    <a:pt x="7141" y="18683"/>
                  </a:lnTo>
                  <a:lnTo>
                    <a:pt x="6878" y="19237"/>
                  </a:lnTo>
                  <a:lnTo>
                    <a:pt x="6614" y="19764"/>
                  </a:lnTo>
                  <a:lnTo>
                    <a:pt x="6351" y="20291"/>
                  </a:lnTo>
                  <a:lnTo>
                    <a:pt x="5745" y="21318"/>
                  </a:lnTo>
                  <a:lnTo>
                    <a:pt x="5139" y="22346"/>
                  </a:lnTo>
                  <a:lnTo>
                    <a:pt x="4322" y="23716"/>
                  </a:lnTo>
                  <a:lnTo>
                    <a:pt x="3900" y="24454"/>
                  </a:lnTo>
                  <a:lnTo>
                    <a:pt x="3505" y="25192"/>
                  </a:lnTo>
                  <a:lnTo>
                    <a:pt x="3110" y="25930"/>
                  </a:lnTo>
                  <a:lnTo>
                    <a:pt x="2767" y="26694"/>
                  </a:lnTo>
                  <a:lnTo>
                    <a:pt x="2398" y="27432"/>
                  </a:lnTo>
                  <a:lnTo>
                    <a:pt x="2082" y="28222"/>
                  </a:lnTo>
                  <a:lnTo>
                    <a:pt x="1739" y="28986"/>
                  </a:lnTo>
                  <a:lnTo>
                    <a:pt x="1449" y="29751"/>
                  </a:lnTo>
                  <a:lnTo>
                    <a:pt x="1028" y="30963"/>
                  </a:lnTo>
                  <a:lnTo>
                    <a:pt x="685" y="32096"/>
                  </a:lnTo>
                  <a:lnTo>
                    <a:pt x="395" y="33176"/>
                  </a:lnTo>
                  <a:lnTo>
                    <a:pt x="211" y="34230"/>
                  </a:lnTo>
                  <a:lnTo>
                    <a:pt x="132" y="34731"/>
                  </a:lnTo>
                  <a:lnTo>
                    <a:pt x="79" y="35232"/>
                  </a:lnTo>
                  <a:lnTo>
                    <a:pt x="26" y="35706"/>
                  </a:lnTo>
                  <a:lnTo>
                    <a:pt x="0" y="36180"/>
                  </a:lnTo>
                  <a:lnTo>
                    <a:pt x="0" y="36655"/>
                  </a:lnTo>
                  <a:lnTo>
                    <a:pt x="26" y="37103"/>
                  </a:lnTo>
                  <a:lnTo>
                    <a:pt x="53" y="37577"/>
                  </a:lnTo>
                  <a:lnTo>
                    <a:pt x="106" y="38025"/>
                  </a:lnTo>
                  <a:lnTo>
                    <a:pt x="185" y="38578"/>
                  </a:lnTo>
                  <a:lnTo>
                    <a:pt x="316" y="39132"/>
                  </a:lnTo>
                  <a:lnTo>
                    <a:pt x="474" y="39685"/>
                  </a:lnTo>
                  <a:lnTo>
                    <a:pt x="659" y="40212"/>
                  </a:lnTo>
                  <a:lnTo>
                    <a:pt x="870" y="40713"/>
                  </a:lnTo>
                  <a:lnTo>
                    <a:pt x="1107" y="41213"/>
                  </a:lnTo>
                  <a:lnTo>
                    <a:pt x="1370" y="41688"/>
                  </a:lnTo>
                  <a:lnTo>
                    <a:pt x="1660" y="42136"/>
                  </a:lnTo>
                  <a:lnTo>
                    <a:pt x="1976" y="42557"/>
                  </a:lnTo>
                  <a:lnTo>
                    <a:pt x="2319" y="42952"/>
                  </a:lnTo>
                  <a:lnTo>
                    <a:pt x="2662" y="43321"/>
                  </a:lnTo>
                  <a:lnTo>
                    <a:pt x="3030" y="43664"/>
                  </a:lnTo>
                  <a:lnTo>
                    <a:pt x="3452" y="43980"/>
                  </a:lnTo>
                  <a:lnTo>
                    <a:pt x="3847" y="44270"/>
                  </a:lnTo>
                  <a:lnTo>
                    <a:pt x="4295" y="44507"/>
                  </a:lnTo>
                  <a:lnTo>
                    <a:pt x="4717" y="44718"/>
                  </a:lnTo>
                  <a:lnTo>
                    <a:pt x="5323" y="44929"/>
                  </a:lnTo>
                  <a:lnTo>
                    <a:pt x="5929" y="45087"/>
                  </a:lnTo>
                  <a:lnTo>
                    <a:pt x="6562" y="45219"/>
                  </a:lnTo>
                  <a:lnTo>
                    <a:pt x="7194" y="45298"/>
                  </a:lnTo>
                  <a:lnTo>
                    <a:pt x="7826" y="45324"/>
                  </a:lnTo>
                  <a:lnTo>
                    <a:pt x="8459" y="45350"/>
                  </a:lnTo>
                  <a:lnTo>
                    <a:pt x="9697" y="45350"/>
                  </a:lnTo>
                  <a:lnTo>
                    <a:pt x="11147" y="45271"/>
                  </a:lnTo>
                  <a:lnTo>
                    <a:pt x="12570" y="45219"/>
                  </a:lnTo>
                  <a:lnTo>
                    <a:pt x="13993" y="45140"/>
                  </a:lnTo>
                  <a:lnTo>
                    <a:pt x="15389" y="45087"/>
                  </a:lnTo>
                  <a:lnTo>
                    <a:pt x="16812" y="45061"/>
                  </a:lnTo>
                  <a:lnTo>
                    <a:pt x="18235" y="45087"/>
                  </a:lnTo>
                  <a:lnTo>
                    <a:pt x="19658" y="45140"/>
                  </a:lnTo>
                  <a:lnTo>
                    <a:pt x="20369" y="45192"/>
                  </a:lnTo>
                  <a:lnTo>
                    <a:pt x="21081" y="45271"/>
                  </a:lnTo>
                  <a:lnTo>
                    <a:pt x="21766" y="45377"/>
                  </a:lnTo>
                  <a:lnTo>
                    <a:pt x="22478" y="45482"/>
                  </a:lnTo>
                  <a:lnTo>
                    <a:pt x="23163" y="45614"/>
                  </a:lnTo>
                  <a:lnTo>
                    <a:pt x="23848" y="45772"/>
                  </a:lnTo>
                  <a:lnTo>
                    <a:pt x="24717" y="46009"/>
                  </a:lnTo>
                  <a:lnTo>
                    <a:pt x="25561" y="46273"/>
                  </a:lnTo>
                  <a:lnTo>
                    <a:pt x="27221" y="46852"/>
                  </a:lnTo>
                  <a:lnTo>
                    <a:pt x="28143" y="47169"/>
                  </a:lnTo>
                  <a:lnTo>
                    <a:pt x="29065" y="47485"/>
                  </a:lnTo>
                  <a:lnTo>
                    <a:pt x="30014" y="47748"/>
                  </a:lnTo>
                  <a:lnTo>
                    <a:pt x="30963" y="48012"/>
                  </a:lnTo>
                  <a:lnTo>
                    <a:pt x="31700" y="48144"/>
                  </a:lnTo>
                  <a:lnTo>
                    <a:pt x="32438" y="48249"/>
                  </a:lnTo>
                  <a:lnTo>
                    <a:pt x="33150" y="48328"/>
                  </a:lnTo>
                  <a:lnTo>
                    <a:pt x="33835" y="48354"/>
                  </a:lnTo>
                  <a:lnTo>
                    <a:pt x="34467" y="48328"/>
                  </a:lnTo>
                  <a:lnTo>
                    <a:pt x="35073" y="48275"/>
                  </a:lnTo>
                  <a:lnTo>
                    <a:pt x="35679" y="48170"/>
                  </a:lnTo>
                  <a:lnTo>
                    <a:pt x="36259" y="48038"/>
                  </a:lnTo>
                  <a:lnTo>
                    <a:pt x="36786" y="47854"/>
                  </a:lnTo>
                  <a:lnTo>
                    <a:pt x="37313" y="47643"/>
                  </a:lnTo>
                  <a:lnTo>
                    <a:pt x="37787" y="47406"/>
                  </a:lnTo>
                  <a:lnTo>
                    <a:pt x="38262" y="47116"/>
                  </a:lnTo>
                  <a:lnTo>
                    <a:pt x="38104" y="46879"/>
                  </a:lnTo>
                  <a:lnTo>
                    <a:pt x="37761" y="47116"/>
                  </a:lnTo>
                  <a:lnTo>
                    <a:pt x="37419" y="47300"/>
                  </a:lnTo>
                  <a:lnTo>
                    <a:pt x="37050" y="47458"/>
                  </a:lnTo>
                  <a:lnTo>
                    <a:pt x="36654" y="47617"/>
                  </a:lnTo>
                  <a:lnTo>
                    <a:pt x="36259" y="47748"/>
                  </a:lnTo>
                  <a:lnTo>
                    <a:pt x="35837" y="47854"/>
                  </a:lnTo>
                  <a:lnTo>
                    <a:pt x="35416" y="47933"/>
                  </a:lnTo>
                  <a:lnTo>
                    <a:pt x="34968" y="48012"/>
                  </a:lnTo>
                  <a:lnTo>
                    <a:pt x="34520" y="48038"/>
                  </a:lnTo>
                  <a:lnTo>
                    <a:pt x="34046" y="48065"/>
                  </a:lnTo>
                  <a:lnTo>
                    <a:pt x="33571" y="48065"/>
                  </a:lnTo>
                  <a:lnTo>
                    <a:pt x="33071" y="48038"/>
                  </a:lnTo>
                  <a:lnTo>
                    <a:pt x="32570" y="48012"/>
                  </a:lnTo>
                  <a:lnTo>
                    <a:pt x="32069" y="47933"/>
                  </a:lnTo>
                  <a:lnTo>
                    <a:pt x="31542" y="47854"/>
                  </a:lnTo>
                  <a:lnTo>
                    <a:pt x="31015" y="47748"/>
                  </a:lnTo>
                  <a:lnTo>
                    <a:pt x="30093" y="47485"/>
                  </a:lnTo>
                  <a:lnTo>
                    <a:pt x="29144" y="47221"/>
                  </a:lnTo>
                  <a:lnTo>
                    <a:pt x="28222" y="46905"/>
                  </a:lnTo>
                  <a:lnTo>
                    <a:pt x="27326" y="46589"/>
                  </a:lnTo>
                  <a:lnTo>
                    <a:pt x="25640" y="46009"/>
                  </a:lnTo>
                  <a:lnTo>
                    <a:pt x="24796" y="45746"/>
                  </a:lnTo>
                  <a:lnTo>
                    <a:pt x="23927" y="45508"/>
                  </a:lnTo>
                  <a:lnTo>
                    <a:pt x="23215" y="45350"/>
                  </a:lnTo>
                  <a:lnTo>
                    <a:pt x="22530" y="45219"/>
                  </a:lnTo>
                  <a:lnTo>
                    <a:pt x="21819" y="45087"/>
                  </a:lnTo>
                  <a:lnTo>
                    <a:pt x="21107" y="45008"/>
                  </a:lnTo>
                  <a:lnTo>
                    <a:pt x="20396" y="44929"/>
                  </a:lnTo>
                  <a:lnTo>
                    <a:pt x="19684" y="44876"/>
                  </a:lnTo>
                  <a:lnTo>
                    <a:pt x="18261" y="44797"/>
                  </a:lnTo>
                  <a:lnTo>
                    <a:pt x="16838" y="44797"/>
                  </a:lnTo>
                  <a:lnTo>
                    <a:pt x="15415" y="44823"/>
                  </a:lnTo>
                  <a:lnTo>
                    <a:pt x="13966" y="44876"/>
                  </a:lnTo>
                  <a:lnTo>
                    <a:pt x="12570" y="44955"/>
                  </a:lnTo>
                  <a:lnTo>
                    <a:pt x="11120" y="45008"/>
                  </a:lnTo>
                  <a:lnTo>
                    <a:pt x="9697" y="45061"/>
                  </a:lnTo>
                  <a:lnTo>
                    <a:pt x="8459" y="45087"/>
                  </a:lnTo>
                  <a:lnTo>
                    <a:pt x="7853" y="45061"/>
                  </a:lnTo>
                  <a:lnTo>
                    <a:pt x="7220" y="45008"/>
                  </a:lnTo>
                  <a:lnTo>
                    <a:pt x="6614" y="44955"/>
                  </a:lnTo>
                  <a:lnTo>
                    <a:pt x="6008" y="44823"/>
                  </a:lnTo>
                  <a:lnTo>
                    <a:pt x="5428" y="44665"/>
                  </a:lnTo>
                  <a:lnTo>
                    <a:pt x="4849" y="44454"/>
                  </a:lnTo>
                  <a:lnTo>
                    <a:pt x="4401" y="44270"/>
                  </a:lnTo>
                  <a:lnTo>
                    <a:pt x="3979" y="44033"/>
                  </a:lnTo>
                  <a:lnTo>
                    <a:pt x="3584" y="43769"/>
                  </a:lnTo>
                  <a:lnTo>
                    <a:pt x="3215" y="43453"/>
                  </a:lnTo>
                  <a:lnTo>
                    <a:pt x="2846" y="43137"/>
                  </a:lnTo>
                  <a:lnTo>
                    <a:pt x="2503" y="42768"/>
                  </a:lnTo>
                  <a:lnTo>
                    <a:pt x="2187" y="42373"/>
                  </a:lnTo>
                  <a:lnTo>
                    <a:pt x="1871" y="41977"/>
                  </a:lnTo>
                  <a:lnTo>
                    <a:pt x="1608" y="41529"/>
                  </a:lnTo>
                  <a:lnTo>
                    <a:pt x="1344" y="41082"/>
                  </a:lnTo>
                  <a:lnTo>
                    <a:pt x="1107" y="40607"/>
                  </a:lnTo>
                  <a:lnTo>
                    <a:pt x="896" y="40107"/>
                  </a:lnTo>
                  <a:lnTo>
                    <a:pt x="738" y="39606"/>
                  </a:lnTo>
                  <a:lnTo>
                    <a:pt x="580" y="39079"/>
                  </a:lnTo>
                  <a:lnTo>
                    <a:pt x="474" y="38525"/>
                  </a:lnTo>
                  <a:lnTo>
                    <a:pt x="369" y="37972"/>
                  </a:lnTo>
                  <a:lnTo>
                    <a:pt x="316" y="37550"/>
                  </a:lnTo>
                  <a:lnTo>
                    <a:pt x="290" y="37103"/>
                  </a:lnTo>
                  <a:lnTo>
                    <a:pt x="290" y="36655"/>
                  </a:lnTo>
                  <a:lnTo>
                    <a:pt x="290" y="36180"/>
                  </a:lnTo>
                  <a:lnTo>
                    <a:pt x="316" y="35706"/>
                  </a:lnTo>
                  <a:lnTo>
                    <a:pt x="343" y="35232"/>
                  </a:lnTo>
                  <a:lnTo>
                    <a:pt x="395" y="34757"/>
                  </a:lnTo>
                  <a:lnTo>
                    <a:pt x="474" y="34257"/>
                  </a:lnTo>
                  <a:lnTo>
                    <a:pt x="685" y="33229"/>
                  </a:lnTo>
                  <a:lnTo>
                    <a:pt x="949" y="32149"/>
                  </a:lnTo>
                  <a:lnTo>
                    <a:pt x="1291" y="31042"/>
                  </a:lnTo>
                  <a:lnTo>
                    <a:pt x="1713" y="29856"/>
                  </a:lnTo>
                  <a:lnTo>
                    <a:pt x="2003" y="29092"/>
                  </a:lnTo>
                  <a:lnTo>
                    <a:pt x="2319" y="28328"/>
                  </a:lnTo>
                  <a:lnTo>
                    <a:pt x="2662" y="27563"/>
                  </a:lnTo>
                  <a:lnTo>
                    <a:pt x="3004" y="26799"/>
                  </a:lnTo>
                  <a:lnTo>
                    <a:pt x="3373" y="26061"/>
                  </a:lnTo>
                  <a:lnTo>
                    <a:pt x="3742" y="25324"/>
                  </a:lnTo>
                  <a:lnTo>
                    <a:pt x="4137" y="24586"/>
                  </a:lnTo>
                  <a:lnTo>
                    <a:pt x="4559" y="23874"/>
                  </a:lnTo>
                  <a:lnTo>
                    <a:pt x="5376" y="22478"/>
                  </a:lnTo>
                  <a:lnTo>
                    <a:pt x="5982" y="21450"/>
                  </a:lnTo>
                  <a:lnTo>
                    <a:pt x="6588" y="20422"/>
                  </a:lnTo>
                  <a:lnTo>
                    <a:pt x="6878" y="19895"/>
                  </a:lnTo>
                  <a:lnTo>
                    <a:pt x="7141" y="19342"/>
                  </a:lnTo>
                  <a:lnTo>
                    <a:pt x="7378" y="18815"/>
                  </a:lnTo>
                  <a:lnTo>
                    <a:pt x="7616" y="18235"/>
                  </a:lnTo>
                  <a:lnTo>
                    <a:pt x="7905" y="17471"/>
                  </a:lnTo>
                  <a:lnTo>
                    <a:pt x="8116" y="16681"/>
                  </a:lnTo>
                  <a:lnTo>
                    <a:pt x="8327" y="15890"/>
                  </a:lnTo>
                  <a:lnTo>
                    <a:pt x="8485" y="15073"/>
                  </a:lnTo>
                  <a:lnTo>
                    <a:pt x="8643" y="14256"/>
                  </a:lnTo>
                  <a:lnTo>
                    <a:pt x="8749" y="13439"/>
                  </a:lnTo>
                  <a:lnTo>
                    <a:pt x="8986" y="11832"/>
                  </a:lnTo>
                  <a:lnTo>
                    <a:pt x="9223" y="9987"/>
                  </a:lnTo>
                  <a:lnTo>
                    <a:pt x="9381" y="9091"/>
                  </a:lnTo>
                  <a:lnTo>
                    <a:pt x="9539" y="8169"/>
                  </a:lnTo>
                  <a:lnTo>
                    <a:pt x="9750" y="7326"/>
                  </a:lnTo>
                  <a:lnTo>
                    <a:pt x="9882" y="6852"/>
                  </a:lnTo>
                  <a:lnTo>
                    <a:pt x="10040" y="6325"/>
                  </a:lnTo>
                  <a:lnTo>
                    <a:pt x="10251" y="5771"/>
                  </a:lnTo>
                  <a:lnTo>
                    <a:pt x="10488" y="5191"/>
                  </a:lnTo>
                  <a:lnTo>
                    <a:pt x="10751" y="4585"/>
                  </a:lnTo>
                  <a:lnTo>
                    <a:pt x="11041" y="4006"/>
                  </a:lnTo>
                  <a:lnTo>
                    <a:pt x="11384" y="3426"/>
                  </a:lnTo>
                  <a:lnTo>
                    <a:pt x="11779" y="2846"/>
                  </a:lnTo>
                  <a:lnTo>
                    <a:pt x="12201" y="2319"/>
                  </a:lnTo>
                  <a:lnTo>
                    <a:pt x="12701" y="1792"/>
                  </a:lnTo>
                  <a:lnTo>
                    <a:pt x="12938" y="1555"/>
                  </a:lnTo>
                  <a:lnTo>
                    <a:pt x="13228" y="1318"/>
                  </a:lnTo>
                  <a:lnTo>
                    <a:pt x="13492" y="1107"/>
                  </a:lnTo>
                  <a:lnTo>
                    <a:pt x="13808" y="923"/>
                  </a:lnTo>
                  <a:lnTo>
                    <a:pt x="14098" y="712"/>
                  </a:lnTo>
                  <a:lnTo>
                    <a:pt x="14440" y="554"/>
                  </a:lnTo>
                  <a:lnTo>
                    <a:pt x="14757" y="396"/>
                  </a:lnTo>
                  <a:lnTo>
                    <a:pt x="15126" y="264"/>
                  </a:lnTo>
                  <a:lnTo>
                    <a:pt x="15020" y="0"/>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62"/>
            <p:cNvSpPr/>
            <p:nvPr/>
          </p:nvSpPr>
          <p:spPr>
            <a:xfrm>
              <a:off x="6389750" y="1827800"/>
              <a:ext cx="807675" cy="1154875"/>
            </a:xfrm>
            <a:custGeom>
              <a:rect b="b" l="l" r="r" t="t"/>
              <a:pathLst>
                <a:path extrusionOk="0" h="46195" w="32307">
                  <a:moveTo>
                    <a:pt x="16022" y="1"/>
                  </a:moveTo>
                  <a:lnTo>
                    <a:pt x="16022" y="317"/>
                  </a:lnTo>
                  <a:lnTo>
                    <a:pt x="15969" y="660"/>
                  </a:lnTo>
                  <a:lnTo>
                    <a:pt x="15890" y="950"/>
                  </a:lnTo>
                  <a:lnTo>
                    <a:pt x="15785" y="1266"/>
                  </a:lnTo>
                  <a:lnTo>
                    <a:pt x="15653" y="1556"/>
                  </a:lnTo>
                  <a:lnTo>
                    <a:pt x="15521" y="1846"/>
                  </a:lnTo>
                  <a:lnTo>
                    <a:pt x="15363" y="2135"/>
                  </a:lnTo>
                  <a:lnTo>
                    <a:pt x="15179" y="2399"/>
                  </a:lnTo>
                  <a:lnTo>
                    <a:pt x="14783" y="2952"/>
                  </a:lnTo>
                  <a:lnTo>
                    <a:pt x="14335" y="3479"/>
                  </a:lnTo>
                  <a:lnTo>
                    <a:pt x="13861" y="3980"/>
                  </a:lnTo>
                  <a:lnTo>
                    <a:pt x="13387" y="4481"/>
                  </a:lnTo>
                  <a:lnTo>
                    <a:pt x="12781" y="5113"/>
                  </a:lnTo>
                  <a:lnTo>
                    <a:pt x="12201" y="5745"/>
                  </a:lnTo>
                  <a:lnTo>
                    <a:pt x="11727" y="6352"/>
                  </a:lnTo>
                  <a:lnTo>
                    <a:pt x="11305" y="6958"/>
                  </a:lnTo>
                  <a:lnTo>
                    <a:pt x="10910" y="7616"/>
                  </a:lnTo>
                  <a:lnTo>
                    <a:pt x="10567" y="8275"/>
                  </a:lnTo>
                  <a:lnTo>
                    <a:pt x="10277" y="8987"/>
                  </a:lnTo>
                  <a:lnTo>
                    <a:pt x="10014" y="9698"/>
                  </a:lnTo>
                  <a:lnTo>
                    <a:pt x="9803" y="10410"/>
                  </a:lnTo>
                  <a:lnTo>
                    <a:pt x="9671" y="11147"/>
                  </a:lnTo>
                  <a:lnTo>
                    <a:pt x="9592" y="11595"/>
                  </a:lnTo>
                  <a:lnTo>
                    <a:pt x="9539" y="12043"/>
                  </a:lnTo>
                  <a:lnTo>
                    <a:pt x="9460" y="12913"/>
                  </a:lnTo>
                  <a:lnTo>
                    <a:pt x="9434" y="13782"/>
                  </a:lnTo>
                  <a:lnTo>
                    <a:pt x="9408" y="14678"/>
                  </a:lnTo>
                  <a:lnTo>
                    <a:pt x="9381" y="15864"/>
                  </a:lnTo>
                  <a:lnTo>
                    <a:pt x="9355" y="16470"/>
                  </a:lnTo>
                  <a:lnTo>
                    <a:pt x="9329" y="17050"/>
                  </a:lnTo>
                  <a:lnTo>
                    <a:pt x="9223" y="17999"/>
                  </a:lnTo>
                  <a:lnTo>
                    <a:pt x="9065" y="18895"/>
                  </a:lnTo>
                  <a:lnTo>
                    <a:pt x="8854" y="19817"/>
                  </a:lnTo>
                  <a:lnTo>
                    <a:pt x="8591" y="20686"/>
                  </a:lnTo>
                  <a:lnTo>
                    <a:pt x="8301" y="21582"/>
                  </a:lnTo>
                  <a:lnTo>
                    <a:pt x="7985" y="22452"/>
                  </a:lnTo>
                  <a:lnTo>
                    <a:pt x="7642" y="23322"/>
                  </a:lnTo>
                  <a:lnTo>
                    <a:pt x="7247" y="24165"/>
                  </a:lnTo>
                  <a:lnTo>
                    <a:pt x="6852" y="25008"/>
                  </a:lnTo>
                  <a:lnTo>
                    <a:pt x="6404" y="25851"/>
                  </a:lnTo>
                  <a:lnTo>
                    <a:pt x="5956" y="26668"/>
                  </a:lnTo>
                  <a:lnTo>
                    <a:pt x="5508" y="27511"/>
                  </a:lnTo>
                  <a:lnTo>
                    <a:pt x="4533" y="29145"/>
                  </a:lnTo>
                  <a:lnTo>
                    <a:pt x="3558" y="30753"/>
                  </a:lnTo>
                  <a:lnTo>
                    <a:pt x="2372" y="32729"/>
                  </a:lnTo>
                  <a:lnTo>
                    <a:pt x="1792" y="33730"/>
                  </a:lnTo>
                  <a:lnTo>
                    <a:pt x="1213" y="34732"/>
                  </a:lnTo>
                  <a:lnTo>
                    <a:pt x="975" y="35179"/>
                  </a:lnTo>
                  <a:lnTo>
                    <a:pt x="765" y="35601"/>
                  </a:lnTo>
                  <a:lnTo>
                    <a:pt x="580" y="36023"/>
                  </a:lnTo>
                  <a:lnTo>
                    <a:pt x="422" y="36444"/>
                  </a:lnTo>
                  <a:lnTo>
                    <a:pt x="290" y="36813"/>
                  </a:lnTo>
                  <a:lnTo>
                    <a:pt x="185" y="37209"/>
                  </a:lnTo>
                  <a:lnTo>
                    <a:pt x="79" y="37551"/>
                  </a:lnTo>
                  <a:lnTo>
                    <a:pt x="27" y="37920"/>
                  </a:lnTo>
                  <a:lnTo>
                    <a:pt x="0" y="38263"/>
                  </a:lnTo>
                  <a:lnTo>
                    <a:pt x="0" y="38579"/>
                  </a:lnTo>
                  <a:lnTo>
                    <a:pt x="0" y="38895"/>
                  </a:lnTo>
                  <a:lnTo>
                    <a:pt x="53" y="39185"/>
                  </a:lnTo>
                  <a:lnTo>
                    <a:pt x="106" y="39475"/>
                  </a:lnTo>
                  <a:lnTo>
                    <a:pt x="211" y="39765"/>
                  </a:lnTo>
                  <a:lnTo>
                    <a:pt x="317" y="40028"/>
                  </a:lnTo>
                  <a:lnTo>
                    <a:pt x="475" y="40292"/>
                  </a:lnTo>
                  <a:lnTo>
                    <a:pt x="712" y="40634"/>
                  </a:lnTo>
                  <a:lnTo>
                    <a:pt x="1002" y="40924"/>
                  </a:lnTo>
                  <a:lnTo>
                    <a:pt x="1292" y="41161"/>
                  </a:lnTo>
                  <a:lnTo>
                    <a:pt x="1634" y="41372"/>
                  </a:lnTo>
                  <a:lnTo>
                    <a:pt x="2003" y="41556"/>
                  </a:lnTo>
                  <a:lnTo>
                    <a:pt x="2372" y="41715"/>
                  </a:lnTo>
                  <a:lnTo>
                    <a:pt x="2767" y="41820"/>
                  </a:lnTo>
                  <a:lnTo>
                    <a:pt x="3163" y="41925"/>
                  </a:lnTo>
                  <a:lnTo>
                    <a:pt x="3584" y="42004"/>
                  </a:lnTo>
                  <a:lnTo>
                    <a:pt x="4006" y="42031"/>
                  </a:lnTo>
                  <a:lnTo>
                    <a:pt x="4823" y="42083"/>
                  </a:lnTo>
                  <a:lnTo>
                    <a:pt x="6377" y="42083"/>
                  </a:lnTo>
                  <a:lnTo>
                    <a:pt x="7194" y="42057"/>
                  </a:lnTo>
                  <a:lnTo>
                    <a:pt x="8011" y="42057"/>
                  </a:lnTo>
                  <a:lnTo>
                    <a:pt x="8828" y="42083"/>
                  </a:lnTo>
                  <a:lnTo>
                    <a:pt x="9645" y="42110"/>
                  </a:lnTo>
                  <a:lnTo>
                    <a:pt x="10462" y="42162"/>
                  </a:lnTo>
                  <a:lnTo>
                    <a:pt x="11279" y="42242"/>
                  </a:lnTo>
                  <a:lnTo>
                    <a:pt x="12096" y="42321"/>
                  </a:lnTo>
                  <a:lnTo>
                    <a:pt x="12912" y="42400"/>
                  </a:lnTo>
                  <a:lnTo>
                    <a:pt x="13729" y="42531"/>
                  </a:lnTo>
                  <a:lnTo>
                    <a:pt x="14546" y="42663"/>
                  </a:lnTo>
                  <a:lnTo>
                    <a:pt x="15363" y="42795"/>
                  </a:lnTo>
                  <a:lnTo>
                    <a:pt x="16154" y="42953"/>
                  </a:lnTo>
                  <a:lnTo>
                    <a:pt x="16970" y="43137"/>
                  </a:lnTo>
                  <a:lnTo>
                    <a:pt x="17761" y="43322"/>
                  </a:lnTo>
                  <a:lnTo>
                    <a:pt x="18552" y="43533"/>
                  </a:lnTo>
                  <a:lnTo>
                    <a:pt x="19342" y="43744"/>
                  </a:lnTo>
                  <a:lnTo>
                    <a:pt x="20528" y="44112"/>
                  </a:lnTo>
                  <a:lnTo>
                    <a:pt x="21687" y="44481"/>
                  </a:lnTo>
                  <a:lnTo>
                    <a:pt x="23690" y="45114"/>
                  </a:lnTo>
                  <a:lnTo>
                    <a:pt x="24691" y="45404"/>
                  </a:lnTo>
                  <a:lnTo>
                    <a:pt x="25719" y="45667"/>
                  </a:lnTo>
                  <a:lnTo>
                    <a:pt x="26747" y="45878"/>
                  </a:lnTo>
                  <a:lnTo>
                    <a:pt x="27748" y="46062"/>
                  </a:lnTo>
                  <a:lnTo>
                    <a:pt x="28275" y="46115"/>
                  </a:lnTo>
                  <a:lnTo>
                    <a:pt x="28776" y="46168"/>
                  </a:lnTo>
                  <a:lnTo>
                    <a:pt x="29276" y="46194"/>
                  </a:lnTo>
                  <a:lnTo>
                    <a:pt x="30436" y="46194"/>
                  </a:lnTo>
                  <a:lnTo>
                    <a:pt x="31068" y="46141"/>
                  </a:lnTo>
                  <a:lnTo>
                    <a:pt x="31674" y="46062"/>
                  </a:lnTo>
                  <a:lnTo>
                    <a:pt x="32307" y="45931"/>
                  </a:lnTo>
                  <a:lnTo>
                    <a:pt x="32254" y="45667"/>
                  </a:lnTo>
                  <a:lnTo>
                    <a:pt x="31595" y="45799"/>
                  </a:lnTo>
                  <a:lnTo>
                    <a:pt x="30936" y="45878"/>
                  </a:lnTo>
                  <a:lnTo>
                    <a:pt x="30278" y="45931"/>
                  </a:lnTo>
                  <a:lnTo>
                    <a:pt x="29619" y="45931"/>
                  </a:lnTo>
                  <a:lnTo>
                    <a:pt x="28960" y="45904"/>
                  </a:lnTo>
                  <a:lnTo>
                    <a:pt x="28301" y="45852"/>
                  </a:lnTo>
                  <a:lnTo>
                    <a:pt x="27643" y="45773"/>
                  </a:lnTo>
                  <a:lnTo>
                    <a:pt x="26984" y="45641"/>
                  </a:lnTo>
                  <a:lnTo>
                    <a:pt x="26351" y="45509"/>
                  </a:lnTo>
                  <a:lnTo>
                    <a:pt x="25693" y="45377"/>
                  </a:lnTo>
                  <a:lnTo>
                    <a:pt x="24375" y="45035"/>
                  </a:lnTo>
                  <a:lnTo>
                    <a:pt x="23058" y="44639"/>
                  </a:lnTo>
                  <a:lnTo>
                    <a:pt x="21766" y="44218"/>
                  </a:lnTo>
                  <a:lnTo>
                    <a:pt x="20607" y="43849"/>
                  </a:lnTo>
                  <a:lnTo>
                    <a:pt x="19421" y="43480"/>
                  </a:lnTo>
                  <a:lnTo>
                    <a:pt x="18631" y="43269"/>
                  </a:lnTo>
                  <a:lnTo>
                    <a:pt x="17814" y="43058"/>
                  </a:lnTo>
                  <a:lnTo>
                    <a:pt x="17023" y="42874"/>
                  </a:lnTo>
                  <a:lnTo>
                    <a:pt x="16206" y="42690"/>
                  </a:lnTo>
                  <a:lnTo>
                    <a:pt x="15416" y="42531"/>
                  </a:lnTo>
                  <a:lnTo>
                    <a:pt x="14599" y="42373"/>
                  </a:lnTo>
                  <a:lnTo>
                    <a:pt x="13782" y="42242"/>
                  </a:lnTo>
                  <a:lnTo>
                    <a:pt x="12965" y="42136"/>
                  </a:lnTo>
                  <a:lnTo>
                    <a:pt x="12148" y="42031"/>
                  </a:lnTo>
                  <a:lnTo>
                    <a:pt x="11305" y="41952"/>
                  </a:lnTo>
                  <a:lnTo>
                    <a:pt x="10488" y="41899"/>
                  </a:lnTo>
                  <a:lnTo>
                    <a:pt x="9671" y="41846"/>
                  </a:lnTo>
                  <a:lnTo>
                    <a:pt x="8854" y="41820"/>
                  </a:lnTo>
                  <a:lnTo>
                    <a:pt x="8011" y="41794"/>
                  </a:lnTo>
                  <a:lnTo>
                    <a:pt x="6351" y="41794"/>
                  </a:lnTo>
                  <a:lnTo>
                    <a:pt x="5481" y="41820"/>
                  </a:lnTo>
                  <a:lnTo>
                    <a:pt x="4612" y="41794"/>
                  </a:lnTo>
                  <a:lnTo>
                    <a:pt x="3795" y="41741"/>
                  </a:lnTo>
                  <a:lnTo>
                    <a:pt x="3400" y="41688"/>
                  </a:lnTo>
                  <a:lnTo>
                    <a:pt x="3031" y="41609"/>
                  </a:lnTo>
                  <a:lnTo>
                    <a:pt x="2662" y="41530"/>
                  </a:lnTo>
                  <a:lnTo>
                    <a:pt x="2319" y="41398"/>
                  </a:lnTo>
                  <a:lnTo>
                    <a:pt x="2003" y="41267"/>
                  </a:lnTo>
                  <a:lnTo>
                    <a:pt x="1687" y="41108"/>
                  </a:lnTo>
                  <a:lnTo>
                    <a:pt x="1397" y="40924"/>
                  </a:lnTo>
                  <a:lnTo>
                    <a:pt x="1134" y="40687"/>
                  </a:lnTo>
                  <a:lnTo>
                    <a:pt x="923" y="40423"/>
                  </a:lnTo>
                  <a:lnTo>
                    <a:pt x="712" y="40133"/>
                  </a:lnTo>
                  <a:lnTo>
                    <a:pt x="580" y="39896"/>
                  </a:lnTo>
                  <a:lnTo>
                    <a:pt x="448" y="39659"/>
                  </a:lnTo>
                  <a:lnTo>
                    <a:pt x="369" y="39396"/>
                  </a:lnTo>
                  <a:lnTo>
                    <a:pt x="317" y="39132"/>
                  </a:lnTo>
                  <a:lnTo>
                    <a:pt x="264" y="38842"/>
                  </a:lnTo>
                  <a:lnTo>
                    <a:pt x="264" y="38526"/>
                  </a:lnTo>
                  <a:lnTo>
                    <a:pt x="264" y="38236"/>
                  </a:lnTo>
                  <a:lnTo>
                    <a:pt x="317" y="37894"/>
                  </a:lnTo>
                  <a:lnTo>
                    <a:pt x="369" y="37577"/>
                  </a:lnTo>
                  <a:lnTo>
                    <a:pt x="448" y="37235"/>
                  </a:lnTo>
                  <a:lnTo>
                    <a:pt x="554" y="36866"/>
                  </a:lnTo>
                  <a:lnTo>
                    <a:pt x="686" y="36497"/>
                  </a:lnTo>
                  <a:lnTo>
                    <a:pt x="844" y="36102"/>
                  </a:lnTo>
                  <a:lnTo>
                    <a:pt x="1028" y="35707"/>
                  </a:lnTo>
                  <a:lnTo>
                    <a:pt x="1450" y="34863"/>
                  </a:lnTo>
                  <a:lnTo>
                    <a:pt x="2029" y="33862"/>
                  </a:lnTo>
                  <a:lnTo>
                    <a:pt x="2609" y="32861"/>
                  </a:lnTo>
                  <a:lnTo>
                    <a:pt x="3795" y="30884"/>
                  </a:lnTo>
                  <a:lnTo>
                    <a:pt x="4796" y="29277"/>
                  </a:lnTo>
                  <a:lnTo>
                    <a:pt x="5745" y="27617"/>
                  </a:lnTo>
                  <a:lnTo>
                    <a:pt x="6219" y="26800"/>
                  </a:lnTo>
                  <a:lnTo>
                    <a:pt x="6667" y="25957"/>
                  </a:lnTo>
                  <a:lnTo>
                    <a:pt x="7089" y="25113"/>
                  </a:lnTo>
                  <a:lnTo>
                    <a:pt x="7510" y="24270"/>
                  </a:lnTo>
                  <a:lnTo>
                    <a:pt x="7906" y="23401"/>
                  </a:lnTo>
                  <a:lnTo>
                    <a:pt x="8248" y="22531"/>
                  </a:lnTo>
                  <a:lnTo>
                    <a:pt x="8591" y="21661"/>
                  </a:lnTo>
                  <a:lnTo>
                    <a:pt x="8854" y="20766"/>
                  </a:lnTo>
                  <a:lnTo>
                    <a:pt x="9118" y="19870"/>
                  </a:lnTo>
                  <a:lnTo>
                    <a:pt x="9329" y="18947"/>
                  </a:lnTo>
                  <a:lnTo>
                    <a:pt x="9487" y="18025"/>
                  </a:lnTo>
                  <a:lnTo>
                    <a:pt x="9592" y="17076"/>
                  </a:lnTo>
                  <a:lnTo>
                    <a:pt x="9645" y="16470"/>
                  </a:lnTo>
                  <a:lnTo>
                    <a:pt x="9671" y="15864"/>
                  </a:lnTo>
                  <a:lnTo>
                    <a:pt x="9698" y="14678"/>
                  </a:lnTo>
                  <a:lnTo>
                    <a:pt x="9698" y="13809"/>
                  </a:lnTo>
                  <a:lnTo>
                    <a:pt x="9750" y="12939"/>
                  </a:lnTo>
                  <a:lnTo>
                    <a:pt x="9803" y="12070"/>
                  </a:lnTo>
                  <a:lnTo>
                    <a:pt x="9935" y="11200"/>
                  </a:lnTo>
                  <a:lnTo>
                    <a:pt x="10093" y="10489"/>
                  </a:lnTo>
                  <a:lnTo>
                    <a:pt x="10277" y="9777"/>
                  </a:lnTo>
                  <a:lnTo>
                    <a:pt x="10514" y="9066"/>
                  </a:lnTo>
                  <a:lnTo>
                    <a:pt x="10804" y="8407"/>
                  </a:lnTo>
                  <a:lnTo>
                    <a:pt x="11147" y="7748"/>
                  </a:lnTo>
                  <a:lnTo>
                    <a:pt x="11542" y="7116"/>
                  </a:lnTo>
                  <a:lnTo>
                    <a:pt x="11937" y="6510"/>
                  </a:lnTo>
                  <a:lnTo>
                    <a:pt x="12412" y="5930"/>
                  </a:lnTo>
                  <a:lnTo>
                    <a:pt x="12991" y="5297"/>
                  </a:lnTo>
                  <a:lnTo>
                    <a:pt x="13571" y="4691"/>
                  </a:lnTo>
                  <a:lnTo>
                    <a:pt x="14072" y="4164"/>
                  </a:lnTo>
                  <a:lnTo>
                    <a:pt x="14546" y="3637"/>
                  </a:lnTo>
                  <a:lnTo>
                    <a:pt x="15021" y="3084"/>
                  </a:lnTo>
                  <a:lnTo>
                    <a:pt x="15416" y="2531"/>
                  </a:lnTo>
                  <a:lnTo>
                    <a:pt x="15600" y="2241"/>
                  </a:lnTo>
                  <a:lnTo>
                    <a:pt x="15785" y="1951"/>
                  </a:lnTo>
                  <a:lnTo>
                    <a:pt x="15916" y="1635"/>
                  </a:lnTo>
                  <a:lnTo>
                    <a:pt x="16048" y="1345"/>
                  </a:lnTo>
                  <a:lnTo>
                    <a:pt x="16154" y="1029"/>
                  </a:lnTo>
                  <a:lnTo>
                    <a:pt x="16233" y="686"/>
                  </a:lnTo>
                  <a:lnTo>
                    <a:pt x="16285" y="344"/>
                  </a:lnTo>
                  <a:lnTo>
                    <a:pt x="16312" y="1"/>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62"/>
            <p:cNvSpPr/>
            <p:nvPr/>
          </p:nvSpPr>
          <p:spPr>
            <a:xfrm>
              <a:off x="6476050" y="1850200"/>
              <a:ext cx="668025" cy="965150"/>
            </a:xfrm>
            <a:custGeom>
              <a:rect b="b" l="l" r="r" t="t"/>
              <a:pathLst>
                <a:path extrusionOk="0" h="38606" w="26721">
                  <a:moveTo>
                    <a:pt x="16786" y="1"/>
                  </a:moveTo>
                  <a:lnTo>
                    <a:pt x="16522" y="54"/>
                  </a:lnTo>
                  <a:lnTo>
                    <a:pt x="16628" y="660"/>
                  </a:lnTo>
                  <a:lnTo>
                    <a:pt x="16681" y="1292"/>
                  </a:lnTo>
                  <a:lnTo>
                    <a:pt x="16681" y="1898"/>
                  </a:lnTo>
                  <a:lnTo>
                    <a:pt x="16654" y="2504"/>
                  </a:lnTo>
                  <a:lnTo>
                    <a:pt x="16549" y="3137"/>
                  </a:lnTo>
                  <a:lnTo>
                    <a:pt x="16417" y="3716"/>
                  </a:lnTo>
                  <a:lnTo>
                    <a:pt x="16233" y="4322"/>
                  </a:lnTo>
                  <a:lnTo>
                    <a:pt x="15995" y="4902"/>
                  </a:lnTo>
                  <a:lnTo>
                    <a:pt x="15732" y="5456"/>
                  </a:lnTo>
                  <a:lnTo>
                    <a:pt x="15416" y="5983"/>
                  </a:lnTo>
                  <a:lnTo>
                    <a:pt x="15073" y="6483"/>
                  </a:lnTo>
                  <a:lnTo>
                    <a:pt x="14678" y="6984"/>
                  </a:lnTo>
                  <a:lnTo>
                    <a:pt x="14256" y="7432"/>
                  </a:lnTo>
                  <a:lnTo>
                    <a:pt x="13808" y="7827"/>
                  </a:lnTo>
                  <a:lnTo>
                    <a:pt x="13308" y="8222"/>
                  </a:lnTo>
                  <a:lnTo>
                    <a:pt x="12781" y="8539"/>
                  </a:lnTo>
                  <a:lnTo>
                    <a:pt x="12254" y="8855"/>
                  </a:lnTo>
                  <a:lnTo>
                    <a:pt x="11700" y="9118"/>
                  </a:lnTo>
                  <a:lnTo>
                    <a:pt x="10989" y="9461"/>
                  </a:lnTo>
                  <a:lnTo>
                    <a:pt x="10646" y="9672"/>
                  </a:lnTo>
                  <a:lnTo>
                    <a:pt x="10304" y="9856"/>
                  </a:lnTo>
                  <a:lnTo>
                    <a:pt x="9987" y="10093"/>
                  </a:lnTo>
                  <a:lnTo>
                    <a:pt x="9698" y="10330"/>
                  </a:lnTo>
                  <a:lnTo>
                    <a:pt x="9408" y="10594"/>
                  </a:lnTo>
                  <a:lnTo>
                    <a:pt x="9171" y="10884"/>
                  </a:lnTo>
                  <a:lnTo>
                    <a:pt x="9012" y="11095"/>
                  </a:lnTo>
                  <a:lnTo>
                    <a:pt x="8907" y="11305"/>
                  </a:lnTo>
                  <a:lnTo>
                    <a:pt x="8696" y="11727"/>
                  </a:lnTo>
                  <a:lnTo>
                    <a:pt x="8538" y="12175"/>
                  </a:lnTo>
                  <a:lnTo>
                    <a:pt x="8406" y="12623"/>
                  </a:lnTo>
                  <a:lnTo>
                    <a:pt x="8327" y="13097"/>
                  </a:lnTo>
                  <a:lnTo>
                    <a:pt x="8275" y="13545"/>
                  </a:lnTo>
                  <a:lnTo>
                    <a:pt x="8196" y="14415"/>
                  </a:lnTo>
                  <a:lnTo>
                    <a:pt x="7563" y="22162"/>
                  </a:lnTo>
                  <a:lnTo>
                    <a:pt x="7458" y="23427"/>
                  </a:lnTo>
                  <a:lnTo>
                    <a:pt x="7379" y="24086"/>
                  </a:lnTo>
                  <a:lnTo>
                    <a:pt x="7273" y="24744"/>
                  </a:lnTo>
                  <a:lnTo>
                    <a:pt x="7142" y="25377"/>
                  </a:lnTo>
                  <a:lnTo>
                    <a:pt x="6957" y="26036"/>
                  </a:lnTo>
                  <a:lnTo>
                    <a:pt x="6720" y="26642"/>
                  </a:lnTo>
                  <a:lnTo>
                    <a:pt x="6562" y="26958"/>
                  </a:lnTo>
                  <a:lnTo>
                    <a:pt x="6404" y="27248"/>
                  </a:lnTo>
                  <a:lnTo>
                    <a:pt x="6140" y="27696"/>
                  </a:lnTo>
                  <a:lnTo>
                    <a:pt x="5824" y="28117"/>
                  </a:lnTo>
                  <a:lnTo>
                    <a:pt x="5481" y="28513"/>
                  </a:lnTo>
                  <a:lnTo>
                    <a:pt x="5086" y="28908"/>
                  </a:lnTo>
                  <a:lnTo>
                    <a:pt x="4717" y="29277"/>
                  </a:lnTo>
                  <a:lnTo>
                    <a:pt x="4322" y="29646"/>
                  </a:lnTo>
                  <a:lnTo>
                    <a:pt x="3479" y="30357"/>
                  </a:lnTo>
                  <a:lnTo>
                    <a:pt x="2925" y="30858"/>
                  </a:lnTo>
                  <a:lnTo>
                    <a:pt x="2372" y="31359"/>
                  </a:lnTo>
                  <a:lnTo>
                    <a:pt x="1845" y="31886"/>
                  </a:lnTo>
                  <a:lnTo>
                    <a:pt x="1344" y="32413"/>
                  </a:lnTo>
                  <a:lnTo>
                    <a:pt x="1134" y="32702"/>
                  </a:lnTo>
                  <a:lnTo>
                    <a:pt x="923" y="32992"/>
                  </a:lnTo>
                  <a:lnTo>
                    <a:pt x="712" y="33308"/>
                  </a:lnTo>
                  <a:lnTo>
                    <a:pt x="554" y="33598"/>
                  </a:lnTo>
                  <a:lnTo>
                    <a:pt x="396" y="33941"/>
                  </a:lnTo>
                  <a:lnTo>
                    <a:pt x="264" y="34257"/>
                  </a:lnTo>
                  <a:lnTo>
                    <a:pt x="159" y="34626"/>
                  </a:lnTo>
                  <a:lnTo>
                    <a:pt x="53" y="34969"/>
                  </a:lnTo>
                  <a:lnTo>
                    <a:pt x="0" y="35390"/>
                  </a:lnTo>
                  <a:lnTo>
                    <a:pt x="0" y="35838"/>
                  </a:lnTo>
                  <a:lnTo>
                    <a:pt x="79" y="36286"/>
                  </a:lnTo>
                  <a:lnTo>
                    <a:pt x="106" y="36523"/>
                  </a:lnTo>
                  <a:lnTo>
                    <a:pt x="185" y="36734"/>
                  </a:lnTo>
                  <a:lnTo>
                    <a:pt x="264" y="36945"/>
                  </a:lnTo>
                  <a:lnTo>
                    <a:pt x="369" y="37156"/>
                  </a:lnTo>
                  <a:lnTo>
                    <a:pt x="475" y="37340"/>
                  </a:lnTo>
                  <a:lnTo>
                    <a:pt x="606" y="37525"/>
                  </a:lnTo>
                  <a:lnTo>
                    <a:pt x="765" y="37683"/>
                  </a:lnTo>
                  <a:lnTo>
                    <a:pt x="923" y="37841"/>
                  </a:lnTo>
                  <a:lnTo>
                    <a:pt x="1107" y="37973"/>
                  </a:lnTo>
                  <a:lnTo>
                    <a:pt x="1318" y="38104"/>
                  </a:lnTo>
                  <a:lnTo>
                    <a:pt x="1608" y="38236"/>
                  </a:lnTo>
                  <a:lnTo>
                    <a:pt x="1950" y="38315"/>
                  </a:lnTo>
                  <a:lnTo>
                    <a:pt x="2293" y="38368"/>
                  </a:lnTo>
                  <a:lnTo>
                    <a:pt x="3057" y="38368"/>
                  </a:lnTo>
                  <a:lnTo>
                    <a:pt x="3400" y="38315"/>
                  </a:lnTo>
                  <a:lnTo>
                    <a:pt x="3742" y="38262"/>
                  </a:lnTo>
                  <a:lnTo>
                    <a:pt x="4085" y="38210"/>
                  </a:lnTo>
                  <a:lnTo>
                    <a:pt x="4427" y="38104"/>
                  </a:lnTo>
                  <a:lnTo>
                    <a:pt x="4770" y="37999"/>
                  </a:lnTo>
                  <a:lnTo>
                    <a:pt x="5402" y="37762"/>
                  </a:lnTo>
                  <a:lnTo>
                    <a:pt x="6061" y="37472"/>
                  </a:lnTo>
                  <a:lnTo>
                    <a:pt x="6694" y="37129"/>
                  </a:lnTo>
                  <a:lnTo>
                    <a:pt x="7932" y="36444"/>
                  </a:lnTo>
                  <a:lnTo>
                    <a:pt x="9197" y="35733"/>
                  </a:lnTo>
                  <a:lnTo>
                    <a:pt x="9829" y="35417"/>
                  </a:lnTo>
                  <a:lnTo>
                    <a:pt x="10488" y="35127"/>
                  </a:lnTo>
                  <a:lnTo>
                    <a:pt x="11147" y="34863"/>
                  </a:lnTo>
                  <a:lnTo>
                    <a:pt x="11489" y="34784"/>
                  </a:lnTo>
                  <a:lnTo>
                    <a:pt x="11832" y="34679"/>
                  </a:lnTo>
                  <a:lnTo>
                    <a:pt x="12175" y="34626"/>
                  </a:lnTo>
                  <a:lnTo>
                    <a:pt x="12517" y="34573"/>
                  </a:lnTo>
                  <a:lnTo>
                    <a:pt x="13518" y="34573"/>
                  </a:lnTo>
                  <a:lnTo>
                    <a:pt x="13835" y="34626"/>
                  </a:lnTo>
                  <a:lnTo>
                    <a:pt x="14125" y="34679"/>
                  </a:lnTo>
                  <a:lnTo>
                    <a:pt x="14441" y="34758"/>
                  </a:lnTo>
                  <a:lnTo>
                    <a:pt x="15020" y="34942"/>
                  </a:lnTo>
                  <a:lnTo>
                    <a:pt x="15600" y="35153"/>
                  </a:lnTo>
                  <a:lnTo>
                    <a:pt x="16154" y="35417"/>
                  </a:lnTo>
                  <a:lnTo>
                    <a:pt x="16707" y="35733"/>
                  </a:lnTo>
                  <a:lnTo>
                    <a:pt x="17208" y="36023"/>
                  </a:lnTo>
                  <a:lnTo>
                    <a:pt x="17735" y="36339"/>
                  </a:lnTo>
                  <a:lnTo>
                    <a:pt x="18051" y="36550"/>
                  </a:lnTo>
                  <a:lnTo>
                    <a:pt x="19052" y="37156"/>
                  </a:lnTo>
                  <a:lnTo>
                    <a:pt x="19553" y="37446"/>
                  </a:lnTo>
                  <a:lnTo>
                    <a:pt x="20054" y="37735"/>
                  </a:lnTo>
                  <a:lnTo>
                    <a:pt x="20581" y="37973"/>
                  </a:lnTo>
                  <a:lnTo>
                    <a:pt x="21108" y="38210"/>
                  </a:lnTo>
                  <a:lnTo>
                    <a:pt x="21661" y="38394"/>
                  </a:lnTo>
                  <a:lnTo>
                    <a:pt x="22214" y="38526"/>
                  </a:lnTo>
                  <a:lnTo>
                    <a:pt x="22689" y="38579"/>
                  </a:lnTo>
                  <a:lnTo>
                    <a:pt x="23189" y="38605"/>
                  </a:lnTo>
                  <a:lnTo>
                    <a:pt x="23690" y="38579"/>
                  </a:lnTo>
                  <a:lnTo>
                    <a:pt x="24217" y="38500"/>
                  </a:lnTo>
                  <a:lnTo>
                    <a:pt x="24718" y="38368"/>
                  </a:lnTo>
                  <a:lnTo>
                    <a:pt x="24955" y="38289"/>
                  </a:lnTo>
                  <a:lnTo>
                    <a:pt x="25192" y="38183"/>
                  </a:lnTo>
                  <a:lnTo>
                    <a:pt x="25429" y="38078"/>
                  </a:lnTo>
                  <a:lnTo>
                    <a:pt x="25640" y="37946"/>
                  </a:lnTo>
                  <a:lnTo>
                    <a:pt x="25851" y="37788"/>
                  </a:lnTo>
                  <a:lnTo>
                    <a:pt x="26062" y="37630"/>
                  </a:lnTo>
                  <a:lnTo>
                    <a:pt x="26246" y="37446"/>
                  </a:lnTo>
                  <a:lnTo>
                    <a:pt x="26404" y="37261"/>
                  </a:lnTo>
                  <a:lnTo>
                    <a:pt x="26562" y="37024"/>
                  </a:lnTo>
                  <a:lnTo>
                    <a:pt x="26720" y="36813"/>
                  </a:lnTo>
                  <a:lnTo>
                    <a:pt x="26483" y="36681"/>
                  </a:lnTo>
                  <a:lnTo>
                    <a:pt x="26299" y="36945"/>
                  </a:lnTo>
                  <a:lnTo>
                    <a:pt x="26114" y="37182"/>
                  </a:lnTo>
                  <a:lnTo>
                    <a:pt x="25903" y="37393"/>
                  </a:lnTo>
                  <a:lnTo>
                    <a:pt x="25666" y="37577"/>
                  </a:lnTo>
                  <a:lnTo>
                    <a:pt x="25429" y="37762"/>
                  </a:lnTo>
                  <a:lnTo>
                    <a:pt x="25166" y="37894"/>
                  </a:lnTo>
                  <a:lnTo>
                    <a:pt x="24902" y="38025"/>
                  </a:lnTo>
                  <a:lnTo>
                    <a:pt x="24612" y="38131"/>
                  </a:lnTo>
                  <a:lnTo>
                    <a:pt x="24322" y="38210"/>
                  </a:lnTo>
                  <a:lnTo>
                    <a:pt x="24033" y="38262"/>
                  </a:lnTo>
                  <a:lnTo>
                    <a:pt x="23716" y="38315"/>
                  </a:lnTo>
                  <a:lnTo>
                    <a:pt x="23426" y="38342"/>
                  </a:lnTo>
                  <a:lnTo>
                    <a:pt x="23137" y="38342"/>
                  </a:lnTo>
                  <a:lnTo>
                    <a:pt x="22847" y="38315"/>
                  </a:lnTo>
                  <a:lnTo>
                    <a:pt x="22557" y="38289"/>
                  </a:lnTo>
                  <a:lnTo>
                    <a:pt x="22267" y="38236"/>
                  </a:lnTo>
                  <a:lnTo>
                    <a:pt x="21714" y="38104"/>
                  </a:lnTo>
                  <a:lnTo>
                    <a:pt x="21187" y="37946"/>
                  </a:lnTo>
                  <a:lnTo>
                    <a:pt x="20686" y="37735"/>
                  </a:lnTo>
                  <a:lnTo>
                    <a:pt x="20159" y="37472"/>
                  </a:lnTo>
                  <a:lnTo>
                    <a:pt x="19658" y="37208"/>
                  </a:lnTo>
                  <a:lnTo>
                    <a:pt x="19158" y="36919"/>
                  </a:lnTo>
                  <a:lnTo>
                    <a:pt x="18209" y="36313"/>
                  </a:lnTo>
                  <a:lnTo>
                    <a:pt x="17866" y="36102"/>
                  </a:lnTo>
                  <a:lnTo>
                    <a:pt x="17366" y="35785"/>
                  </a:lnTo>
                  <a:lnTo>
                    <a:pt x="16812" y="35469"/>
                  </a:lnTo>
                  <a:lnTo>
                    <a:pt x="16259" y="35179"/>
                  </a:lnTo>
                  <a:lnTo>
                    <a:pt x="15679" y="34890"/>
                  </a:lnTo>
                  <a:lnTo>
                    <a:pt x="15100" y="34679"/>
                  </a:lnTo>
                  <a:lnTo>
                    <a:pt x="14493" y="34468"/>
                  </a:lnTo>
                  <a:lnTo>
                    <a:pt x="14177" y="34415"/>
                  </a:lnTo>
                  <a:lnTo>
                    <a:pt x="13861" y="34336"/>
                  </a:lnTo>
                  <a:lnTo>
                    <a:pt x="13545" y="34310"/>
                  </a:lnTo>
                  <a:lnTo>
                    <a:pt x="13229" y="34283"/>
                  </a:lnTo>
                  <a:lnTo>
                    <a:pt x="12860" y="34283"/>
                  </a:lnTo>
                  <a:lnTo>
                    <a:pt x="12491" y="34310"/>
                  </a:lnTo>
                  <a:lnTo>
                    <a:pt x="12148" y="34363"/>
                  </a:lnTo>
                  <a:lnTo>
                    <a:pt x="11779" y="34415"/>
                  </a:lnTo>
                  <a:lnTo>
                    <a:pt x="11437" y="34494"/>
                  </a:lnTo>
                  <a:lnTo>
                    <a:pt x="11094" y="34600"/>
                  </a:lnTo>
                  <a:lnTo>
                    <a:pt x="10409" y="34863"/>
                  </a:lnTo>
                  <a:lnTo>
                    <a:pt x="9750" y="35153"/>
                  </a:lnTo>
                  <a:lnTo>
                    <a:pt x="9092" y="35469"/>
                  </a:lnTo>
                  <a:lnTo>
                    <a:pt x="8433" y="35838"/>
                  </a:lnTo>
                  <a:lnTo>
                    <a:pt x="7800" y="36207"/>
                  </a:lnTo>
                  <a:lnTo>
                    <a:pt x="6588" y="36892"/>
                  </a:lnTo>
                  <a:lnTo>
                    <a:pt x="5956" y="37208"/>
                  </a:lnTo>
                  <a:lnTo>
                    <a:pt x="5323" y="37498"/>
                  </a:lnTo>
                  <a:lnTo>
                    <a:pt x="4691" y="37735"/>
                  </a:lnTo>
                  <a:lnTo>
                    <a:pt x="4032" y="37920"/>
                  </a:lnTo>
                  <a:lnTo>
                    <a:pt x="3716" y="37999"/>
                  </a:lnTo>
                  <a:lnTo>
                    <a:pt x="3373" y="38052"/>
                  </a:lnTo>
                  <a:lnTo>
                    <a:pt x="3057" y="38078"/>
                  </a:lnTo>
                  <a:lnTo>
                    <a:pt x="2715" y="38104"/>
                  </a:lnTo>
                  <a:lnTo>
                    <a:pt x="2346" y="38078"/>
                  </a:lnTo>
                  <a:lnTo>
                    <a:pt x="2003" y="38052"/>
                  </a:lnTo>
                  <a:lnTo>
                    <a:pt x="1713" y="37973"/>
                  </a:lnTo>
                  <a:lnTo>
                    <a:pt x="1450" y="37867"/>
                  </a:lnTo>
                  <a:lnTo>
                    <a:pt x="1265" y="37762"/>
                  </a:lnTo>
                  <a:lnTo>
                    <a:pt x="1107" y="37630"/>
                  </a:lnTo>
                  <a:lnTo>
                    <a:pt x="949" y="37498"/>
                  </a:lnTo>
                  <a:lnTo>
                    <a:pt x="817" y="37340"/>
                  </a:lnTo>
                  <a:lnTo>
                    <a:pt x="712" y="37182"/>
                  </a:lnTo>
                  <a:lnTo>
                    <a:pt x="606" y="37024"/>
                  </a:lnTo>
                  <a:lnTo>
                    <a:pt x="527" y="36840"/>
                  </a:lnTo>
                  <a:lnTo>
                    <a:pt x="448" y="36655"/>
                  </a:lnTo>
                  <a:lnTo>
                    <a:pt x="343" y="36233"/>
                  </a:lnTo>
                  <a:lnTo>
                    <a:pt x="290" y="35838"/>
                  </a:lnTo>
                  <a:lnTo>
                    <a:pt x="290" y="35417"/>
                  </a:lnTo>
                  <a:lnTo>
                    <a:pt x="343" y="35021"/>
                  </a:lnTo>
                  <a:lnTo>
                    <a:pt x="422" y="34679"/>
                  </a:lnTo>
                  <a:lnTo>
                    <a:pt x="501" y="34363"/>
                  </a:lnTo>
                  <a:lnTo>
                    <a:pt x="633" y="34046"/>
                  </a:lnTo>
                  <a:lnTo>
                    <a:pt x="791" y="33730"/>
                  </a:lnTo>
                  <a:lnTo>
                    <a:pt x="949" y="33440"/>
                  </a:lnTo>
                  <a:lnTo>
                    <a:pt x="1134" y="33150"/>
                  </a:lnTo>
                  <a:lnTo>
                    <a:pt x="1344" y="32861"/>
                  </a:lnTo>
                  <a:lnTo>
                    <a:pt x="1555" y="32597"/>
                  </a:lnTo>
                  <a:lnTo>
                    <a:pt x="2029" y="32070"/>
                  </a:lnTo>
                  <a:lnTo>
                    <a:pt x="2556" y="31569"/>
                  </a:lnTo>
                  <a:lnTo>
                    <a:pt x="3110" y="31069"/>
                  </a:lnTo>
                  <a:lnTo>
                    <a:pt x="3663" y="30568"/>
                  </a:lnTo>
                  <a:lnTo>
                    <a:pt x="4506" y="29857"/>
                  </a:lnTo>
                  <a:lnTo>
                    <a:pt x="4902" y="29461"/>
                  </a:lnTo>
                  <a:lnTo>
                    <a:pt x="5297" y="29092"/>
                  </a:lnTo>
                  <a:lnTo>
                    <a:pt x="5692" y="28697"/>
                  </a:lnTo>
                  <a:lnTo>
                    <a:pt x="6035" y="28275"/>
                  </a:lnTo>
                  <a:lnTo>
                    <a:pt x="6351" y="27827"/>
                  </a:lnTo>
                  <a:lnTo>
                    <a:pt x="6641" y="27380"/>
                  </a:lnTo>
                  <a:lnTo>
                    <a:pt x="6799" y="27063"/>
                  </a:lnTo>
                  <a:lnTo>
                    <a:pt x="6957" y="26773"/>
                  </a:lnTo>
                  <a:lnTo>
                    <a:pt x="7089" y="26457"/>
                  </a:lnTo>
                  <a:lnTo>
                    <a:pt x="7194" y="26115"/>
                  </a:lnTo>
                  <a:lnTo>
                    <a:pt x="7405" y="25482"/>
                  </a:lnTo>
                  <a:lnTo>
                    <a:pt x="7537" y="24797"/>
                  </a:lnTo>
                  <a:lnTo>
                    <a:pt x="7642" y="24138"/>
                  </a:lnTo>
                  <a:lnTo>
                    <a:pt x="7721" y="23480"/>
                  </a:lnTo>
                  <a:lnTo>
                    <a:pt x="7853" y="22162"/>
                  </a:lnTo>
                  <a:lnTo>
                    <a:pt x="8459" y="14441"/>
                  </a:lnTo>
                  <a:lnTo>
                    <a:pt x="8538" y="13598"/>
                  </a:lnTo>
                  <a:lnTo>
                    <a:pt x="8591" y="13150"/>
                  </a:lnTo>
                  <a:lnTo>
                    <a:pt x="8670" y="12702"/>
                  </a:lnTo>
                  <a:lnTo>
                    <a:pt x="8802" y="12280"/>
                  </a:lnTo>
                  <a:lnTo>
                    <a:pt x="8933" y="11832"/>
                  </a:lnTo>
                  <a:lnTo>
                    <a:pt x="9144" y="11437"/>
                  </a:lnTo>
                  <a:lnTo>
                    <a:pt x="9250" y="11253"/>
                  </a:lnTo>
                  <a:lnTo>
                    <a:pt x="9381" y="11068"/>
                  </a:lnTo>
                  <a:lnTo>
                    <a:pt x="9619" y="10778"/>
                  </a:lnTo>
                  <a:lnTo>
                    <a:pt x="9882" y="10515"/>
                  </a:lnTo>
                  <a:lnTo>
                    <a:pt x="10172" y="10304"/>
                  </a:lnTo>
                  <a:lnTo>
                    <a:pt x="10462" y="10093"/>
                  </a:lnTo>
                  <a:lnTo>
                    <a:pt x="10778" y="9909"/>
                  </a:lnTo>
                  <a:lnTo>
                    <a:pt x="11121" y="9724"/>
                  </a:lnTo>
                  <a:lnTo>
                    <a:pt x="11806" y="9355"/>
                  </a:lnTo>
                  <a:lnTo>
                    <a:pt x="12385" y="9092"/>
                  </a:lnTo>
                  <a:lnTo>
                    <a:pt x="12912" y="8776"/>
                  </a:lnTo>
                  <a:lnTo>
                    <a:pt x="13466" y="8433"/>
                  </a:lnTo>
                  <a:lnTo>
                    <a:pt x="13966" y="8038"/>
                  </a:lnTo>
                  <a:lnTo>
                    <a:pt x="14441" y="7616"/>
                  </a:lnTo>
                  <a:lnTo>
                    <a:pt x="14889" y="7168"/>
                  </a:lnTo>
                  <a:lnTo>
                    <a:pt x="15284" y="6668"/>
                  </a:lnTo>
                  <a:lnTo>
                    <a:pt x="15653" y="6141"/>
                  </a:lnTo>
                  <a:lnTo>
                    <a:pt x="15969" y="5587"/>
                  </a:lnTo>
                  <a:lnTo>
                    <a:pt x="16259" y="5008"/>
                  </a:lnTo>
                  <a:lnTo>
                    <a:pt x="16496" y="4401"/>
                  </a:lnTo>
                  <a:lnTo>
                    <a:pt x="16681" y="3795"/>
                  </a:lnTo>
                  <a:lnTo>
                    <a:pt x="16812" y="3163"/>
                  </a:lnTo>
                  <a:lnTo>
                    <a:pt x="16918" y="2557"/>
                  </a:lnTo>
                  <a:lnTo>
                    <a:pt x="16970" y="1898"/>
                  </a:lnTo>
                  <a:lnTo>
                    <a:pt x="16970" y="1266"/>
                  </a:lnTo>
                  <a:lnTo>
                    <a:pt x="16918" y="633"/>
                  </a:lnTo>
                  <a:lnTo>
                    <a:pt x="16786" y="1"/>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62"/>
            <p:cNvSpPr/>
            <p:nvPr/>
          </p:nvSpPr>
          <p:spPr>
            <a:xfrm>
              <a:off x="6778425" y="1883800"/>
              <a:ext cx="366950" cy="741150"/>
            </a:xfrm>
            <a:custGeom>
              <a:rect b="b" l="l" r="r" t="t"/>
              <a:pathLst>
                <a:path extrusionOk="0" h="29646" w="14678">
                  <a:moveTo>
                    <a:pt x="11147" y="1"/>
                  </a:moveTo>
                  <a:lnTo>
                    <a:pt x="10857" y="53"/>
                  </a:lnTo>
                  <a:lnTo>
                    <a:pt x="10963" y="686"/>
                  </a:lnTo>
                  <a:lnTo>
                    <a:pt x="11015" y="1292"/>
                  </a:lnTo>
                  <a:lnTo>
                    <a:pt x="11015" y="1898"/>
                  </a:lnTo>
                  <a:lnTo>
                    <a:pt x="10963" y="2530"/>
                  </a:lnTo>
                  <a:lnTo>
                    <a:pt x="10857" y="3137"/>
                  </a:lnTo>
                  <a:lnTo>
                    <a:pt x="10699" y="3743"/>
                  </a:lnTo>
                  <a:lnTo>
                    <a:pt x="10515" y="4322"/>
                  </a:lnTo>
                  <a:lnTo>
                    <a:pt x="10277" y="4902"/>
                  </a:lnTo>
                  <a:lnTo>
                    <a:pt x="9988" y="5455"/>
                  </a:lnTo>
                  <a:lnTo>
                    <a:pt x="9671" y="5982"/>
                  </a:lnTo>
                  <a:lnTo>
                    <a:pt x="9302" y="6483"/>
                  </a:lnTo>
                  <a:lnTo>
                    <a:pt x="8907" y="6957"/>
                  </a:lnTo>
                  <a:lnTo>
                    <a:pt x="8459" y="7405"/>
                  </a:lnTo>
                  <a:lnTo>
                    <a:pt x="7985" y="7801"/>
                  </a:lnTo>
                  <a:lnTo>
                    <a:pt x="7484" y="8170"/>
                  </a:lnTo>
                  <a:lnTo>
                    <a:pt x="6931" y="8486"/>
                  </a:lnTo>
                  <a:lnTo>
                    <a:pt x="6404" y="8723"/>
                  </a:lnTo>
                  <a:lnTo>
                    <a:pt x="5877" y="8960"/>
                  </a:lnTo>
                  <a:lnTo>
                    <a:pt x="4770" y="9355"/>
                  </a:lnTo>
                  <a:lnTo>
                    <a:pt x="3953" y="9645"/>
                  </a:lnTo>
                  <a:lnTo>
                    <a:pt x="3110" y="9988"/>
                  </a:lnTo>
                  <a:lnTo>
                    <a:pt x="2688" y="10172"/>
                  </a:lnTo>
                  <a:lnTo>
                    <a:pt x="2267" y="10409"/>
                  </a:lnTo>
                  <a:lnTo>
                    <a:pt x="1819" y="10699"/>
                  </a:lnTo>
                  <a:lnTo>
                    <a:pt x="1397" y="11042"/>
                  </a:lnTo>
                  <a:lnTo>
                    <a:pt x="1002" y="11411"/>
                  </a:lnTo>
                  <a:lnTo>
                    <a:pt x="817" y="11622"/>
                  </a:lnTo>
                  <a:lnTo>
                    <a:pt x="659" y="11832"/>
                  </a:lnTo>
                  <a:lnTo>
                    <a:pt x="501" y="12070"/>
                  </a:lnTo>
                  <a:lnTo>
                    <a:pt x="369" y="12307"/>
                  </a:lnTo>
                  <a:lnTo>
                    <a:pt x="264" y="12570"/>
                  </a:lnTo>
                  <a:lnTo>
                    <a:pt x="159" y="12834"/>
                  </a:lnTo>
                  <a:lnTo>
                    <a:pt x="80" y="13097"/>
                  </a:lnTo>
                  <a:lnTo>
                    <a:pt x="27" y="13361"/>
                  </a:lnTo>
                  <a:lnTo>
                    <a:pt x="1" y="13624"/>
                  </a:lnTo>
                  <a:lnTo>
                    <a:pt x="1" y="13914"/>
                  </a:lnTo>
                  <a:lnTo>
                    <a:pt x="1" y="14204"/>
                  </a:lnTo>
                  <a:lnTo>
                    <a:pt x="53" y="14494"/>
                  </a:lnTo>
                  <a:lnTo>
                    <a:pt x="106" y="14784"/>
                  </a:lnTo>
                  <a:lnTo>
                    <a:pt x="185" y="15074"/>
                  </a:lnTo>
                  <a:lnTo>
                    <a:pt x="264" y="15390"/>
                  </a:lnTo>
                  <a:lnTo>
                    <a:pt x="396" y="15706"/>
                  </a:lnTo>
                  <a:lnTo>
                    <a:pt x="528" y="16022"/>
                  </a:lnTo>
                  <a:lnTo>
                    <a:pt x="686" y="16338"/>
                  </a:lnTo>
                  <a:lnTo>
                    <a:pt x="1081" y="16997"/>
                  </a:lnTo>
                  <a:lnTo>
                    <a:pt x="1529" y="17656"/>
                  </a:lnTo>
                  <a:lnTo>
                    <a:pt x="2161" y="18473"/>
                  </a:lnTo>
                  <a:lnTo>
                    <a:pt x="2794" y="19263"/>
                  </a:lnTo>
                  <a:lnTo>
                    <a:pt x="3084" y="19685"/>
                  </a:lnTo>
                  <a:lnTo>
                    <a:pt x="3373" y="20107"/>
                  </a:lnTo>
                  <a:lnTo>
                    <a:pt x="3637" y="20528"/>
                  </a:lnTo>
                  <a:lnTo>
                    <a:pt x="3848" y="20976"/>
                  </a:lnTo>
                  <a:lnTo>
                    <a:pt x="4032" y="21424"/>
                  </a:lnTo>
                  <a:lnTo>
                    <a:pt x="4190" y="21898"/>
                  </a:lnTo>
                  <a:lnTo>
                    <a:pt x="4269" y="22294"/>
                  </a:lnTo>
                  <a:lnTo>
                    <a:pt x="4322" y="22715"/>
                  </a:lnTo>
                  <a:lnTo>
                    <a:pt x="4401" y="23532"/>
                  </a:lnTo>
                  <a:lnTo>
                    <a:pt x="4454" y="24138"/>
                  </a:lnTo>
                  <a:lnTo>
                    <a:pt x="4507" y="24744"/>
                  </a:lnTo>
                  <a:lnTo>
                    <a:pt x="4559" y="25034"/>
                  </a:lnTo>
                  <a:lnTo>
                    <a:pt x="4638" y="25324"/>
                  </a:lnTo>
                  <a:lnTo>
                    <a:pt x="4744" y="25614"/>
                  </a:lnTo>
                  <a:lnTo>
                    <a:pt x="4849" y="25904"/>
                  </a:lnTo>
                  <a:lnTo>
                    <a:pt x="5060" y="26299"/>
                  </a:lnTo>
                  <a:lnTo>
                    <a:pt x="5323" y="26668"/>
                  </a:lnTo>
                  <a:lnTo>
                    <a:pt x="5640" y="27011"/>
                  </a:lnTo>
                  <a:lnTo>
                    <a:pt x="6009" y="27353"/>
                  </a:lnTo>
                  <a:lnTo>
                    <a:pt x="6430" y="27669"/>
                  </a:lnTo>
                  <a:lnTo>
                    <a:pt x="6904" y="27959"/>
                  </a:lnTo>
                  <a:lnTo>
                    <a:pt x="7431" y="28249"/>
                  </a:lnTo>
                  <a:lnTo>
                    <a:pt x="8011" y="28486"/>
                  </a:lnTo>
                  <a:lnTo>
                    <a:pt x="8696" y="28776"/>
                  </a:lnTo>
                  <a:lnTo>
                    <a:pt x="9408" y="28987"/>
                  </a:lnTo>
                  <a:lnTo>
                    <a:pt x="10119" y="29198"/>
                  </a:lnTo>
                  <a:lnTo>
                    <a:pt x="10831" y="29356"/>
                  </a:lnTo>
                  <a:lnTo>
                    <a:pt x="11569" y="29488"/>
                  </a:lnTo>
                  <a:lnTo>
                    <a:pt x="12306" y="29567"/>
                  </a:lnTo>
                  <a:lnTo>
                    <a:pt x="13044" y="29619"/>
                  </a:lnTo>
                  <a:lnTo>
                    <a:pt x="13782" y="29646"/>
                  </a:lnTo>
                  <a:lnTo>
                    <a:pt x="14678" y="29619"/>
                  </a:lnTo>
                  <a:lnTo>
                    <a:pt x="14652" y="29356"/>
                  </a:lnTo>
                  <a:lnTo>
                    <a:pt x="13808" y="29382"/>
                  </a:lnTo>
                  <a:lnTo>
                    <a:pt x="12992" y="29356"/>
                  </a:lnTo>
                  <a:lnTo>
                    <a:pt x="12148" y="29277"/>
                  </a:lnTo>
                  <a:lnTo>
                    <a:pt x="11331" y="29171"/>
                  </a:lnTo>
                  <a:lnTo>
                    <a:pt x="10488" y="28987"/>
                  </a:lnTo>
                  <a:lnTo>
                    <a:pt x="9698" y="28802"/>
                  </a:lnTo>
                  <a:lnTo>
                    <a:pt x="8881" y="28539"/>
                  </a:lnTo>
                  <a:lnTo>
                    <a:pt x="8117" y="28249"/>
                  </a:lnTo>
                  <a:lnTo>
                    <a:pt x="7537" y="27986"/>
                  </a:lnTo>
                  <a:lnTo>
                    <a:pt x="7036" y="27722"/>
                  </a:lnTo>
                  <a:lnTo>
                    <a:pt x="6588" y="27458"/>
                  </a:lnTo>
                  <a:lnTo>
                    <a:pt x="6193" y="27142"/>
                  </a:lnTo>
                  <a:lnTo>
                    <a:pt x="5850" y="26826"/>
                  </a:lnTo>
                  <a:lnTo>
                    <a:pt x="5534" y="26510"/>
                  </a:lnTo>
                  <a:lnTo>
                    <a:pt x="5297" y="26167"/>
                  </a:lnTo>
                  <a:lnTo>
                    <a:pt x="5113" y="25798"/>
                  </a:lnTo>
                  <a:lnTo>
                    <a:pt x="4981" y="25535"/>
                  </a:lnTo>
                  <a:lnTo>
                    <a:pt x="4902" y="25245"/>
                  </a:lnTo>
                  <a:lnTo>
                    <a:pt x="4849" y="24981"/>
                  </a:lnTo>
                  <a:lnTo>
                    <a:pt x="4796" y="24692"/>
                  </a:lnTo>
                  <a:lnTo>
                    <a:pt x="4717" y="24112"/>
                  </a:lnTo>
                  <a:lnTo>
                    <a:pt x="4665" y="23532"/>
                  </a:lnTo>
                  <a:lnTo>
                    <a:pt x="4586" y="22689"/>
                  </a:lnTo>
                  <a:lnTo>
                    <a:pt x="4533" y="22267"/>
                  </a:lnTo>
                  <a:lnTo>
                    <a:pt x="4454" y="21846"/>
                  </a:lnTo>
                  <a:lnTo>
                    <a:pt x="4296" y="21345"/>
                  </a:lnTo>
                  <a:lnTo>
                    <a:pt x="4111" y="20871"/>
                  </a:lnTo>
                  <a:lnTo>
                    <a:pt x="3874" y="20423"/>
                  </a:lnTo>
                  <a:lnTo>
                    <a:pt x="3611" y="19975"/>
                  </a:lnTo>
                  <a:lnTo>
                    <a:pt x="3321" y="19527"/>
                  </a:lnTo>
                  <a:lnTo>
                    <a:pt x="3031" y="19132"/>
                  </a:lnTo>
                  <a:lnTo>
                    <a:pt x="2398" y="18315"/>
                  </a:lnTo>
                  <a:lnTo>
                    <a:pt x="1766" y="17498"/>
                  </a:lnTo>
                  <a:lnTo>
                    <a:pt x="1318" y="16839"/>
                  </a:lnTo>
                  <a:lnTo>
                    <a:pt x="949" y="16233"/>
                  </a:lnTo>
                  <a:lnTo>
                    <a:pt x="791" y="15917"/>
                  </a:lnTo>
                  <a:lnTo>
                    <a:pt x="659" y="15627"/>
                  </a:lnTo>
                  <a:lnTo>
                    <a:pt x="554" y="15337"/>
                  </a:lnTo>
                  <a:lnTo>
                    <a:pt x="448" y="15047"/>
                  </a:lnTo>
                  <a:lnTo>
                    <a:pt x="369" y="14757"/>
                  </a:lnTo>
                  <a:lnTo>
                    <a:pt x="317" y="14467"/>
                  </a:lnTo>
                  <a:lnTo>
                    <a:pt x="290" y="14204"/>
                  </a:lnTo>
                  <a:lnTo>
                    <a:pt x="264" y="13940"/>
                  </a:lnTo>
                  <a:lnTo>
                    <a:pt x="290" y="13677"/>
                  </a:lnTo>
                  <a:lnTo>
                    <a:pt x="317" y="13413"/>
                  </a:lnTo>
                  <a:lnTo>
                    <a:pt x="343" y="13150"/>
                  </a:lnTo>
                  <a:lnTo>
                    <a:pt x="422" y="12913"/>
                  </a:lnTo>
                  <a:lnTo>
                    <a:pt x="501" y="12649"/>
                  </a:lnTo>
                  <a:lnTo>
                    <a:pt x="633" y="12412"/>
                  </a:lnTo>
                  <a:lnTo>
                    <a:pt x="738" y="12201"/>
                  </a:lnTo>
                  <a:lnTo>
                    <a:pt x="896" y="11964"/>
                  </a:lnTo>
                  <a:lnTo>
                    <a:pt x="1055" y="11780"/>
                  </a:lnTo>
                  <a:lnTo>
                    <a:pt x="1213" y="11569"/>
                  </a:lnTo>
                  <a:lnTo>
                    <a:pt x="1582" y="11226"/>
                  </a:lnTo>
                  <a:lnTo>
                    <a:pt x="2003" y="10910"/>
                  </a:lnTo>
                  <a:lnTo>
                    <a:pt x="2398" y="10647"/>
                  </a:lnTo>
                  <a:lnTo>
                    <a:pt x="2820" y="10409"/>
                  </a:lnTo>
                  <a:lnTo>
                    <a:pt x="3215" y="10225"/>
                  </a:lnTo>
                  <a:lnTo>
                    <a:pt x="4032" y="9909"/>
                  </a:lnTo>
                  <a:lnTo>
                    <a:pt x="4849" y="9619"/>
                  </a:lnTo>
                  <a:lnTo>
                    <a:pt x="5982" y="9197"/>
                  </a:lnTo>
                  <a:lnTo>
                    <a:pt x="6536" y="8986"/>
                  </a:lnTo>
                  <a:lnTo>
                    <a:pt x="7063" y="8723"/>
                  </a:lnTo>
                  <a:lnTo>
                    <a:pt x="7616" y="8380"/>
                  </a:lnTo>
                  <a:lnTo>
                    <a:pt x="8143" y="8011"/>
                  </a:lnTo>
                  <a:lnTo>
                    <a:pt x="8644" y="7616"/>
                  </a:lnTo>
                  <a:lnTo>
                    <a:pt x="9092" y="7142"/>
                  </a:lnTo>
                  <a:lnTo>
                    <a:pt x="9513" y="6668"/>
                  </a:lnTo>
                  <a:lnTo>
                    <a:pt x="9882" y="6141"/>
                  </a:lnTo>
                  <a:lnTo>
                    <a:pt x="10225" y="5587"/>
                  </a:lnTo>
                  <a:lnTo>
                    <a:pt x="10515" y="5007"/>
                  </a:lnTo>
                  <a:lnTo>
                    <a:pt x="10778" y="4428"/>
                  </a:lnTo>
                  <a:lnTo>
                    <a:pt x="10963" y="3822"/>
                  </a:lnTo>
                  <a:lnTo>
                    <a:pt x="11121" y="3189"/>
                  </a:lnTo>
                  <a:lnTo>
                    <a:pt x="11226" y="2557"/>
                  </a:lnTo>
                  <a:lnTo>
                    <a:pt x="11279" y="1924"/>
                  </a:lnTo>
                  <a:lnTo>
                    <a:pt x="11305" y="1266"/>
                  </a:lnTo>
                  <a:lnTo>
                    <a:pt x="11252" y="633"/>
                  </a:lnTo>
                  <a:lnTo>
                    <a:pt x="11147" y="1"/>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62"/>
            <p:cNvSpPr/>
            <p:nvPr/>
          </p:nvSpPr>
          <p:spPr>
            <a:xfrm>
              <a:off x="6597275" y="2439800"/>
              <a:ext cx="308975" cy="266850"/>
            </a:xfrm>
            <a:custGeom>
              <a:rect b="b" l="l" r="r" t="t"/>
              <a:pathLst>
                <a:path extrusionOk="0" h="10674" w="12359">
                  <a:moveTo>
                    <a:pt x="7299" y="291"/>
                  </a:moveTo>
                  <a:lnTo>
                    <a:pt x="7510" y="344"/>
                  </a:lnTo>
                  <a:lnTo>
                    <a:pt x="7694" y="396"/>
                  </a:lnTo>
                  <a:lnTo>
                    <a:pt x="7905" y="475"/>
                  </a:lnTo>
                  <a:lnTo>
                    <a:pt x="8090" y="581"/>
                  </a:lnTo>
                  <a:lnTo>
                    <a:pt x="8274" y="712"/>
                  </a:lnTo>
                  <a:lnTo>
                    <a:pt x="8459" y="844"/>
                  </a:lnTo>
                  <a:lnTo>
                    <a:pt x="8617" y="1002"/>
                  </a:lnTo>
                  <a:lnTo>
                    <a:pt x="8749" y="1187"/>
                  </a:lnTo>
                  <a:lnTo>
                    <a:pt x="8907" y="1450"/>
                  </a:lnTo>
                  <a:lnTo>
                    <a:pt x="9065" y="1767"/>
                  </a:lnTo>
                  <a:lnTo>
                    <a:pt x="9196" y="2083"/>
                  </a:lnTo>
                  <a:lnTo>
                    <a:pt x="9276" y="2399"/>
                  </a:lnTo>
                  <a:lnTo>
                    <a:pt x="9381" y="2741"/>
                  </a:lnTo>
                  <a:lnTo>
                    <a:pt x="9434" y="3084"/>
                  </a:lnTo>
                  <a:lnTo>
                    <a:pt x="9539" y="3769"/>
                  </a:lnTo>
                  <a:lnTo>
                    <a:pt x="9592" y="4059"/>
                  </a:lnTo>
                  <a:lnTo>
                    <a:pt x="9671" y="4454"/>
                  </a:lnTo>
                  <a:lnTo>
                    <a:pt x="9750" y="4850"/>
                  </a:lnTo>
                  <a:lnTo>
                    <a:pt x="9855" y="5245"/>
                  </a:lnTo>
                  <a:lnTo>
                    <a:pt x="9987" y="5614"/>
                  </a:lnTo>
                  <a:lnTo>
                    <a:pt x="10145" y="5983"/>
                  </a:lnTo>
                  <a:lnTo>
                    <a:pt x="10330" y="6325"/>
                  </a:lnTo>
                  <a:lnTo>
                    <a:pt x="10593" y="6641"/>
                  </a:lnTo>
                  <a:lnTo>
                    <a:pt x="10725" y="6773"/>
                  </a:lnTo>
                  <a:lnTo>
                    <a:pt x="10883" y="6931"/>
                  </a:lnTo>
                  <a:lnTo>
                    <a:pt x="11252" y="7195"/>
                  </a:lnTo>
                  <a:lnTo>
                    <a:pt x="11568" y="7406"/>
                  </a:lnTo>
                  <a:lnTo>
                    <a:pt x="11700" y="7537"/>
                  </a:lnTo>
                  <a:lnTo>
                    <a:pt x="11805" y="7669"/>
                  </a:lnTo>
                  <a:lnTo>
                    <a:pt x="11937" y="7827"/>
                  </a:lnTo>
                  <a:lnTo>
                    <a:pt x="12016" y="8038"/>
                  </a:lnTo>
                  <a:lnTo>
                    <a:pt x="12069" y="8222"/>
                  </a:lnTo>
                  <a:lnTo>
                    <a:pt x="12095" y="8433"/>
                  </a:lnTo>
                  <a:lnTo>
                    <a:pt x="12069" y="8644"/>
                  </a:lnTo>
                  <a:lnTo>
                    <a:pt x="12042" y="8855"/>
                  </a:lnTo>
                  <a:lnTo>
                    <a:pt x="11963" y="9066"/>
                  </a:lnTo>
                  <a:lnTo>
                    <a:pt x="11832" y="9224"/>
                  </a:lnTo>
                  <a:lnTo>
                    <a:pt x="11700" y="9382"/>
                  </a:lnTo>
                  <a:lnTo>
                    <a:pt x="11515" y="9514"/>
                  </a:lnTo>
                  <a:lnTo>
                    <a:pt x="11331" y="9619"/>
                  </a:lnTo>
                  <a:lnTo>
                    <a:pt x="11146" y="9672"/>
                  </a:lnTo>
                  <a:lnTo>
                    <a:pt x="10936" y="9698"/>
                  </a:lnTo>
                  <a:lnTo>
                    <a:pt x="10725" y="9698"/>
                  </a:lnTo>
                  <a:lnTo>
                    <a:pt x="10514" y="9672"/>
                  </a:lnTo>
                  <a:lnTo>
                    <a:pt x="10303" y="9593"/>
                  </a:lnTo>
                  <a:lnTo>
                    <a:pt x="10119" y="9487"/>
                  </a:lnTo>
                  <a:lnTo>
                    <a:pt x="9961" y="9356"/>
                  </a:lnTo>
                  <a:lnTo>
                    <a:pt x="9803" y="9224"/>
                  </a:lnTo>
                  <a:lnTo>
                    <a:pt x="9644" y="9066"/>
                  </a:lnTo>
                  <a:lnTo>
                    <a:pt x="9381" y="8697"/>
                  </a:lnTo>
                  <a:lnTo>
                    <a:pt x="9117" y="8302"/>
                  </a:lnTo>
                  <a:lnTo>
                    <a:pt x="8828" y="7906"/>
                  </a:lnTo>
                  <a:lnTo>
                    <a:pt x="8538" y="7511"/>
                  </a:lnTo>
                  <a:lnTo>
                    <a:pt x="8353" y="7353"/>
                  </a:lnTo>
                  <a:lnTo>
                    <a:pt x="8195" y="7195"/>
                  </a:lnTo>
                  <a:lnTo>
                    <a:pt x="8011" y="7063"/>
                  </a:lnTo>
                  <a:lnTo>
                    <a:pt x="7800" y="6984"/>
                  </a:lnTo>
                  <a:lnTo>
                    <a:pt x="7589" y="6905"/>
                  </a:lnTo>
                  <a:lnTo>
                    <a:pt x="7352" y="6879"/>
                  </a:lnTo>
                  <a:lnTo>
                    <a:pt x="6904" y="6879"/>
                  </a:lnTo>
                  <a:lnTo>
                    <a:pt x="6667" y="6931"/>
                  </a:lnTo>
                  <a:lnTo>
                    <a:pt x="6430" y="7010"/>
                  </a:lnTo>
                  <a:lnTo>
                    <a:pt x="6192" y="7089"/>
                  </a:lnTo>
                  <a:lnTo>
                    <a:pt x="5955" y="7195"/>
                  </a:lnTo>
                  <a:lnTo>
                    <a:pt x="5481" y="7432"/>
                  </a:lnTo>
                  <a:lnTo>
                    <a:pt x="5033" y="7748"/>
                  </a:lnTo>
                  <a:lnTo>
                    <a:pt x="4585" y="8064"/>
                  </a:lnTo>
                  <a:lnTo>
                    <a:pt x="4190" y="8407"/>
                  </a:lnTo>
                  <a:lnTo>
                    <a:pt x="4005" y="8539"/>
                  </a:lnTo>
                  <a:lnTo>
                    <a:pt x="3162" y="9224"/>
                  </a:lnTo>
                  <a:lnTo>
                    <a:pt x="2741" y="9540"/>
                  </a:lnTo>
                  <a:lnTo>
                    <a:pt x="2293" y="9830"/>
                  </a:lnTo>
                  <a:lnTo>
                    <a:pt x="1845" y="10067"/>
                  </a:lnTo>
                  <a:lnTo>
                    <a:pt x="1634" y="10172"/>
                  </a:lnTo>
                  <a:lnTo>
                    <a:pt x="1397" y="10252"/>
                  </a:lnTo>
                  <a:lnTo>
                    <a:pt x="1159" y="10331"/>
                  </a:lnTo>
                  <a:lnTo>
                    <a:pt x="896" y="10357"/>
                  </a:lnTo>
                  <a:lnTo>
                    <a:pt x="659" y="10383"/>
                  </a:lnTo>
                  <a:lnTo>
                    <a:pt x="395" y="10410"/>
                  </a:lnTo>
                  <a:lnTo>
                    <a:pt x="343" y="10225"/>
                  </a:lnTo>
                  <a:lnTo>
                    <a:pt x="316" y="10067"/>
                  </a:lnTo>
                  <a:lnTo>
                    <a:pt x="290" y="9909"/>
                  </a:lnTo>
                  <a:lnTo>
                    <a:pt x="264" y="9724"/>
                  </a:lnTo>
                  <a:lnTo>
                    <a:pt x="290" y="9382"/>
                  </a:lnTo>
                  <a:lnTo>
                    <a:pt x="369" y="9039"/>
                  </a:lnTo>
                  <a:lnTo>
                    <a:pt x="474" y="8697"/>
                  </a:lnTo>
                  <a:lnTo>
                    <a:pt x="632" y="8381"/>
                  </a:lnTo>
                  <a:lnTo>
                    <a:pt x="817" y="8091"/>
                  </a:lnTo>
                  <a:lnTo>
                    <a:pt x="1028" y="7827"/>
                  </a:lnTo>
                  <a:lnTo>
                    <a:pt x="1212" y="7616"/>
                  </a:lnTo>
                  <a:lnTo>
                    <a:pt x="1423" y="7432"/>
                  </a:lnTo>
                  <a:lnTo>
                    <a:pt x="1871" y="7063"/>
                  </a:lnTo>
                  <a:lnTo>
                    <a:pt x="2345" y="6720"/>
                  </a:lnTo>
                  <a:lnTo>
                    <a:pt x="2820" y="6404"/>
                  </a:lnTo>
                  <a:lnTo>
                    <a:pt x="3399" y="6009"/>
                  </a:lnTo>
                  <a:lnTo>
                    <a:pt x="3953" y="5587"/>
                  </a:lnTo>
                  <a:lnTo>
                    <a:pt x="4243" y="5350"/>
                  </a:lnTo>
                  <a:lnTo>
                    <a:pt x="4532" y="5087"/>
                  </a:lnTo>
                  <a:lnTo>
                    <a:pt x="4796" y="4771"/>
                  </a:lnTo>
                  <a:lnTo>
                    <a:pt x="5033" y="4428"/>
                  </a:lnTo>
                  <a:lnTo>
                    <a:pt x="5244" y="4059"/>
                  </a:lnTo>
                  <a:lnTo>
                    <a:pt x="5402" y="3690"/>
                  </a:lnTo>
                  <a:lnTo>
                    <a:pt x="5455" y="3374"/>
                  </a:lnTo>
                  <a:lnTo>
                    <a:pt x="5507" y="3084"/>
                  </a:lnTo>
                  <a:lnTo>
                    <a:pt x="5586" y="2452"/>
                  </a:lnTo>
                  <a:lnTo>
                    <a:pt x="5639" y="1898"/>
                  </a:lnTo>
                  <a:lnTo>
                    <a:pt x="5692" y="1635"/>
                  </a:lnTo>
                  <a:lnTo>
                    <a:pt x="5745" y="1398"/>
                  </a:lnTo>
                  <a:lnTo>
                    <a:pt x="5824" y="1160"/>
                  </a:lnTo>
                  <a:lnTo>
                    <a:pt x="5929" y="950"/>
                  </a:lnTo>
                  <a:lnTo>
                    <a:pt x="6087" y="739"/>
                  </a:lnTo>
                  <a:lnTo>
                    <a:pt x="6245" y="554"/>
                  </a:lnTo>
                  <a:lnTo>
                    <a:pt x="6377" y="475"/>
                  </a:lnTo>
                  <a:lnTo>
                    <a:pt x="6509" y="396"/>
                  </a:lnTo>
                  <a:lnTo>
                    <a:pt x="6667" y="344"/>
                  </a:lnTo>
                  <a:lnTo>
                    <a:pt x="6799" y="317"/>
                  </a:lnTo>
                  <a:lnTo>
                    <a:pt x="7062" y="291"/>
                  </a:lnTo>
                  <a:close/>
                  <a:moveTo>
                    <a:pt x="6983" y="1"/>
                  </a:moveTo>
                  <a:lnTo>
                    <a:pt x="6799" y="27"/>
                  </a:lnTo>
                  <a:lnTo>
                    <a:pt x="6640" y="54"/>
                  </a:lnTo>
                  <a:lnTo>
                    <a:pt x="6482" y="106"/>
                  </a:lnTo>
                  <a:lnTo>
                    <a:pt x="6351" y="185"/>
                  </a:lnTo>
                  <a:lnTo>
                    <a:pt x="6219" y="265"/>
                  </a:lnTo>
                  <a:lnTo>
                    <a:pt x="6087" y="344"/>
                  </a:lnTo>
                  <a:lnTo>
                    <a:pt x="5876" y="554"/>
                  </a:lnTo>
                  <a:lnTo>
                    <a:pt x="5718" y="792"/>
                  </a:lnTo>
                  <a:lnTo>
                    <a:pt x="5586" y="1029"/>
                  </a:lnTo>
                  <a:lnTo>
                    <a:pt x="5481" y="1292"/>
                  </a:lnTo>
                  <a:lnTo>
                    <a:pt x="5428" y="1556"/>
                  </a:lnTo>
                  <a:lnTo>
                    <a:pt x="5376" y="1846"/>
                  </a:lnTo>
                  <a:lnTo>
                    <a:pt x="5323" y="2425"/>
                  </a:lnTo>
                  <a:lnTo>
                    <a:pt x="5244" y="3031"/>
                  </a:lnTo>
                  <a:lnTo>
                    <a:pt x="5191" y="3321"/>
                  </a:lnTo>
                  <a:lnTo>
                    <a:pt x="5138" y="3611"/>
                  </a:lnTo>
                  <a:lnTo>
                    <a:pt x="4980" y="3954"/>
                  </a:lnTo>
                  <a:lnTo>
                    <a:pt x="4796" y="4296"/>
                  </a:lnTo>
                  <a:lnTo>
                    <a:pt x="4585" y="4612"/>
                  </a:lnTo>
                  <a:lnTo>
                    <a:pt x="4322" y="4902"/>
                  </a:lnTo>
                  <a:lnTo>
                    <a:pt x="4058" y="5166"/>
                  </a:lnTo>
                  <a:lnTo>
                    <a:pt x="3768" y="5403"/>
                  </a:lnTo>
                  <a:lnTo>
                    <a:pt x="3241" y="5798"/>
                  </a:lnTo>
                  <a:lnTo>
                    <a:pt x="2661" y="6167"/>
                  </a:lnTo>
                  <a:lnTo>
                    <a:pt x="2187" y="6510"/>
                  </a:lnTo>
                  <a:lnTo>
                    <a:pt x="1686" y="6852"/>
                  </a:lnTo>
                  <a:lnTo>
                    <a:pt x="1238" y="7221"/>
                  </a:lnTo>
                  <a:lnTo>
                    <a:pt x="1028" y="7432"/>
                  </a:lnTo>
                  <a:lnTo>
                    <a:pt x="817" y="7643"/>
                  </a:lnTo>
                  <a:lnTo>
                    <a:pt x="580" y="7933"/>
                  </a:lnTo>
                  <a:lnTo>
                    <a:pt x="369" y="8275"/>
                  </a:lnTo>
                  <a:lnTo>
                    <a:pt x="211" y="8644"/>
                  </a:lnTo>
                  <a:lnTo>
                    <a:pt x="79" y="9039"/>
                  </a:lnTo>
                  <a:lnTo>
                    <a:pt x="0" y="9435"/>
                  </a:lnTo>
                  <a:lnTo>
                    <a:pt x="0" y="9619"/>
                  </a:lnTo>
                  <a:lnTo>
                    <a:pt x="0" y="9830"/>
                  </a:lnTo>
                  <a:lnTo>
                    <a:pt x="26" y="10014"/>
                  </a:lnTo>
                  <a:lnTo>
                    <a:pt x="53" y="10225"/>
                  </a:lnTo>
                  <a:lnTo>
                    <a:pt x="105" y="10410"/>
                  </a:lnTo>
                  <a:lnTo>
                    <a:pt x="184" y="10594"/>
                  </a:lnTo>
                  <a:lnTo>
                    <a:pt x="237" y="10673"/>
                  </a:lnTo>
                  <a:lnTo>
                    <a:pt x="711" y="10673"/>
                  </a:lnTo>
                  <a:lnTo>
                    <a:pt x="975" y="10620"/>
                  </a:lnTo>
                  <a:lnTo>
                    <a:pt x="1238" y="10568"/>
                  </a:lnTo>
                  <a:lnTo>
                    <a:pt x="1502" y="10489"/>
                  </a:lnTo>
                  <a:lnTo>
                    <a:pt x="1739" y="10410"/>
                  </a:lnTo>
                  <a:lnTo>
                    <a:pt x="1976" y="10304"/>
                  </a:lnTo>
                  <a:lnTo>
                    <a:pt x="2451" y="10041"/>
                  </a:lnTo>
                  <a:lnTo>
                    <a:pt x="2899" y="9751"/>
                  </a:lnTo>
                  <a:lnTo>
                    <a:pt x="3347" y="9435"/>
                  </a:lnTo>
                  <a:lnTo>
                    <a:pt x="4190" y="8750"/>
                  </a:lnTo>
                  <a:lnTo>
                    <a:pt x="4348" y="8618"/>
                  </a:lnTo>
                  <a:lnTo>
                    <a:pt x="4743" y="8302"/>
                  </a:lnTo>
                  <a:lnTo>
                    <a:pt x="5165" y="7985"/>
                  </a:lnTo>
                  <a:lnTo>
                    <a:pt x="5586" y="7695"/>
                  </a:lnTo>
                  <a:lnTo>
                    <a:pt x="6034" y="7458"/>
                  </a:lnTo>
                  <a:lnTo>
                    <a:pt x="6456" y="7274"/>
                  </a:lnTo>
                  <a:lnTo>
                    <a:pt x="6667" y="7221"/>
                  </a:lnTo>
                  <a:lnTo>
                    <a:pt x="6878" y="7168"/>
                  </a:lnTo>
                  <a:lnTo>
                    <a:pt x="7088" y="7142"/>
                  </a:lnTo>
                  <a:lnTo>
                    <a:pt x="7299" y="7142"/>
                  </a:lnTo>
                  <a:lnTo>
                    <a:pt x="7510" y="7168"/>
                  </a:lnTo>
                  <a:lnTo>
                    <a:pt x="7694" y="7248"/>
                  </a:lnTo>
                  <a:lnTo>
                    <a:pt x="7879" y="7327"/>
                  </a:lnTo>
                  <a:lnTo>
                    <a:pt x="8037" y="7432"/>
                  </a:lnTo>
                  <a:lnTo>
                    <a:pt x="8195" y="7564"/>
                  </a:lnTo>
                  <a:lnTo>
                    <a:pt x="8327" y="7722"/>
                  </a:lnTo>
                  <a:lnTo>
                    <a:pt x="8617" y="8064"/>
                  </a:lnTo>
                  <a:lnTo>
                    <a:pt x="8880" y="8460"/>
                  </a:lnTo>
                  <a:lnTo>
                    <a:pt x="9170" y="8881"/>
                  </a:lnTo>
                  <a:lnTo>
                    <a:pt x="9460" y="9250"/>
                  </a:lnTo>
                  <a:lnTo>
                    <a:pt x="9618" y="9435"/>
                  </a:lnTo>
                  <a:lnTo>
                    <a:pt x="9803" y="9593"/>
                  </a:lnTo>
                  <a:lnTo>
                    <a:pt x="9987" y="9724"/>
                  </a:lnTo>
                  <a:lnTo>
                    <a:pt x="10198" y="9830"/>
                  </a:lnTo>
                  <a:lnTo>
                    <a:pt x="10435" y="9935"/>
                  </a:lnTo>
                  <a:lnTo>
                    <a:pt x="10672" y="9962"/>
                  </a:lnTo>
                  <a:lnTo>
                    <a:pt x="10936" y="9988"/>
                  </a:lnTo>
                  <a:lnTo>
                    <a:pt x="11199" y="9935"/>
                  </a:lnTo>
                  <a:lnTo>
                    <a:pt x="11436" y="9856"/>
                  </a:lnTo>
                  <a:lnTo>
                    <a:pt x="11673" y="9751"/>
                  </a:lnTo>
                  <a:lnTo>
                    <a:pt x="11884" y="9593"/>
                  </a:lnTo>
                  <a:lnTo>
                    <a:pt x="12069" y="9408"/>
                  </a:lnTo>
                  <a:lnTo>
                    <a:pt x="12201" y="9197"/>
                  </a:lnTo>
                  <a:lnTo>
                    <a:pt x="12306" y="8960"/>
                  </a:lnTo>
                  <a:lnTo>
                    <a:pt x="12359" y="8697"/>
                  </a:lnTo>
                  <a:lnTo>
                    <a:pt x="12359" y="8433"/>
                  </a:lnTo>
                  <a:lnTo>
                    <a:pt x="12332" y="8170"/>
                  </a:lnTo>
                  <a:lnTo>
                    <a:pt x="12280" y="7933"/>
                  </a:lnTo>
                  <a:lnTo>
                    <a:pt x="12174" y="7695"/>
                  </a:lnTo>
                  <a:lnTo>
                    <a:pt x="12016" y="7485"/>
                  </a:lnTo>
                  <a:lnTo>
                    <a:pt x="11884" y="7327"/>
                  </a:lnTo>
                  <a:lnTo>
                    <a:pt x="11726" y="7195"/>
                  </a:lnTo>
                  <a:lnTo>
                    <a:pt x="11410" y="6958"/>
                  </a:lnTo>
                  <a:lnTo>
                    <a:pt x="11041" y="6720"/>
                  </a:lnTo>
                  <a:lnTo>
                    <a:pt x="10778" y="6457"/>
                  </a:lnTo>
                  <a:lnTo>
                    <a:pt x="10567" y="6167"/>
                  </a:lnTo>
                  <a:lnTo>
                    <a:pt x="10382" y="5825"/>
                  </a:lnTo>
                  <a:lnTo>
                    <a:pt x="10224" y="5482"/>
                  </a:lnTo>
                  <a:lnTo>
                    <a:pt x="10092" y="5139"/>
                  </a:lnTo>
                  <a:lnTo>
                    <a:pt x="10013" y="4771"/>
                  </a:lnTo>
                  <a:lnTo>
                    <a:pt x="9855" y="4033"/>
                  </a:lnTo>
                  <a:lnTo>
                    <a:pt x="9829" y="3716"/>
                  </a:lnTo>
                  <a:lnTo>
                    <a:pt x="9697" y="3005"/>
                  </a:lnTo>
                  <a:lnTo>
                    <a:pt x="9644" y="2662"/>
                  </a:lnTo>
                  <a:lnTo>
                    <a:pt x="9539" y="2320"/>
                  </a:lnTo>
                  <a:lnTo>
                    <a:pt x="9434" y="1977"/>
                  </a:lnTo>
                  <a:lnTo>
                    <a:pt x="9302" y="1635"/>
                  </a:lnTo>
                  <a:lnTo>
                    <a:pt x="9144" y="1319"/>
                  </a:lnTo>
                  <a:lnTo>
                    <a:pt x="8959" y="1029"/>
                  </a:lnTo>
                  <a:lnTo>
                    <a:pt x="8801" y="818"/>
                  </a:lnTo>
                  <a:lnTo>
                    <a:pt x="8643" y="660"/>
                  </a:lnTo>
                  <a:lnTo>
                    <a:pt x="8459" y="502"/>
                  </a:lnTo>
                  <a:lnTo>
                    <a:pt x="8248" y="344"/>
                  </a:lnTo>
                  <a:lnTo>
                    <a:pt x="8011" y="238"/>
                  </a:lnTo>
                  <a:lnTo>
                    <a:pt x="7800" y="133"/>
                  </a:lnTo>
                  <a:lnTo>
                    <a:pt x="7563" y="80"/>
                  </a:lnTo>
                  <a:lnTo>
                    <a:pt x="7326" y="27"/>
                  </a:lnTo>
                  <a:lnTo>
                    <a:pt x="7141" y="1"/>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62"/>
            <p:cNvSpPr/>
            <p:nvPr/>
          </p:nvSpPr>
          <p:spPr>
            <a:xfrm>
              <a:off x="6885150" y="2163775"/>
              <a:ext cx="242450" cy="369600"/>
            </a:xfrm>
            <a:custGeom>
              <a:rect b="b" l="l" r="r" t="t"/>
              <a:pathLst>
                <a:path extrusionOk="0" h="14784" w="9698">
                  <a:moveTo>
                    <a:pt x="5244" y="1"/>
                  </a:moveTo>
                  <a:lnTo>
                    <a:pt x="4902" y="80"/>
                  </a:lnTo>
                  <a:lnTo>
                    <a:pt x="4744" y="133"/>
                  </a:lnTo>
                  <a:lnTo>
                    <a:pt x="4585" y="212"/>
                  </a:lnTo>
                  <a:lnTo>
                    <a:pt x="4427" y="291"/>
                  </a:lnTo>
                  <a:lnTo>
                    <a:pt x="4296" y="396"/>
                  </a:lnTo>
                  <a:lnTo>
                    <a:pt x="4164" y="502"/>
                  </a:lnTo>
                  <a:lnTo>
                    <a:pt x="4032" y="633"/>
                  </a:lnTo>
                  <a:lnTo>
                    <a:pt x="3874" y="871"/>
                  </a:lnTo>
                  <a:lnTo>
                    <a:pt x="3742" y="1134"/>
                  </a:lnTo>
                  <a:lnTo>
                    <a:pt x="3531" y="1661"/>
                  </a:lnTo>
                  <a:lnTo>
                    <a:pt x="3373" y="2056"/>
                  </a:lnTo>
                  <a:lnTo>
                    <a:pt x="3294" y="2241"/>
                  </a:lnTo>
                  <a:lnTo>
                    <a:pt x="3189" y="2399"/>
                  </a:lnTo>
                  <a:lnTo>
                    <a:pt x="3083" y="2557"/>
                  </a:lnTo>
                  <a:lnTo>
                    <a:pt x="2952" y="2689"/>
                  </a:lnTo>
                  <a:lnTo>
                    <a:pt x="2820" y="2794"/>
                  </a:lnTo>
                  <a:lnTo>
                    <a:pt x="2635" y="2873"/>
                  </a:lnTo>
                  <a:lnTo>
                    <a:pt x="2477" y="2900"/>
                  </a:lnTo>
                  <a:lnTo>
                    <a:pt x="2293" y="2900"/>
                  </a:lnTo>
                  <a:lnTo>
                    <a:pt x="1898" y="2873"/>
                  </a:lnTo>
                  <a:lnTo>
                    <a:pt x="1529" y="2820"/>
                  </a:lnTo>
                  <a:lnTo>
                    <a:pt x="1344" y="2820"/>
                  </a:lnTo>
                  <a:lnTo>
                    <a:pt x="1133" y="2847"/>
                  </a:lnTo>
                  <a:lnTo>
                    <a:pt x="975" y="2900"/>
                  </a:lnTo>
                  <a:lnTo>
                    <a:pt x="817" y="2979"/>
                  </a:lnTo>
                  <a:lnTo>
                    <a:pt x="686" y="3058"/>
                  </a:lnTo>
                  <a:lnTo>
                    <a:pt x="554" y="3163"/>
                  </a:lnTo>
                  <a:lnTo>
                    <a:pt x="422" y="3295"/>
                  </a:lnTo>
                  <a:lnTo>
                    <a:pt x="343" y="3453"/>
                  </a:lnTo>
                  <a:lnTo>
                    <a:pt x="238" y="3585"/>
                  </a:lnTo>
                  <a:lnTo>
                    <a:pt x="185" y="3769"/>
                  </a:lnTo>
                  <a:lnTo>
                    <a:pt x="53" y="4112"/>
                  </a:lnTo>
                  <a:lnTo>
                    <a:pt x="0" y="4507"/>
                  </a:lnTo>
                  <a:lnTo>
                    <a:pt x="0" y="4902"/>
                  </a:lnTo>
                  <a:lnTo>
                    <a:pt x="53" y="5297"/>
                  </a:lnTo>
                  <a:lnTo>
                    <a:pt x="132" y="5640"/>
                  </a:lnTo>
                  <a:lnTo>
                    <a:pt x="238" y="5983"/>
                  </a:lnTo>
                  <a:lnTo>
                    <a:pt x="343" y="6299"/>
                  </a:lnTo>
                  <a:lnTo>
                    <a:pt x="475" y="6615"/>
                  </a:lnTo>
                  <a:lnTo>
                    <a:pt x="633" y="6931"/>
                  </a:lnTo>
                  <a:lnTo>
                    <a:pt x="817" y="7221"/>
                  </a:lnTo>
                  <a:lnTo>
                    <a:pt x="1002" y="7511"/>
                  </a:lnTo>
                  <a:lnTo>
                    <a:pt x="1213" y="7774"/>
                  </a:lnTo>
                  <a:lnTo>
                    <a:pt x="1529" y="8170"/>
                  </a:lnTo>
                  <a:lnTo>
                    <a:pt x="1898" y="8539"/>
                  </a:lnTo>
                  <a:lnTo>
                    <a:pt x="2214" y="8908"/>
                  </a:lnTo>
                  <a:lnTo>
                    <a:pt x="2530" y="9276"/>
                  </a:lnTo>
                  <a:lnTo>
                    <a:pt x="2820" y="9645"/>
                  </a:lnTo>
                  <a:lnTo>
                    <a:pt x="2925" y="9856"/>
                  </a:lnTo>
                  <a:lnTo>
                    <a:pt x="3031" y="10067"/>
                  </a:lnTo>
                  <a:lnTo>
                    <a:pt x="3189" y="10462"/>
                  </a:lnTo>
                  <a:lnTo>
                    <a:pt x="3294" y="10858"/>
                  </a:lnTo>
                  <a:lnTo>
                    <a:pt x="3347" y="11279"/>
                  </a:lnTo>
                  <a:lnTo>
                    <a:pt x="3400" y="11727"/>
                  </a:lnTo>
                  <a:lnTo>
                    <a:pt x="3531" y="12465"/>
                  </a:lnTo>
                  <a:lnTo>
                    <a:pt x="3584" y="12728"/>
                  </a:lnTo>
                  <a:lnTo>
                    <a:pt x="3663" y="13018"/>
                  </a:lnTo>
                  <a:lnTo>
                    <a:pt x="3769" y="13308"/>
                  </a:lnTo>
                  <a:lnTo>
                    <a:pt x="3900" y="13624"/>
                  </a:lnTo>
                  <a:lnTo>
                    <a:pt x="4085" y="13914"/>
                  </a:lnTo>
                  <a:lnTo>
                    <a:pt x="4296" y="14178"/>
                  </a:lnTo>
                  <a:lnTo>
                    <a:pt x="4427" y="14310"/>
                  </a:lnTo>
                  <a:lnTo>
                    <a:pt x="4585" y="14415"/>
                  </a:lnTo>
                  <a:lnTo>
                    <a:pt x="4717" y="14520"/>
                  </a:lnTo>
                  <a:lnTo>
                    <a:pt x="4902" y="14599"/>
                  </a:lnTo>
                  <a:lnTo>
                    <a:pt x="5165" y="14678"/>
                  </a:lnTo>
                  <a:lnTo>
                    <a:pt x="5429" y="14731"/>
                  </a:lnTo>
                  <a:lnTo>
                    <a:pt x="5692" y="14757"/>
                  </a:lnTo>
                  <a:lnTo>
                    <a:pt x="5956" y="14784"/>
                  </a:lnTo>
                  <a:lnTo>
                    <a:pt x="6167" y="14784"/>
                  </a:lnTo>
                  <a:lnTo>
                    <a:pt x="7062" y="14731"/>
                  </a:lnTo>
                  <a:lnTo>
                    <a:pt x="7932" y="14626"/>
                  </a:lnTo>
                  <a:lnTo>
                    <a:pt x="8828" y="14494"/>
                  </a:lnTo>
                  <a:lnTo>
                    <a:pt x="9698" y="14310"/>
                  </a:lnTo>
                  <a:lnTo>
                    <a:pt x="9645" y="14046"/>
                  </a:lnTo>
                  <a:lnTo>
                    <a:pt x="8775" y="14230"/>
                  </a:lnTo>
                  <a:lnTo>
                    <a:pt x="7906" y="14362"/>
                  </a:lnTo>
                  <a:lnTo>
                    <a:pt x="7036" y="14468"/>
                  </a:lnTo>
                  <a:lnTo>
                    <a:pt x="6140" y="14494"/>
                  </a:lnTo>
                  <a:lnTo>
                    <a:pt x="5560" y="14494"/>
                  </a:lnTo>
                  <a:lnTo>
                    <a:pt x="5271" y="14441"/>
                  </a:lnTo>
                  <a:lnTo>
                    <a:pt x="5007" y="14362"/>
                  </a:lnTo>
                  <a:lnTo>
                    <a:pt x="4849" y="14283"/>
                  </a:lnTo>
                  <a:lnTo>
                    <a:pt x="4717" y="14178"/>
                  </a:lnTo>
                  <a:lnTo>
                    <a:pt x="4480" y="13993"/>
                  </a:lnTo>
                  <a:lnTo>
                    <a:pt x="4296" y="13730"/>
                  </a:lnTo>
                  <a:lnTo>
                    <a:pt x="4137" y="13466"/>
                  </a:lnTo>
                  <a:lnTo>
                    <a:pt x="4006" y="13203"/>
                  </a:lnTo>
                  <a:lnTo>
                    <a:pt x="3900" y="12913"/>
                  </a:lnTo>
                  <a:lnTo>
                    <a:pt x="3848" y="12649"/>
                  </a:lnTo>
                  <a:lnTo>
                    <a:pt x="3795" y="12439"/>
                  </a:lnTo>
                  <a:lnTo>
                    <a:pt x="3690" y="11674"/>
                  </a:lnTo>
                  <a:lnTo>
                    <a:pt x="3637" y="11253"/>
                  </a:lnTo>
                  <a:lnTo>
                    <a:pt x="3558" y="10805"/>
                  </a:lnTo>
                  <a:lnTo>
                    <a:pt x="3452" y="10383"/>
                  </a:lnTo>
                  <a:lnTo>
                    <a:pt x="3294" y="9962"/>
                  </a:lnTo>
                  <a:lnTo>
                    <a:pt x="3162" y="9724"/>
                  </a:lnTo>
                  <a:lnTo>
                    <a:pt x="3057" y="9514"/>
                  </a:lnTo>
                  <a:lnTo>
                    <a:pt x="2741" y="9092"/>
                  </a:lnTo>
                  <a:lnTo>
                    <a:pt x="2425" y="8723"/>
                  </a:lnTo>
                  <a:lnTo>
                    <a:pt x="2082" y="8354"/>
                  </a:lnTo>
                  <a:lnTo>
                    <a:pt x="1740" y="7985"/>
                  </a:lnTo>
                  <a:lnTo>
                    <a:pt x="1423" y="7616"/>
                  </a:lnTo>
                  <a:lnTo>
                    <a:pt x="1213" y="7353"/>
                  </a:lnTo>
                  <a:lnTo>
                    <a:pt x="1054" y="7063"/>
                  </a:lnTo>
                  <a:lnTo>
                    <a:pt x="870" y="6799"/>
                  </a:lnTo>
                  <a:lnTo>
                    <a:pt x="738" y="6483"/>
                  </a:lnTo>
                  <a:lnTo>
                    <a:pt x="606" y="6193"/>
                  </a:lnTo>
                  <a:lnTo>
                    <a:pt x="501" y="5877"/>
                  </a:lnTo>
                  <a:lnTo>
                    <a:pt x="396" y="5587"/>
                  </a:lnTo>
                  <a:lnTo>
                    <a:pt x="343" y="5245"/>
                  </a:lnTo>
                  <a:lnTo>
                    <a:pt x="290" y="4955"/>
                  </a:lnTo>
                  <a:lnTo>
                    <a:pt x="290" y="4612"/>
                  </a:lnTo>
                  <a:lnTo>
                    <a:pt x="317" y="4296"/>
                  </a:lnTo>
                  <a:lnTo>
                    <a:pt x="396" y="3954"/>
                  </a:lnTo>
                  <a:lnTo>
                    <a:pt x="501" y="3664"/>
                  </a:lnTo>
                  <a:lnTo>
                    <a:pt x="580" y="3532"/>
                  </a:lnTo>
                  <a:lnTo>
                    <a:pt x="686" y="3427"/>
                  </a:lnTo>
                  <a:lnTo>
                    <a:pt x="791" y="3321"/>
                  </a:lnTo>
                  <a:lnTo>
                    <a:pt x="896" y="3242"/>
                  </a:lnTo>
                  <a:lnTo>
                    <a:pt x="1054" y="3163"/>
                  </a:lnTo>
                  <a:lnTo>
                    <a:pt x="1186" y="3110"/>
                  </a:lnTo>
                  <a:lnTo>
                    <a:pt x="1529" y="3110"/>
                  </a:lnTo>
                  <a:lnTo>
                    <a:pt x="1871" y="3137"/>
                  </a:lnTo>
                  <a:lnTo>
                    <a:pt x="2293" y="3189"/>
                  </a:lnTo>
                  <a:lnTo>
                    <a:pt x="2504" y="3163"/>
                  </a:lnTo>
                  <a:lnTo>
                    <a:pt x="2715" y="3137"/>
                  </a:lnTo>
                  <a:lnTo>
                    <a:pt x="2925" y="3031"/>
                  </a:lnTo>
                  <a:lnTo>
                    <a:pt x="3110" y="2926"/>
                  </a:lnTo>
                  <a:lnTo>
                    <a:pt x="3268" y="2768"/>
                  </a:lnTo>
                  <a:lnTo>
                    <a:pt x="3400" y="2583"/>
                  </a:lnTo>
                  <a:lnTo>
                    <a:pt x="3505" y="2399"/>
                  </a:lnTo>
                  <a:lnTo>
                    <a:pt x="3610" y="2188"/>
                  </a:lnTo>
                  <a:lnTo>
                    <a:pt x="3769" y="1766"/>
                  </a:lnTo>
                  <a:lnTo>
                    <a:pt x="3979" y="1266"/>
                  </a:lnTo>
                  <a:lnTo>
                    <a:pt x="4111" y="1029"/>
                  </a:lnTo>
                  <a:lnTo>
                    <a:pt x="4243" y="818"/>
                  </a:lnTo>
                  <a:lnTo>
                    <a:pt x="4375" y="686"/>
                  </a:lnTo>
                  <a:lnTo>
                    <a:pt x="4480" y="581"/>
                  </a:lnTo>
                  <a:lnTo>
                    <a:pt x="4612" y="502"/>
                  </a:lnTo>
                  <a:lnTo>
                    <a:pt x="4744" y="423"/>
                  </a:lnTo>
                  <a:lnTo>
                    <a:pt x="5060" y="317"/>
                  </a:lnTo>
                  <a:lnTo>
                    <a:pt x="5350" y="264"/>
                  </a:lnTo>
                  <a:lnTo>
                    <a:pt x="5666" y="291"/>
                  </a:lnTo>
                  <a:lnTo>
                    <a:pt x="5982" y="343"/>
                  </a:lnTo>
                  <a:lnTo>
                    <a:pt x="6272" y="423"/>
                  </a:lnTo>
                  <a:lnTo>
                    <a:pt x="6562" y="554"/>
                  </a:lnTo>
                  <a:lnTo>
                    <a:pt x="6773" y="739"/>
                  </a:lnTo>
                  <a:lnTo>
                    <a:pt x="7010" y="950"/>
                  </a:lnTo>
                  <a:lnTo>
                    <a:pt x="7194" y="1187"/>
                  </a:lnTo>
                  <a:lnTo>
                    <a:pt x="7379" y="1450"/>
                  </a:lnTo>
                  <a:lnTo>
                    <a:pt x="7537" y="1740"/>
                  </a:lnTo>
                  <a:lnTo>
                    <a:pt x="7669" y="2056"/>
                  </a:lnTo>
                  <a:lnTo>
                    <a:pt x="7774" y="2373"/>
                  </a:lnTo>
                  <a:lnTo>
                    <a:pt x="7853" y="2741"/>
                  </a:lnTo>
                  <a:lnTo>
                    <a:pt x="8116" y="2689"/>
                  </a:lnTo>
                  <a:lnTo>
                    <a:pt x="8037" y="2293"/>
                  </a:lnTo>
                  <a:lnTo>
                    <a:pt x="7932" y="1951"/>
                  </a:lnTo>
                  <a:lnTo>
                    <a:pt x="7774" y="1608"/>
                  </a:lnTo>
                  <a:lnTo>
                    <a:pt x="7616" y="1292"/>
                  </a:lnTo>
                  <a:lnTo>
                    <a:pt x="7405" y="1002"/>
                  </a:lnTo>
                  <a:lnTo>
                    <a:pt x="7194" y="739"/>
                  </a:lnTo>
                  <a:lnTo>
                    <a:pt x="6957" y="528"/>
                  </a:lnTo>
                  <a:lnTo>
                    <a:pt x="6694" y="343"/>
                  </a:lnTo>
                  <a:lnTo>
                    <a:pt x="6535" y="238"/>
                  </a:lnTo>
                  <a:lnTo>
                    <a:pt x="6351" y="159"/>
                  </a:lnTo>
                  <a:lnTo>
                    <a:pt x="6167" y="106"/>
                  </a:lnTo>
                  <a:lnTo>
                    <a:pt x="5982" y="54"/>
                  </a:lnTo>
                  <a:lnTo>
                    <a:pt x="5613" y="1"/>
                  </a:lnTo>
                  <a:close/>
                </a:path>
              </a:pathLst>
            </a:custGeom>
            <a:solidFill>
              <a:srgbClr val="1223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84" name="Google Shape;3584;p62"/>
          <p:cNvSpPr txBox="1"/>
          <p:nvPr/>
        </p:nvSpPr>
        <p:spPr>
          <a:xfrm>
            <a:off x="847125" y="3836025"/>
            <a:ext cx="1181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A245"/>
                </a:solidFill>
                <a:latin typeface="Abel"/>
                <a:ea typeface="Abel"/>
                <a:cs typeface="Abel"/>
                <a:sym typeface="Abel"/>
              </a:rPr>
              <a:t>UX designer</a:t>
            </a:r>
            <a:endParaRPr sz="1200">
              <a:solidFill>
                <a:srgbClr val="FFA245"/>
              </a:solidFill>
              <a:latin typeface="Abel"/>
              <a:ea typeface="Abel"/>
              <a:cs typeface="Abel"/>
              <a:sym typeface="Abel"/>
            </a:endParaRPr>
          </a:p>
        </p:txBody>
      </p:sp>
      <p:grpSp>
        <p:nvGrpSpPr>
          <p:cNvPr id="3585" name="Google Shape;3585;p62"/>
          <p:cNvGrpSpPr/>
          <p:nvPr/>
        </p:nvGrpSpPr>
        <p:grpSpPr>
          <a:xfrm>
            <a:off x="2544100" y="830525"/>
            <a:ext cx="2020500" cy="2736945"/>
            <a:chOff x="2391700" y="1041125"/>
            <a:chExt cx="2020500" cy="2736945"/>
          </a:xfrm>
        </p:grpSpPr>
        <p:grpSp>
          <p:nvGrpSpPr>
            <p:cNvPr id="3586" name="Google Shape;3586;p62"/>
            <p:cNvGrpSpPr/>
            <p:nvPr/>
          </p:nvGrpSpPr>
          <p:grpSpPr>
            <a:xfrm>
              <a:off x="3307900" y="3497366"/>
              <a:ext cx="201692" cy="280704"/>
              <a:chOff x="5388757" y="2414659"/>
              <a:chExt cx="260349" cy="362292"/>
            </a:xfrm>
          </p:grpSpPr>
          <p:sp>
            <p:nvSpPr>
              <p:cNvPr id="3587" name="Google Shape;3587;p62"/>
              <p:cNvSpPr/>
              <p:nvPr/>
            </p:nvSpPr>
            <p:spPr>
              <a:xfrm>
                <a:off x="5388757" y="2414659"/>
                <a:ext cx="260349" cy="362292"/>
              </a:xfrm>
              <a:custGeom>
                <a:rect b="b" l="l" r="r" t="t"/>
                <a:pathLst>
                  <a:path extrusionOk="0" h="11383" w="8180">
                    <a:moveTo>
                      <a:pt x="4096" y="322"/>
                    </a:moveTo>
                    <a:cubicBezTo>
                      <a:pt x="4286" y="322"/>
                      <a:pt x="4465" y="429"/>
                      <a:pt x="4572" y="596"/>
                    </a:cubicBezTo>
                    <a:cubicBezTo>
                      <a:pt x="4608" y="643"/>
                      <a:pt x="4655" y="679"/>
                      <a:pt x="4727" y="679"/>
                    </a:cubicBezTo>
                    <a:lnTo>
                      <a:pt x="5358" y="679"/>
                    </a:lnTo>
                    <a:cubicBezTo>
                      <a:pt x="5465" y="679"/>
                      <a:pt x="5548" y="774"/>
                      <a:pt x="5548" y="881"/>
                    </a:cubicBezTo>
                    <a:lnTo>
                      <a:pt x="5548" y="1429"/>
                    </a:lnTo>
                    <a:lnTo>
                      <a:pt x="2679" y="1429"/>
                    </a:lnTo>
                    <a:lnTo>
                      <a:pt x="2679" y="881"/>
                    </a:lnTo>
                    <a:lnTo>
                      <a:pt x="2643" y="881"/>
                    </a:lnTo>
                    <a:cubicBezTo>
                      <a:pt x="2643" y="774"/>
                      <a:pt x="2727" y="679"/>
                      <a:pt x="2834" y="679"/>
                    </a:cubicBezTo>
                    <a:lnTo>
                      <a:pt x="3465" y="679"/>
                    </a:lnTo>
                    <a:cubicBezTo>
                      <a:pt x="3536" y="679"/>
                      <a:pt x="3584" y="655"/>
                      <a:pt x="3620" y="596"/>
                    </a:cubicBezTo>
                    <a:cubicBezTo>
                      <a:pt x="3727" y="417"/>
                      <a:pt x="3905" y="322"/>
                      <a:pt x="4096" y="322"/>
                    </a:cubicBezTo>
                    <a:close/>
                    <a:moveTo>
                      <a:pt x="7477" y="1036"/>
                    </a:moveTo>
                    <a:cubicBezTo>
                      <a:pt x="7680" y="1036"/>
                      <a:pt x="7846" y="1203"/>
                      <a:pt x="7846" y="1417"/>
                    </a:cubicBezTo>
                    <a:lnTo>
                      <a:pt x="7846" y="10680"/>
                    </a:lnTo>
                    <a:lnTo>
                      <a:pt x="7834" y="10680"/>
                    </a:lnTo>
                    <a:cubicBezTo>
                      <a:pt x="7834" y="10895"/>
                      <a:pt x="7668" y="11061"/>
                      <a:pt x="7465" y="11061"/>
                    </a:cubicBezTo>
                    <a:lnTo>
                      <a:pt x="691" y="11061"/>
                    </a:lnTo>
                    <a:cubicBezTo>
                      <a:pt x="476" y="11061"/>
                      <a:pt x="322" y="10895"/>
                      <a:pt x="322" y="10680"/>
                    </a:cubicBezTo>
                    <a:lnTo>
                      <a:pt x="322" y="1417"/>
                    </a:lnTo>
                    <a:cubicBezTo>
                      <a:pt x="322" y="1203"/>
                      <a:pt x="476" y="1036"/>
                      <a:pt x="691" y="1036"/>
                    </a:cubicBezTo>
                    <a:lnTo>
                      <a:pt x="2310" y="1036"/>
                    </a:lnTo>
                    <a:lnTo>
                      <a:pt x="2310" y="1596"/>
                    </a:lnTo>
                    <a:cubicBezTo>
                      <a:pt x="2310" y="1679"/>
                      <a:pt x="2381" y="1751"/>
                      <a:pt x="2477" y="1751"/>
                    </a:cubicBezTo>
                    <a:lnTo>
                      <a:pt x="5691" y="1751"/>
                    </a:lnTo>
                    <a:cubicBezTo>
                      <a:pt x="5775" y="1751"/>
                      <a:pt x="5846" y="1679"/>
                      <a:pt x="5846" y="1596"/>
                    </a:cubicBezTo>
                    <a:lnTo>
                      <a:pt x="5846" y="1036"/>
                    </a:lnTo>
                    <a:close/>
                    <a:moveTo>
                      <a:pt x="4084" y="0"/>
                    </a:moveTo>
                    <a:cubicBezTo>
                      <a:pt x="3798" y="0"/>
                      <a:pt x="3548" y="131"/>
                      <a:pt x="3381" y="358"/>
                    </a:cubicBezTo>
                    <a:lnTo>
                      <a:pt x="2834" y="358"/>
                    </a:lnTo>
                    <a:cubicBezTo>
                      <a:pt x="2608" y="358"/>
                      <a:pt x="2393" y="500"/>
                      <a:pt x="2346" y="715"/>
                    </a:cubicBezTo>
                    <a:lnTo>
                      <a:pt x="703" y="715"/>
                    </a:lnTo>
                    <a:cubicBezTo>
                      <a:pt x="322" y="715"/>
                      <a:pt x="0" y="1024"/>
                      <a:pt x="0" y="1417"/>
                    </a:cubicBezTo>
                    <a:lnTo>
                      <a:pt x="0" y="10680"/>
                    </a:lnTo>
                    <a:cubicBezTo>
                      <a:pt x="0" y="11073"/>
                      <a:pt x="310" y="11383"/>
                      <a:pt x="703" y="11383"/>
                    </a:cubicBezTo>
                    <a:lnTo>
                      <a:pt x="7477" y="11383"/>
                    </a:lnTo>
                    <a:cubicBezTo>
                      <a:pt x="7858" y="11383"/>
                      <a:pt x="8180" y="11073"/>
                      <a:pt x="8180" y="10680"/>
                    </a:cubicBezTo>
                    <a:lnTo>
                      <a:pt x="8180" y="1417"/>
                    </a:lnTo>
                    <a:cubicBezTo>
                      <a:pt x="8156" y="1024"/>
                      <a:pt x="7846" y="715"/>
                      <a:pt x="7465" y="715"/>
                    </a:cubicBezTo>
                    <a:lnTo>
                      <a:pt x="5822" y="715"/>
                    </a:lnTo>
                    <a:cubicBezTo>
                      <a:pt x="5751" y="500"/>
                      <a:pt x="5560" y="358"/>
                      <a:pt x="5334" y="358"/>
                    </a:cubicBezTo>
                    <a:lnTo>
                      <a:pt x="4786" y="358"/>
                    </a:lnTo>
                    <a:cubicBezTo>
                      <a:pt x="4620" y="131"/>
                      <a:pt x="4346" y="0"/>
                      <a:pt x="408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62"/>
              <p:cNvSpPr/>
              <p:nvPr/>
            </p:nvSpPr>
            <p:spPr>
              <a:xfrm>
                <a:off x="5513425" y="2437384"/>
                <a:ext cx="10248" cy="10280"/>
              </a:xfrm>
              <a:custGeom>
                <a:rect b="b" l="l" r="r" t="t"/>
                <a:pathLst>
                  <a:path extrusionOk="0" h="323" w="322">
                    <a:moveTo>
                      <a:pt x="167" y="1"/>
                    </a:moveTo>
                    <a:cubicBezTo>
                      <a:pt x="72" y="1"/>
                      <a:pt x="0" y="72"/>
                      <a:pt x="0" y="167"/>
                    </a:cubicBezTo>
                    <a:cubicBezTo>
                      <a:pt x="0" y="251"/>
                      <a:pt x="72" y="322"/>
                      <a:pt x="167" y="322"/>
                    </a:cubicBezTo>
                    <a:cubicBezTo>
                      <a:pt x="250" y="322"/>
                      <a:pt x="322" y="251"/>
                      <a:pt x="322" y="167"/>
                    </a:cubicBezTo>
                    <a:cubicBezTo>
                      <a:pt x="322" y="72"/>
                      <a:pt x="250" y="1"/>
                      <a:pt x="167"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2"/>
              <p:cNvSpPr/>
              <p:nvPr/>
            </p:nvSpPr>
            <p:spPr>
              <a:xfrm>
                <a:off x="5411100" y="2460140"/>
                <a:ext cx="214517" cy="283106"/>
              </a:xfrm>
              <a:custGeom>
                <a:rect b="b" l="l" r="r" t="t"/>
                <a:pathLst>
                  <a:path extrusionOk="0" h="8895" w="6740">
                    <a:moveTo>
                      <a:pt x="5692" y="0"/>
                    </a:moveTo>
                    <a:cubicBezTo>
                      <a:pt x="5596" y="0"/>
                      <a:pt x="5525" y="72"/>
                      <a:pt x="5525" y="167"/>
                    </a:cubicBezTo>
                    <a:cubicBezTo>
                      <a:pt x="5525" y="250"/>
                      <a:pt x="5596" y="322"/>
                      <a:pt x="5692" y="322"/>
                    </a:cubicBezTo>
                    <a:lnTo>
                      <a:pt x="6418" y="322"/>
                    </a:lnTo>
                    <a:lnTo>
                      <a:pt x="6418" y="8561"/>
                    </a:lnTo>
                    <a:lnTo>
                      <a:pt x="334" y="8561"/>
                    </a:lnTo>
                    <a:lnTo>
                      <a:pt x="334" y="345"/>
                    </a:lnTo>
                    <a:lnTo>
                      <a:pt x="1060" y="345"/>
                    </a:lnTo>
                    <a:cubicBezTo>
                      <a:pt x="1144" y="345"/>
                      <a:pt x="1227" y="262"/>
                      <a:pt x="1227" y="179"/>
                    </a:cubicBezTo>
                    <a:cubicBezTo>
                      <a:pt x="1227" y="83"/>
                      <a:pt x="1144" y="12"/>
                      <a:pt x="1060" y="12"/>
                    </a:cubicBezTo>
                    <a:lnTo>
                      <a:pt x="167" y="12"/>
                    </a:lnTo>
                    <a:cubicBezTo>
                      <a:pt x="72" y="12"/>
                      <a:pt x="1" y="83"/>
                      <a:pt x="1" y="179"/>
                    </a:cubicBezTo>
                    <a:lnTo>
                      <a:pt x="1" y="8739"/>
                    </a:lnTo>
                    <a:cubicBezTo>
                      <a:pt x="1" y="8823"/>
                      <a:pt x="72" y="8894"/>
                      <a:pt x="167" y="8894"/>
                    </a:cubicBezTo>
                    <a:lnTo>
                      <a:pt x="6585" y="8894"/>
                    </a:lnTo>
                    <a:cubicBezTo>
                      <a:pt x="6668" y="8894"/>
                      <a:pt x="6739" y="8823"/>
                      <a:pt x="6739" y="8739"/>
                    </a:cubicBezTo>
                    <a:lnTo>
                      <a:pt x="6739" y="179"/>
                    </a:lnTo>
                    <a:cubicBezTo>
                      <a:pt x="6739" y="72"/>
                      <a:pt x="6668"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62"/>
              <p:cNvSpPr/>
              <p:nvPr/>
            </p:nvSpPr>
            <p:spPr>
              <a:xfrm>
                <a:off x="5439904" y="2488562"/>
                <a:ext cx="78837" cy="106495"/>
              </a:xfrm>
              <a:custGeom>
                <a:rect b="b" l="l" r="r" t="t"/>
                <a:pathLst>
                  <a:path extrusionOk="0" h="3346" w="2477">
                    <a:moveTo>
                      <a:pt x="1405" y="322"/>
                    </a:moveTo>
                    <a:cubicBezTo>
                      <a:pt x="1608" y="322"/>
                      <a:pt x="1774" y="488"/>
                      <a:pt x="1774" y="703"/>
                    </a:cubicBezTo>
                    <a:lnTo>
                      <a:pt x="1774" y="1060"/>
                    </a:lnTo>
                    <a:cubicBezTo>
                      <a:pt x="1774" y="1357"/>
                      <a:pt x="1536" y="1607"/>
                      <a:pt x="1227" y="1607"/>
                    </a:cubicBezTo>
                    <a:cubicBezTo>
                      <a:pt x="929" y="1607"/>
                      <a:pt x="679" y="1357"/>
                      <a:pt x="679" y="1060"/>
                    </a:cubicBezTo>
                    <a:lnTo>
                      <a:pt x="679" y="703"/>
                    </a:lnTo>
                    <a:cubicBezTo>
                      <a:pt x="679" y="488"/>
                      <a:pt x="834" y="322"/>
                      <a:pt x="1048" y="322"/>
                    </a:cubicBezTo>
                    <a:close/>
                    <a:moveTo>
                      <a:pt x="1417" y="1905"/>
                    </a:moveTo>
                    <a:lnTo>
                      <a:pt x="1417" y="2012"/>
                    </a:lnTo>
                    <a:cubicBezTo>
                      <a:pt x="1417" y="2084"/>
                      <a:pt x="1429" y="2143"/>
                      <a:pt x="1465" y="2191"/>
                    </a:cubicBezTo>
                    <a:lnTo>
                      <a:pt x="1239" y="2405"/>
                    </a:lnTo>
                    <a:lnTo>
                      <a:pt x="1215" y="2405"/>
                    </a:lnTo>
                    <a:lnTo>
                      <a:pt x="989" y="2191"/>
                    </a:lnTo>
                    <a:cubicBezTo>
                      <a:pt x="1012" y="2143"/>
                      <a:pt x="1036" y="2084"/>
                      <a:pt x="1036" y="2012"/>
                    </a:cubicBezTo>
                    <a:lnTo>
                      <a:pt x="1036" y="1905"/>
                    </a:lnTo>
                    <a:cubicBezTo>
                      <a:pt x="1096" y="1917"/>
                      <a:pt x="1155" y="1917"/>
                      <a:pt x="1227" y="1917"/>
                    </a:cubicBezTo>
                    <a:cubicBezTo>
                      <a:pt x="1286" y="1917"/>
                      <a:pt x="1358" y="1917"/>
                      <a:pt x="1417" y="1905"/>
                    </a:cubicBezTo>
                    <a:close/>
                    <a:moveTo>
                      <a:pt x="1703" y="2393"/>
                    </a:moveTo>
                    <a:lnTo>
                      <a:pt x="1989" y="2548"/>
                    </a:lnTo>
                    <a:cubicBezTo>
                      <a:pt x="2048" y="2572"/>
                      <a:pt x="2084" y="2643"/>
                      <a:pt x="2084" y="2703"/>
                    </a:cubicBezTo>
                    <a:lnTo>
                      <a:pt x="2084" y="3024"/>
                    </a:lnTo>
                    <a:lnTo>
                      <a:pt x="2120" y="3024"/>
                    </a:lnTo>
                    <a:lnTo>
                      <a:pt x="322" y="3036"/>
                    </a:lnTo>
                    <a:cubicBezTo>
                      <a:pt x="322" y="3036"/>
                      <a:pt x="298" y="3036"/>
                      <a:pt x="298" y="3024"/>
                    </a:cubicBezTo>
                    <a:lnTo>
                      <a:pt x="298" y="2703"/>
                    </a:lnTo>
                    <a:cubicBezTo>
                      <a:pt x="298" y="2631"/>
                      <a:pt x="346" y="2572"/>
                      <a:pt x="405" y="2548"/>
                    </a:cubicBezTo>
                    <a:lnTo>
                      <a:pt x="691" y="2393"/>
                    </a:lnTo>
                    <a:lnTo>
                      <a:pt x="953" y="2667"/>
                    </a:lnTo>
                    <a:cubicBezTo>
                      <a:pt x="1012" y="2715"/>
                      <a:pt x="1108" y="2762"/>
                      <a:pt x="1191" y="2762"/>
                    </a:cubicBezTo>
                    <a:cubicBezTo>
                      <a:pt x="1286" y="2762"/>
                      <a:pt x="1370" y="2738"/>
                      <a:pt x="1429" y="2667"/>
                    </a:cubicBezTo>
                    <a:lnTo>
                      <a:pt x="1703" y="2393"/>
                    </a:lnTo>
                    <a:close/>
                    <a:moveTo>
                      <a:pt x="1048" y="0"/>
                    </a:moveTo>
                    <a:cubicBezTo>
                      <a:pt x="655" y="0"/>
                      <a:pt x="346" y="310"/>
                      <a:pt x="346" y="703"/>
                    </a:cubicBezTo>
                    <a:lnTo>
                      <a:pt x="346" y="1060"/>
                    </a:lnTo>
                    <a:cubicBezTo>
                      <a:pt x="346" y="1334"/>
                      <a:pt x="477" y="1607"/>
                      <a:pt x="703" y="1750"/>
                    </a:cubicBezTo>
                    <a:lnTo>
                      <a:pt x="703" y="2012"/>
                    </a:lnTo>
                    <a:lnTo>
                      <a:pt x="703" y="2024"/>
                    </a:lnTo>
                    <a:lnTo>
                      <a:pt x="286" y="2227"/>
                    </a:lnTo>
                    <a:cubicBezTo>
                      <a:pt x="108" y="2322"/>
                      <a:pt x="0" y="2500"/>
                      <a:pt x="0" y="2691"/>
                    </a:cubicBezTo>
                    <a:lnTo>
                      <a:pt x="0" y="3000"/>
                    </a:lnTo>
                    <a:cubicBezTo>
                      <a:pt x="0" y="3203"/>
                      <a:pt x="155" y="3346"/>
                      <a:pt x="346" y="3346"/>
                    </a:cubicBezTo>
                    <a:lnTo>
                      <a:pt x="2132" y="3346"/>
                    </a:lnTo>
                    <a:cubicBezTo>
                      <a:pt x="2322" y="3346"/>
                      <a:pt x="2477" y="3203"/>
                      <a:pt x="2477" y="3000"/>
                    </a:cubicBezTo>
                    <a:lnTo>
                      <a:pt x="2477" y="2691"/>
                    </a:lnTo>
                    <a:cubicBezTo>
                      <a:pt x="2465" y="2500"/>
                      <a:pt x="2334" y="2322"/>
                      <a:pt x="2167" y="2227"/>
                    </a:cubicBezTo>
                    <a:lnTo>
                      <a:pt x="1751" y="2024"/>
                    </a:lnTo>
                    <a:lnTo>
                      <a:pt x="1751" y="2012"/>
                    </a:lnTo>
                    <a:lnTo>
                      <a:pt x="1751" y="1750"/>
                    </a:lnTo>
                    <a:cubicBezTo>
                      <a:pt x="1965" y="1595"/>
                      <a:pt x="2108" y="1334"/>
                      <a:pt x="2108" y="1060"/>
                    </a:cubicBezTo>
                    <a:lnTo>
                      <a:pt x="2108" y="703"/>
                    </a:lnTo>
                    <a:cubicBezTo>
                      <a:pt x="2108" y="310"/>
                      <a:pt x="1786" y="0"/>
                      <a:pt x="140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62"/>
              <p:cNvSpPr/>
              <p:nvPr/>
            </p:nvSpPr>
            <p:spPr>
              <a:xfrm>
                <a:off x="5530103" y="2494228"/>
                <a:ext cx="67856" cy="33005"/>
              </a:xfrm>
              <a:custGeom>
                <a:rect b="b" l="l" r="r" t="t"/>
                <a:pathLst>
                  <a:path extrusionOk="0" h="1037" w="2132">
                    <a:moveTo>
                      <a:pt x="1786" y="346"/>
                    </a:moveTo>
                    <a:lnTo>
                      <a:pt x="1786" y="715"/>
                    </a:lnTo>
                    <a:lnTo>
                      <a:pt x="345" y="715"/>
                    </a:lnTo>
                    <a:lnTo>
                      <a:pt x="345" y="346"/>
                    </a:lnTo>
                    <a:close/>
                    <a:moveTo>
                      <a:pt x="167" y="1"/>
                    </a:moveTo>
                    <a:cubicBezTo>
                      <a:pt x="72" y="1"/>
                      <a:pt x="0" y="72"/>
                      <a:pt x="0" y="167"/>
                    </a:cubicBezTo>
                    <a:lnTo>
                      <a:pt x="0" y="882"/>
                    </a:lnTo>
                    <a:cubicBezTo>
                      <a:pt x="0" y="965"/>
                      <a:pt x="72" y="1036"/>
                      <a:pt x="167" y="1036"/>
                    </a:cubicBezTo>
                    <a:lnTo>
                      <a:pt x="1953" y="1036"/>
                    </a:lnTo>
                    <a:cubicBezTo>
                      <a:pt x="2036" y="1036"/>
                      <a:pt x="2107" y="965"/>
                      <a:pt x="2107" y="882"/>
                    </a:cubicBezTo>
                    <a:lnTo>
                      <a:pt x="2107" y="167"/>
                    </a:lnTo>
                    <a:cubicBezTo>
                      <a:pt x="2131" y="72"/>
                      <a:pt x="2048" y="1"/>
                      <a:pt x="1953"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62"/>
              <p:cNvSpPr/>
              <p:nvPr/>
            </p:nvSpPr>
            <p:spPr>
              <a:xfrm>
                <a:off x="5530103" y="2539709"/>
                <a:ext cx="67092" cy="10248"/>
              </a:xfrm>
              <a:custGeom>
                <a:rect b="b" l="l" r="r" t="t"/>
                <a:pathLst>
                  <a:path extrusionOk="0" h="322" w="2108">
                    <a:moveTo>
                      <a:pt x="167" y="0"/>
                    </a:moveTo>
                    <a:cubicBezTo>
                      <a:pt x="72" y="0"/>
                      <a:pt x="0" y="72"/>
                      <a:pt x="0" y="167"/>
                    </a:cubicBezTo>
                    <a:cubicBezTo>
                      <a:pt x="0" y="250"/>
                      <a:pt x="72" y="322"/>
                      <a:pt x="167" y="322"/>
                    </a:cubicBezTo>
                    <a:lnTo>
                      <a:pt x="1953" y="322"/>
                    </a:lnTo>
                    <a:cubicBezTo>
                      <a:pt x="2036" y="322"/>
                      <a:pt x="2107" y="250"/>
                      <a:pt x="2107" y="167"/>
                    </a:cubicBezTo>
                    <a:cubicBezTo>
                      <a:pt x="2107" y="72"/>
                      <a:pt x="2048" y="0"/>
                      <a:pt x="195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62"/>
              <p:cNvSpPr/>
              <p:nvPr/>
            </p:nvSpPr>
            <p:spPr>
              <a:xfrm>
                <a:off x="5530103" y="2562434"/>
                <a:ext cx="32973" cy="10280"/>
              </a:xfrm>
              <a:custGeom>
                <a:rect b="b" l="l" r="r" t="t"/>
                <a:pathLst>
                  <a:path extrusionOk="0" h="323" w="1036">
                    <a:moveTo>
                      <a:pt x="167" y="1"/>
                    </a:moveTo>
                    <a:cubicBezTo>
                      <a:pt x="72" y="1"/>
                      <a:pt x="0" y="72"/>
                      <a:pt x="0" y="167"/>
                    </a:cubicBezTo>
                    <a:cubicBezTo>
                      <a:pt x="0" y="251"/>
                      <a:pt x="72" y="322"/>
                      <a:pt x="167" y="322"/>
                    </a:cubicBezTo>
                    <a:lnTo>
                      <a:pt x="881" y="322"/>
                    </a:lnTo>
                    <a:cubicBezTo>
                      <a:pt x="964" y="322"/>
                      <a:pt x="1036" y="251"/>
                      <a:pt x="1036" y="167"/>
                    </a:cubicBezTo>
                    <a:cubicBezTo>
                      <a:pt x="1036" y="72"/>
                      <a:pt x="976" y="1"/>
                      <a:pt x="88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62"/>
              <p:cNvSpPr/>
              <p:nvPr/>
            </p:nvSpPr>
            <p:spPr>
              <a:xfrm>
                <a:off x="5439522" y="2607534"/>
                <a:ext cx="158437" cy="10280"/>
              </a:xfrm>
              <a:custGeom>
                <a:rect b="b" l="l" r="r" t="t"/>
                <a:pathLst>
                  <a:path extrusionOk="0" h="323" w="4978">
                    <a:moveTo>
                      <a:pt x="167" y="1"/>
                    </a:moveTo>
                    <a:cubicBezTo>
                      <a:pt x="72" y="1"/>
                      <a:pt x="0" y="72"/>
                      <a:pt x="0" y="155"/>
                    </a:cubicBezTo>
                    <a:cubicBezTo>
                      <a:pt x="0" y="251"/>
                      <a:pt x="72" y="322"/>
                      <a:pt x="167" y="322"/>
                    </a:cubicBezTo>
                    <a:lnTo>
                      <a:pt x="4799" y="322"/>
                    </a:lnTo>
                    <a:cubicBezTo>
                      <a:pt x="4882" y="322"/>
                      <a:pt x="4953" y="251"/>
                      <a:pt x="4953" y="155"/>
                    </a:cubicBezTo>
                    <a:cubicBezTo>
                      <a:pt x="4977" y="72"/>
                      <a:pt x="4894" y="1"/>
                      <a:pt x="4799"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62"/>
              <p:cNvSpPr/>
              <p:nvPr/>
            </p:nvSpPr>
            <p:spPr>
              <a:xfrm>
                <a:off x="5439522" y="2630258"/>
                <a:ext cx="22025" cy="10280"/>
              </a:xfrm>
              <a:custGeom>
                <a:rect b="b" l="l" r="r" t="t"/>
                <a:pathLst>
                  <a:path extrusionOk="0" h="323" w="692">
                    <a:moveTo>
                      <a:pt x="167" y="1"/>
                    </a:moveTo>
                    <a:cubicBezTo>
                      <a:pt x="72" y="1"/>
                      <a:pt x="0" y="72"/>
                      <a:pt x="0" y="156"/>
                    </a:cubicBezTo>
                    <a:cubicBezTo>
                      <a:pt x="0" y="251"/>
                      <a:pt x="72" y="322"/>
                      <a:pt x="167" y="322"/>
                    </a:cubicBezTo>
                    <a:lnTo>
                      <a:pt x="524" y="322"/>
                    </a:lnTo>
                    <a:cubicBezTo>
                      <a:pt x="608" y="322"/>
                      <a:pt x="679" y="251"/>
                      <a:pt x="679" y="156"/>
                    </a:cubicBezTo>
                    <a:cubicBezTo>
                      <a:pt x="691" y="72"/>
                      <a:pt x="608" y="1"/>
                      <a:pt x="524"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62"/>
              <p:cNvSpPr/>
              <p:nvPr/>
            </p:nvSpPr>
            <p:spPr>
              <a:xfrm>
                <a:off x="5439522" y="2698497"/>
                <a:ext cx="22025" cy="10248"/>
              </a:xfrm>
              <a:custGeom>
                <a:rect b="b" l="l" r="r" t="t"/>
                <a:pathLst>
                  <a:path extrusionOk="0" h="322" w="692">
                    <a:moveTo>
                      <a:pt x="167" y="0"/>
                    </a:moveTo>
                    <a:cubicBezTo>
                      <a:pt x="72" y="0"/>
                      <a:pt x="0" y="72"/>
                      <a:pt x="0" y="155"/>
                    </a:cubicBezTo>
                    <a:cubicBezTo>
                      <a:pt x="0" y="250"/>
                      <a:pt x="72" y="322"/>
                      <a:pt x="167" y="322"/>
                    </a:cubicBezTo>
                    <a:lnTo>
                      <a:pt x="524" y="322"/>
                    </a:lnTo>
                    <a:cubicBezTo>
                      <a:pt x="608" y="322"/>
                      <a:pt x="679" y="250"/>
                      <a:pt x="679" y="155"/>
                    </a:cubicBezTo>
                    <a:cubicBezTo>
                      <a:pt x="691" y="72"/>
                      <a:pt x="608" y="0"/>
                      <a:pt x="52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62"/>
              <p:cNvSpPr/>
              <p:nvPr/>
            </p:nvSpPr>
            <p:spPr>
              <a:xfrm>
                <a:off x="5439522" y="2675740"/>
                <a:ext cx="22025" cy="10280"/>
              </a:xfrm>
              <a:custGeom>
                <a:rect b="b" l="l" r="r" t="t"/>
                <a:pathLst>
                  <a:path extrusionOk="0" h="323" w="692">
                    <a:moveTo>
                      <a:pt x="167" y="1"/>
                    </a:moveTo>
                    <a:cubicBezTo>
                      <a:pt x="72" y="1"/>
                      <a:pt x="0" y="72"/>
                      <a:pt x="0" y="156"/>
                    </a:cubicBezTo>
                    <a:cubicBezTo>
                      <a:pt x="0" y="251"/>
                      <a:pt x="72" y="322"/>
                      <a:pt x="167" y="322"/>
                    </a:cubicBezTo>
                    <a:lnTo>
                      <a:pt x="524" y="322"/>
                    </a:lnTo>
                    <a:cubicBezTo>
                      <a:pt x="608" y="322"/>
                      <a:pt x="679" y="251"/>
                      <a:pt x="679" y="156"/>
                    </a:cubicBezTo>
                    <a:cubicBezTo>
                      <a:pt x="691" y="72"/>
                      <a:pt x="608" y="1"/>
                      <a:pt x="524"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62"/>
              <p:cNvSpPr/>
              <p:nvPr/>
            </p:nvSpPr>
            <p:spPr>
              <a:xfrm>
                <a:off x="5439522" y="2653015"/>
                <a:ext cx="22025" cy="10248"/>
              </a:xfrm>
              <a:custGeom>
                <a:rect b="b" l="l" r="r" t="t"/>
                <a:pathLst>
                  <a:path extrusionOk="0" h="322" w="692">
                    <a:moveTo>
                      <a:pt x="167" y="0"/>
                    </a:moveTo>
                    <a:cubicBezTo>
                      <a:pt x="72" y="0"/>
                      <a:pt x="0" y="72"/>
                      <a:pt x="0" y="155"/>
                    </a:cubicBezTo>
                    <a:cubicBezTo>
                      <a:pt x="0" y="250"/>
                      <a:pt x="72" y="322"/>
                      <a:pt x="167" y="322"/>
                    </a:cubicBezTo>
                    <a:lnTo>
                      <a:pt x="524" y="322"/>
                    </a:lnTo>
                    <a:cubicBezTo>
                      <a:pt x="608" y="322"/>
                      <a:pt x="679" y="250"/>
                      <a:pt x="679" y="155"/>
                    </a:cubicBezTo>
                    <a:cubicBezTo>
                      <a:pt x="691" y="72"/>
                      <a:pt x="608" y="0"/>
                      <a:pt x="524"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62"/>
              <p:cNvSpPr/>
              <p:nvPr/>
            </p:nvSpPr>
            <p:spPr>
              <a:xfrm>
                <a:off x="5473641" y="2630258"/>
                <a:ext cx="44718" cy="10280"/>
              </a:xfrm>
              <a:custGeom>
                <a:rect b="b" l="l" r="r" t="t"/>
                <a:pathLst>
                  <a:path extrusionOk="0" h="323" w="1405">
                    <a:moveTo>
                      <a:pt x="167" y="1"/>
                    </a:moveTo>
                    <a:cubicBezTo>
                      <a:pt x="71" y="1"/>
                      <a:pt x="0" y="72"/>
                      <a:pt x="0" y="156"/>
                    </a:cubicBezTo>
                    <a:cubicBezTo>
                      <a:pt x="0" y="251"/>
                      <a:pt x="71" y="322"/>
                      <a:pt x="167" y="322"/>
                    </a:cubicBezTo>
                    <a:lnTo>
                      <a:pt x="1238" y="322"/>
                    </a:lnTo>
                    <a:cubicBezTo>
                      <a:pt x="1322" y="322"/>
                      <a:pt x="1393" y="251"/>
                      <a:pt x="1393" y="156"/>
                    </a:cubicBezTo>
                    <a:cubicBezTo>
                      <a:pt x="1405" y="72"/>
                      <a:pt x="1322" y="1"/>
                      <a:pt x="1238"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62"/>
              <p:cNvSpPr/>
              <p:nvPr/>
            </p:nvSpPr>
            <p:spPr>
              <a:xfrm>
                <a:off x="5473641" y="2698497"/>
                <a:ext cx="67474" cy="10248"/>
              </a:xfrm>
              <a:custGeom>
                <a:rect b="b" l="l" r="r" t="t"/>
                <a:pathLst>
                  <a:path extrusionOk="0" h="322" w="2120">
                    <a:moveTo>
                      <a:pt x="167" y="0"/>
                    </a:moveTo>
                    <a:cubicBezTo>
                      <a:pt x="71" y="0"/>
                      <a:pt x="0" y="72"/>
                      <a:pt x="0" y="155"/>
                    </a:cubicBezTo>
                    <a:cubicBezTo>
                      <a:pt x="0" y="250"/>
                      <a:pt x="71" y="322"/>
                      <a:pt x="167" y="322"/>
                    </a:cubicBezTo>
                    <a:lnTo>
                      <a:pt x="1953" y="322"/>
                    </a:lnTo>
                    <a:cubicBezTo>
                      <a:pt x="2036" y="322"/>
                      <a:pt x="2107" y="250"/>
                      <a:pt x="2107" y="155"/>
                    </a:cubicBezTo>
                    <a:cubicBezTo>
                      <a:pt x="2119" y="72"/>
                      <a:pt x="2036" y="0"/>
                      <a:pt x="195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62"/>
              <p:cNvSpPr/>
              <p:nvPr/>
            </p:nvSpPr>
            <p:spPr>
              <a:xfrm>
                <a:off x="5473641" y="2675740"/>
                <a:ext cx="44718" cy="10280"/>
              </a:xfrm>
              <a:custGeom>
                <a:rect b="b" l="l" r="r" t="t"/>
                <a:pathLst>
                  <a:path extrusionOk="0" h="323" w="1405">
                    <a:moveTo>
                      <a:pt x="167" y="1"/>
                    </a:moveTo>
                    <a:cubicBezTo>
                      <a:pt x="71" y="1"/>
                      <a:pt x="0" y="72"/>
                      <a:pt x="0" y="156"/>
                    </a:cubicBezTo>
                    <a:cubicBezTo>
                      <a:pt x="0" y="251"/>
                      <a:pt x="71" y="322"/>
                      <a:pt x="167" y="322"/>
                    </a:cubicBezTo>
                    <a:lnTo>
                      <a:pt x="1238" y="322"/>
                    </a:lnTo>
                    <a:cubicBezTo>
                      <a:pt x="1322" y="322"/>
                      <a:pt x="1393" y="251"/>
                      <a:pt x="1393" y="156"/>
                    </a:cubicBezTo>
                    <a:cubicBezTo>
                      <a:pt x="1405" y="72"/>
                      <a:pt x="1322" y="1"/>
                      <a:pt x="1238"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62"/>
              <p:cNvSpPr/>
              <p:nvPr/>
            </p:nvSpPr>
            <p:spPr>
              <a:xfrm>
                <a:off x="5473641" y="2653015"/>
                <a:ext cx="67474" cy="10248"/>
              </a:xfrm>
              <a:custGeom>
                <a:rect b="b" l="l" r="r" t="t"/>
                <a:pathLst>
                  <a:path extrusionOk="0" h="322" w="2120">
                    <a:moveTo>
                      <a:pt x="167" y="0"/>
                    </a:moveTo>
                    <a:cubicBezTo>
                      <a:pt x="71" y="0"/>
                      <a:pt x="0" y="72"/>
                      <a:pt x="0" y="155"/>
                    </a:cubicBezTo>
                    <a:cubicBezTo>
                      <a:pt x="0" y="250"/>
                      <a:pt x="71" y="322"/>
                      <a:pt x="167" y="322"/>
                    </a:cubicBezTo>
                    <a:lnTo>
                      <a:pt x="1953" y="322"/>
                    </a:lnTo>
                    <a:cubicBezTo>
                      <a:pt x="2036" y="322"/>
                      <a:pt x="2107" y="250"/>
                      <a:pt x="2107" y="155"/>
                    </a:cubicBezTo>
                    <a:cubicBezTo>
                      <a:pt x="2119" y="72"/>
                      <a:pt x="2036" y="0"/>
                      <a:pt x="195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62"/>
              <p:cNvSpPr/>
              <p:nvPr/>
            </p:nvSpPr>
            <p:spPr>
              <a:xfrm>
                <a:off x="5558525" y="2653015"/>
                <a:ext cx="39434" cy="10248"/>
              </a:xfrm>
              <a:custGeom>
                <a:rect b="b" l="l" r="r" t="t"/>
                <a:pathLst>
                  <a:path extrusionOk="0" h="322" w="1239">
                    <a:moveTo>
                      <a:pt x="167" y="0"/>
                    </a:moveTo>
                    <a:cubicBezTo>
                      <a:pt x="71" y="0"/>
                      <a:pt x="0" y="72"/>
                      <a:pt x="0" y="155"/>
                    </a:cubicBezTo>
                    <a:cubicBezTo>
                      <a:pt x="0" y="250"/>
                      <a:pt x="71" y="322"/>
                      <a:pt x="167" y="322"/>
                    </a:cubicBezTo>
                    <a:lnTo>
                      <a:pt x="1060" y="322"/>
                    </a:lnTo>
                    <a:cubicBezTo>
                      <a:pt x="1143" y="322"/>
                      <a:pt x="1214" y="250"/>
                      <a:pt x="1214" y="155"/>
                    </a:cubicBezTo>
                    <a:cubicBezTo>
                      <a:pt x="1238" y="72"/>
                      <a:pt x="1155" y="0"/>
                      <a:pt x="1060"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62"/>
              <p:cNvSpPr/>
              <p:nvPr/>
            </p:nvSpPr>
            <p:spPr>
              <a:xfrm>
                <a:off x="5558525" y="2630258"/>
                <a:ext cx="39434" cy="10280"/>
              </a:xfrm>
              <a:custGeom>
                <a:rect b="b" l="l" r="r" t="t"/>
                <a:pathLst>
                  <a:path extrusionOk="0" h="323" w="1239">
                    <a:moveTo>
                      <a:pt x="167" y="1"/>
                    </a:moveTo>
                    <a:cubicBezTo>
                      <a:pt x="71" y="1"/>
                      <a:pt x="0" y="72"/>
                      <a:pt x="0" y="156"/>
                    </a:cubicBezTo>
                    <a:cubicBezTo>
                      <a:pt x="0" y="251"/>
                      <a:pt x="71" y="322"/>
                      <a:pt x="167" y="322"/>
                    </a:cubicBezTo>
                    <a:lnTo>
                      <a:pt x="1060" y="322"/>
                    </a:lnTo>
                    <a:cubicBezTo>
                      <a:pt x="1143" y="322"/>
                      <a:pt x="1214" y="251"/>
                      <a:pt x="1214" y="156"/>
                    </a:cubicBezTo>
                    <a:cubicBezTo>
                      <a:pt x="1238" y="72"/>
                      <a:pt x="1155" y="1"/>
                      <a:pt x="106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62"/>
              <p:cNvSpPr/>
              <p:nvPr/>
            </p:nvSpPr>
            <p:spPr>
              <a:xfrm>
                <a:off x="5558525" y="2675740"/>
                <a:ext cx="39434" cy="10280"/>
              </a:xfrm>
              <a:custGeom>
                <a:rect b="b" l="l" r="r" t="t"/>
                <a:pathLst>
                  <a:path extrusionOk="0" h="323" w="1239">
                    <a:moveTo>
                      <a:pt x="167" y="1"/>
                    </a:moveTo>
                    <a:cubicBezTo>
                      <a:pt x="71" y="1"/>
                      <a:pt x="0" y="72"/>
                      <a:pt x="0" y="156"/>
                    </a:cubicBezTo>
                    <a:cubicBezTo>
                      <a:pt x="0" y="251"/>
                      <a:pt x="71" y="322"/>
                      <a:pt x="167" y="322"/>
                    </a:cubicBezTo>
                    <a:lnTo>
                      <a:pt x="1060" y="322"/>
                    </a:lnTo>
                    <a:cubicBezTo>
                      <a:pt x="1143" y="322"/>
                      <a:pt x="1214" y="251"/>
                      <a:pt x="1214" y="156"/>
                    </a:cubicBezTo>
                    <a:cubicBezTo>
                      <a:pt x="1238" y="72"/>
                      <a:pt x="1155" y="1"/>
                      <a:pt x="106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62"/>
              <p:cNvSpPr/>
              <p:nvPr/>
            </p:nvSpPr>
            <p:spPr>
              <a:xfrm>
                <a:off x="5558525" y="2698497"/>
                <a:ext cx="39434" cy="10248"/>
              </a:xfrm>
              <a:custGeom>
                <a:rect b="b" l="l" r="r" t="t"/>
                <a:pathLst>
                  <a:path extrusionOk="0" h="322" w="1239">
                    <a:moveTo>
                      <a:pt x="167" y="0"/>
                    </a:moveTo>
                    <a:cubicBezTo>
                      <a:pt x="71" y="0"/>
                      <a:pt x="0" y="72"/>
                      <a:pt x="0" y="155"/>
                    </a:cubicBezTo>
                    <a:cubicBezTo>
                      <a:pt x="0" y="250"/>
                      <a:pt x="71" y="322"/>
                      <a:pt x="167" y="322"/>
                    </a:cubicBezTo>
                    <a:lnTo>
                      <a:pt x="1060" y="322"/>
                    </a:lnTo>
                    <a:cubicBezTo>
                      <a:pt x="1143" y="322"/>
                      <a:pt x="1214" y="250"/>
                      <a:pt x="1214" y="155"/>
                    </a:cubicBezTo>
                    <a:cubicBezTo>
                      <a:pt x="1238" y="72"/>
                      <a:pt x="1155" y="0"/>
                      <a:pt x="1060"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7" name="Google Shape;3607;p62"/>
            <p:cNvSpPr txBox="1"/>
            <p:nvPr/>
          </p:nvSpPr>
          <p:spPr>
            <a:xfrm>
              <a:off x="2925150" y="3228374"/>
              <a:ext cx="967200" cy="27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Personas</a:t>
              </a:r>
              <a:endParaRPr sz="1200">
                <a:latin typeface="Abel"/>
                <a:ea typeface="Abel"/>
                <a:cs typeface="Abel"/>
                <a:sym typeface="Abel"/>
              </a:endParaRPr>
            </a:p>
          </p:txBody>
        </p:sp>
        <p:sp>
          <p:nvSpPr>
            <p:cNvPr id="3608" name="Google Shape;3608;p62"/>
            <p:cNvSpPr txBox="1"/>
            <p:nvPr/>
          </p:nvSpPr>
          <p:spPr>
            <a:xfrm>
              <a:off x="3173800" y="1041125"/>
              <a:ext cx="12384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User </a:t>
              </a:r>
              <a:endParaRPr sz="1200">
                <a:latin typeface="Abel"/>
                <a:ea typeface="Abel"/>
                <a:cs typeface="Abel"/>
                <a:sym typeface="Abel"/>
              </a:endParaRPr>
            </a:p>
            <a:p>
              <a:pPr indent="0" lvl="0" marL="0" rtl="0" algn="ctr">
                <a:spcBef>
                  <a:spcPts val="0"/>
                </a:spcBef>
                <a:spcAft>
                  <a:spcPts val="0"/>
                </a:spcAft>
                <a:buNone/>
              </a:pPr>
              <a:r>
                <a:rPr lang="en" sz="1200">
                  <a:latin typeface="Abel"/>
                  <a:ea typeface="Abel"/>
                  <a:cs typeface="Abel"/>
                  <a:sym typeface="Abel"/>
                </a:rPr>
                <a:t>stories</a:t>
              </a:r>
              <a:endParaRPr sz="1200">
                <a:latin typeface="Abel"/>
                <a:ea typeface="Abel"/>
                <a:cs typeface="Abel"/>
                <a:sym typeface="Abel"/>
              </a:endParaRPr>
            </a:p>
          </p:txBody>
        </p:sp>
        <p:sp>
          <p:nvSpPr>
            <p:cNvPr id="3609" name="Google Shape;3609;p62"/>
            <p:cNvSpPr txBox="1"/>
            <p:nvPr/>
          </p:nvSpPr>
          <p:spPr>
            <a:xfrm>
              <a:off x="2391700" y="1041125"/>
              <a:ext cx="1238400" cy="5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Abel"/>
                  <a:ea typeface="Abel"/>
                  <a:cs typeface="Abel"/>
                  <a:sym typeface="Abel"/>
                </a:rPr>
                <a:t>Use </a:t>
              </a:r>
              <a:br>
                <a:rPr lang="en" sz="1200">
                  <a:latin typeface="Abel"/>
                  <a:ea typeface="Abel"/>
                  <a:cs typeface="Abel"/>
                  <a:sym typeface="Abel"/>
                </a:rPr>
              </a:br>
              <a:r>
                <a:rPr lang="en" sz="1200">
                  <a:latin typeface="Abel"/>
                  <a:ea typeface="Abel"/>
                  <a:cs typeface="Abel"/>
                  <a:sym typeface="Abel"/>
                </a:rPr>
                <a:t>cases</a:t>
              </a:r>
              <a:endParaRPr sz="1200">
                <a:latin typeface="Abel"/>
                <a:ea typeface="Abel"/>
                <a:cs typeface="Abel"/>
                <a:sym typeface="Abel"/>
              </a:endParaRPr>
            </a:p>
          </p:txBody>
        </p:sp>
        <p:grpSp>
          <p:nvGrpSpPr>
            <p:cNvPr id="3610" name="Google Shape;3610;p62"/>
            <p:cNvGrpSpPr/>
            <p:nvPr/>
          </p:nvGrpSpPr>
          <p:grpSpPr>
            <a:xfrm>
              <a:off x="3676874" y="1528937"/>
              <a:ext cx="232253" cy="232499"/>
              <a:chOff x="7538896" y="1970156"/>
              <a:chExt cx="361147" cy="361529"/>
            </a:xfrm>
          </p:grpSpPr>
          <p:sp>
            <p:nvSpPr>
              <p:cNvPr id="3611" name="Google Shape;3611;p62"/>
              <p:cNvSpPr/>
              <p:nvPr/>
            </p:nvSpPr>
            <p:spPr>
              <a:xfrm>
                <a:off x="7538896" y="1970156"/>
                <a:ext cx="361147" cy="361529"/>
              </a:xfrm>
              <a:custGeom>
                <a:rect b="b" l="l" r="r" t="t"/>
                <a:pathLst>
                  <a:path extrusionOk="0" h="11359" w="11347">
                    <a:moveTo>
                      <a:pt x="8918" y="584"/>
                    </a:moveTo>
                    <a:lnTo>
                      <a:pt x="9477" y="1155"/>
                    </a:lnTo>
                    <a:lnTo>
                      <a:pt x="9632" y="1298"/>
                    </a:lnTo>
                    <a:lnTo>
                      <a:pt x="10239" y="1905"/>
                    </a:lnTo>
                    <a:lnTo>
                      <a:pt x="10704" y="2370"/>
                    </a:lnTo>
                    <a:lnTo>
                      <a:pt x="8918" y="2370"/>
                    </a:lnTo>
                    <a:lnTo>
                      <a:pt x="8918" y="584"/>
                    </a:lnTo>
                    <a:close/>
                    <a:moveTo>
                      <a:pt x="2631" y="4644"/>
                    </a:moveTo>
                    <a:cubicBezTo>
                      <a:pt x="3322" y="4644"/>
                      <a:pt x="3882" y="5215"/>
                      <a:pt x="3882" y="5894"/>
                    </a:cubicBezTo>
                    <a:lnTo>
                      <a:pt x="3882" y="6192"/>
                    </a:lnTo>
                    <a:lnTo>
                      <a:pt x="3810" y="6192"/>
                    </a:lnTo>
                    <a:cubicBezTo>
                      <a:pt x="3429" y="6108"/>
                      <a:pt x="3310" y="5596"/>
                      <a:pt x="3286" y="5596"/>
                    </a:cubicBezTo>
                    <a:cubicBezTo>
                      <a:pt x="3274" y="5525"/>
                      <a:pt x="3215" y="5477"/>
                      <a:pt x="3155" y="5465"/>
                    </a:cubicBezTo>
                    <a:cubicBezTo>
                      <a:pt x="3143" y="5463"/>
                      <a:pt x="3132" y="5462"/>
                      <a:pt x="3121" y="5462"/>
                    </a:cubicBezTo>
                    <a:cubicBezTo>
                      <a:pt x="3064" y="5462"/>
                      <a:pt x="3016" y="5487"/>
                      <a:pt x="2977" y="5537"/>
                    </a:cubicBezTo>
                    <a:cubicBezTo>
                      <a:pt x="2477" y="6156"/>
                      <a:pt x="1429" y="6156"/>
                      <a:pt x="1417" y="6156"/>
                    </a:cubicBezTo>
                    <a:lnTo>
                      <a:pt x="1298" y="6156"/>
                    </a:lnTo>
                    <a:lnTo>
                      <a:pt x="1286" y="6168"/>
                    </a:lnTo>
                    <a:lnTo>
                      <a:pt x="1262" y="6180"/>
                    </a:lnTo>
                    <a:lnTo>
                      <a:pt x="1262" y="5894"/>
                    </a:lnTo>
                    <a:cubicBezTo>
                      <a:pt x="1262" y="5215"/>
                      <a:pt x="1834" y="4644"/>
                      <a:pt x="2512" y="4644"/>
                    </a:cubicBezTo>
                    <a:close/>
                    <a:moveTo>
                      <a:pt x="1238" y="6644"/>
                    </a:moveTo>
                    <a:lnTo>
                      <a:pt x="1238" y="7192"/>
                    </a:lnTo>
                    <a:cubicBezTo>
                      <a:pt x="1107" y="7180"/>
                      <a:pt x="1000" y="7061"/>
                      <a:pt x="1000" y="6930"/>
                    </a:cubicBezTo>
                    <a:cubicBezTo>
                      <a:pt x="1000" y="6846"/>
                      <a:pt x="1024" y="6775"/>
                      <a:pt x="1084" y="6715"/>
                    </a:cubicBezTo>
                    <a:cubicBezTo>
                      <a:pt x="1143" y="6715"/>
                      <a:pt x="1191" y="6692"/>
                      <a:pt x="1226" y="6644"/>
                    </a:cubicBezTo>
                    <a:close/>
                    <a:moveTo>
                      <a:pt x="3929" y="6656"/>
                    </a:moveTo>
                    <a:cubicBezTo>
                      <a:pt x="3965" y="6680"/>
                      <a:pt x="4001" y="6715"/>
                      <a:pt x="4048" y="6715"/>
                    </a:cubicBezTo>
                    <a:cubicBezTo>
                      <a:pt x="4108" y="6763"/>
                      <a:pt x="4132" y="6835"/>
                      <a:pt x="4132" y="6918"/>
                    </a:cubicBezTo>
                    <a:cubicBezTo>
                      <a:pt x="4155" y="7061"/>
                      <a:pt x="4048" y="7180"/>
                      <a:pt x="3917" y="7192"/>
                    </a:cubicBezTo>
                    <a:lnTo>
                      <a:pt x="3917" y="6656"/>
                    </a:lnTo>
                    <a:close/>
                    <a:moveTo>
                      <a:pt x="3036" y="5942"/>
                    </a:moveTo>
                    <a:cubicBezTo>
                      <a:pt x="3120" y="6132"/>
                      <a:pt x="3286" y="6358"/>
                      <a:pt x="3572" y="6465"/>
                    </a:cubicBezTo>
                    <a:lnTo>
                      <a:pt x="3572" y="7227"/>
                    </a:lnTo>
                    <a:cubicBezTo>
                      <a:pt x="3560" y="7704"/>
                      <a:pt x="3167" y="8085"/>
                      <a:pt x="2691" y="8085"/>
                    </a:cubicBezTo>
                    <a:lnTo>
                      <a:pt x="2477" y="8085"/>
                    </a:lnTo>
                    <a:cubicBezTo>
                      <a:pt x="2000" y="8085"/>
                      <a:pt x="1607" y="7692"/>
                      <a:pt x="1607" y="7227"/>
                    </a:cubicBezTo>
                    <a:lnTo>
                      <a:pt x="1607" y="6501"/>
                    </a:lnTo>
                    <a:cubicBezTo>
                      <a:pt x="1917" y="6477"/>
                      <a:pt x="2572" y="6370"/>
                      <a:pt x="3036" y="5942"/>
                    </a:cubicBezTo>
                    <a:close/>
                    <a:moveTo>
                      <a:pt x="2917" y="8418"/>
                    </a:moveTo>
                    <a:lnTo>
                      <a:pt x="2917" y="8656"/>
                    </a:lnTo>
                    <a:lnTo>
                      <a:pt x="2917" y="8668"/>
                    </a:lnTo>
                    <a:lnTo>
                      <a:pt x="2572" y="9025"/>
                    </a:lnTo>
                    <a:lnTo>
                      <a:pt x="2250" y="8692"/>
                    </a:lnTo>
                    <a:lnTo>
                      <a:pt x="2250" y="8418"/>
                    </a:lnTo>
                    <a:cubicBezTo>
                      <a:pt x="2322" y="8430"/>
                      <a:pt x="2393" y="8430"/>
                      <a:pt x="2477" y="8430"/>
                    </a:cubicBezTo>
                    <a:lnTo>
                      <a:pt x="2691" y="8430"/>
                    </a:lnTo>
                    <a:cubicBezTo>
                      <a:pt x="2774" y="8430"/>
                      <a:pt x="2846" y="8418"/>
                      <a:pt x="2917" y="8418"/>
                    </a:cubicBezTo>
                    <a:close/>
                    <a:moveTo>
                      <a:pt x="8561" y="346"/>
                    </a:moveTo>
                    <a:lnTo>
                      <a:pt x="8561" y="2560"/>
                    </a:lnTo>
                    <a:cubicBezTo>
                      <a:pt x="8561" y="2667"/>
                      <a:pt x="8632" y="2739"/>
                      <a:pt x="8739" y="2739"/>
                    </a:cubicBezTo>
                    <a:lnTo>
                      <a:pt x="10954" y="2739"/>
                    </a:lnTo>
                    <a:lnTo>
                      <a:pt x="10954" y="10954"/>
                    </a:lnTo>
                    <a:lnTo>
                      <a:pt x="5167" y="10954"/>
                    </a:lnTo>
                    <a:lnTo>
                      <a:pt x="5167" y="10263"/>
                    </a:lnTo>
                    <a:cubicBezTo>
                      <a:pt x="5167" y="9454"/>
                      <a:pt x="4608" y="9049"/>
                      <a:pt x="4310" y="8954"/>
                    </a:cubicBezTo>
                    <a:lnTo>
                      <a:pt x="3274" y="8537"/>
                    </a:lnTo>
                    <a:lnTo>
                      <a:pt x="3274" y="8311"/>
                    </a:lnTo>
                    <a:cubicBezTo>
                      <a:pt x="3560" y="8156"/>
                      <a:pt x="3786" y="7894"/>
                      <a:pt x="3870" y="7561"/>
                    </a:cubicBezTo>
                    <a:cubicBezTo>
                      <a:pt x="4215" y="7561"/>
                      <a:pt x="4489" y="7287"/>
                      <a:pt x="4489" y="6930"/>
                    </a:cubicBezTo>
                    <a:cubicBezTo>
                      <a:pt x="4489" y="6715"/>
                      <a:pt x="4394" y="6525"/>
                      <a:pt x="4239" y="6418"/>
                    </a:cubicBezTo>
                    <a:lnTo>
                      <a:pt x="4239" y="5942"/>
                    </a:lnTo>
                    <a:cubicBezTo>
                      <a:pt x="4239" y="5108"/>
                      <a:pt x="3620" y="4429"/>
                      <a:pt x="2810" y="4346"/>
                    </a:cubicBezTo>
                    <a:lnTo>
                      <a:pt x="2810" y="346"/>
                    </a:lnTo>
                    <a:close/>
                    <a:moveTo>
                      <a:pt x="2679" y="0"/>
                    </a:moveTo>
                    <a:cubicBezTo>
                      <a:pt x="2572" y="0"/>
                      <a:pt x="2500" y="72"/>
                      <a:pt x="2500" y="179"/>
                    </a:cubicBezTo>
                    <a:lnTo>
                      <a:pt x="2500" y="4358"/>
                    </a:lnTo>
                    <a:cubicBezTo>
                      <a:pt x="1643" y="4394"/>
                      <a:pt x="953" y="5108"/>
                      <a:pt x="953" y="5965"/>
                    </a:cubicBezTo>
                    <a:lnTo>
                      <a:pt x="953" y="6442"/>
                    </a:lnTo>
                    <a:cubicBezTo>
                      <a:pt x="786" y="6561"/>
                      <a:pt x="691" y="6739"/>
                      <a:pt x="691" y="6954"/>
                    </a:cubicBezTo>
                    <a:cubicBezTo>
                      <a:pt x="691" y="7299"/>
                      <a:pt x="965" y="7597"/>
                      <a:pt x="1322" y="7597"/>
                    </a:cubicBezTo>
                    <a:cubicBezTo>
                      <a:pt x="1417" y="7918"/>
                      <a:pt x="1643" y="8192"/>
                      <a:pt x="1917" y="8335"/>
                    </a:cubicBezTo>
                    <a:lnTo>
                      <a:pt x="1917" y="8561"/>
                    </a:lnTo>
                    <a:lnTo>
                      <a:pt x="845" y="8978"/>
                    </a:lnTo>
                    <a:cubicBezTo>
                      <a:pt x="548" y="9085"/>
                      <a:pt x="0" y="9478"/>
                      <a:pt x="0" y="10287"/>
                    </a:cubicBezTo>
                    <a:lnTo>
                      <a:pt x="0" y="11180"/>
                    </a:lnTo>
                    <a:cubicBezTo>
                      <a:pt x="0" y="11287"/>
                      <a:pt x="72" y="11359"/>
                      <a:pt x="179" y="11359"/>
                    </a:cubicBezTo>
                    <a:lnTo>
                      <a:pt x="965" y="11359"/>
                    </a:lnTo>
                    <a:cubicBezTo>
                      <a:pt x="1072" y="11359"/>
                      <a:pt x="1143" y="11287"/>
                      <a:pt x="1143" y="11180"/>
                    </a:cubicBezTo>
                    <a:cubicBezTo>
                      <a:pt x="1143" y="11073"/>
                      <a:pt x="1072" y="11002"/>
                      <a:pt x="965" y="11002"/>
                    </a:cubicBezTo>
                    <a:lnTo>
                      <a:pt x="357" y="11002"/>
                    </a:lnTo>
                    <a:lnTo>
                      <a:pt x="357" y="10263"/>
                    </a:lnTo>
                    <a:cubicBezTo>
                      <a:pt x="357" y="9513"/>
                      <a:pt x="941" y="9287"/>
                      <a:pt x="965" y="9287"/>
                    </a:cubicBezTo>
                    <a:lnTo>
                      <a:pt x="988" y="9287"/>
                    </a:lnTo>
                    <a:lnTo>
                      <a:pt x="1965" y="8906"/>
                    </a:lnTo>
                    <a:lnTo>
                      <a:pt x="1977" y="8918"/>
                    </a:lnTo>
                    <a:lnTo>
                      <a:pt x="2500" y="9430"/>
                    </a:lnTo>
                    <a:cubicBezTo>
                      <a:pt x="2536" y="9454"/>
                      <a:pt x="2572" y="9466"/>
                      <a:pt x="2619" y="9466"/>
                    </a:cubicBezTo>
                    <a:cubicBezTo>
                      <a:pt x="2667" y="9466"/>
                      <a:pt x="2715" y="9454"/>
                      <a:pt x="2739" y="9406"/>
                    </a:cubicBezTo>
                    <a:lnTo>
                      <a:pt x="3251" y="8894"/>
                    </a:lnTo>
                    <a:lnTo>
                      <a:pt x="4227" y="9275"/>
                    </a:lnTo>
                    <a:lnTo>
                      <a:pt x="4239" y="9275"/>
                    </a:lnTo>
                    <a:cubicBezTo>
                      <a:pt x="4239" y="9275"/>
                      <a:pt x="4858" y="9490"/>
                      <a:pt x="4858" y="10240"/>
                    </a:cubicBezTo>
                    <a:lnTo>
                      <a:pt x="4858" y="10954"/>
                    </a:lnTo>
                    <a:lnTo>
                      <a:pt x="1607" y="10954"/>
                    </a:lnTo>
                    <a:cubicBezTo>
                      <a:pt x="1500" y="10954"/>
                      <a:pt x="1429" y="11037"/>
                      <a:pt x="1429" y="11133"/>
                    </a:cubicBezTo>
                    <a:cubicBezTo>
                      <a:pt x="1429" y="11240"/>
                      <a:pt x="1500" y="11311"/>
                      <a:pt x="1607" y="11311"/>
                    </a:cubicBezTo>
                    <a:lnTo>
                      <a:pt x="11168" y="11311"/>
                    </a:lnTo>
                    <a:cubicBezTo>
                      <a:pt x="11263" y="11311"/>
                      <a:pt x="11347" y="11240"/>
                      <a:pt x="11347" y="11133"/>
                    </a:cubicBezTo>
                    <a:lnTo>
                      <a:pt x="11311" y="2536"/>
                    </a:lnTo>
                    <a:lnTo>
                      <a:pt x="11311" y="2501"/>
                    </a:lnTo>
                    <a:lnTo>
                      <a:pt x="11311" y="2489"/>
                    </a:lnTo>
                    <a:cubicBezTo>
                      <a:pt x="11311" y="2489"/>
                      <a:pt x="11311" y="2477"/>
                      <a:pt x="11299" y="2477"/>
                    </a:cubicBezTo>
                    <a:lnTo>
                      <a:pt x="11287" y="2465"/>
                    </a:lnTo>
                    <a:lnTo>
                      <a:pt x="11263" y="2441"/>
                    </a:lnTo>
                    <a:lnTo>
                      <a:pt x="9882" y="1060"/>
                    </a:lnTo>
                    <a:lnTo>
                      <a:pt x="8870" y="48"/>
                    </a:lnTo>
                    <a:lnTo>
                      <a:pt x="8858" y="36"/>
                    </a:lnTo>
                    <a:lnTo>
                      <a:pt x="8846" y="12"/>
                    </a:lnTo>
                    <a:cubicBezTo>
                      <a:pt x="8846" y="12"/>
                      <a:pt x="8823" y="12"/>
                      <a:pt x="8823"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62"/>
              <p:cNvSpPr/>
              <p:nvPr/>
            </p:nvSpPr>
            <p:spPr>
              <a:xfrm>
                <a:off x="7685907" y="2066784"/>
                <a:ext cx="101211" cy="11394"/>
              </a:xfrm>
              <a:custGeom>
                <a:rect b="b" l="l" r="r" t="t"/>
                <a:pathLst>
                  <a:path extrusionOk="0" h="358" w="3180">
                    <a:moveTo>
                      <a:pt x="179" y="0"/>
                    </a:moveTo>
                    <a:cubicBezTo>
                      <a:pt x="72" y="0"/>
                      <a:pt x="1" y="84"/>
                      <a:pt x="1" y="179"/>
                    </a:cubicBezTo>
                    <a:cubicBezTo>
                      <a:pt x="1" y="286"/>
                      <a:pt x="72" y="358"/>
                      <a:pt x="179" y="358"/>
                    </a:cubicBezTo>
                    <a:lnTo>
                      <a:pt x="3001" y="358"/>
                    </a:lnTo>
                    <a:cubicBezTo>
                      <a:pt x="3108" y="358"/>
                      <a:pt x="3180" y="286"/>
                      <a:pt x="3180" y="179"/>
                    </a:cubicBezTo>
                    <a:cubicBezTo>
                      <a:pt x="3180" y="84"/>
                      <a:pt x="3108" y="0"/>
                      <a:pt x="3001"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62"/>
              <p:cNvSpPr/>
              <p:nvPr/>
            </p:nvSpPr>
            <p:spPr>
              <a:xfrm>
                <a:off x="7685907" y="2106187"/>
                <a:ext cx="147075" cy="11394"/>
              </a:xfrm>
              <a:custGeom>
                <a:rect b="b" l="l" r="r" t="t"/>
                <a:pathLst>
                  <a:path extrusionOk="0" h="358" w="4621">
                    <a:moveTo>
                      <a:pt x="179" y="1"/>
                    </a:moveTo>
                    <a:cubicBezTo>
                      <a:pt x="72" y="1"/>
                      <a:pt x="1" y="72"/>
                      <a:pt x="1" y="179"/>
                    </a:cubicBezTo>
                    <a:cubicBezTo>
                      <a:pt x="1" y="286"/>
                      <a:pt x="72" y="358"/>
                      <a:pt x="179" y="358"/>
                    </a:cubicBezTo>
                    <a:lnTo>
                      <a:pt x="4442" y="358"/>
                    </a:lnTo>
                    <a:cubicBezTo>
                      <a:pt x="4549" y="358"/>
                      <a:pt x="4620" y="286"/>
                      <a:pt x="4620" y="179"/>
                    </a:cubicBezTo>
                    <a:cubicBezTo>
                      <a:pt x="4620" y="72"/>
                      <a:pt x="4549" y="1"/>
                      <a:pt x="444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62"/>
              <p:cNvSpPr/>
              <p:nvPr/>
            </p:nvSpPr>
            <p:spPr>
              <a:xfrm>
                <a:off x="7685907" y="2145239"/>
                <a:ext cx="147075" cy="11394"/>
              </a:xfrm>
              <a:custGeom>
                <a:rect b="b" l="l" r="r" t="t"/>
                <a:pathLst>
                  <a:path extrusionOk="0" h="358" w="4621">
                    <a:moveTo>
                      <a:pt x="179" y="0"/>
                    </a:moveTo>
                    <a:cubicBezTo>
                      <a:pt x="72" y="0"/>
                      <a:pt x="1" y="71"/>
                      <a:pt x="1" y="179"/>
                    </a:cubicBezTo>
                    <a:cubicBezTo>
                      <a:pt x="1" y="274"/>
                      <a:pt x="72" y="357"/>
                      <a:pt x="179" y="357"/>
                    </a:cubicBezTo>
                    <a:lnTo>
                      <a:pt x="4442" y="357"/>
                    </a:lnTo>
                    <a:cubicBezTo>
                      <a:pt x="4549" y="357"/>
                      <a:pt x="4620" y="274"/>
                      <a:pt x="4620" y="179"/>
                    </a:cubicBezTo>
                    <a:cubicBezTo>
                      <a:pt x="4620" y="83"/>
                      <a:pt x="4537" y="0"/>
                      <a:pt x="444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62"/>
              <p:cNvSpPr/>
              <p:nvPr/>
            </p:nvSpPr>
            <p:spPr>
              <a:xfrm>
                <a:off x="7685907" y="2184260"/>
                <a:ext cx="147075" cy="11394"/>
              </a:xfrm>
              <a:custGeom>
                <a:rect b="b" l="l" r="r" t="t"/>
                <a:pathLst>
                  <a:path extrusionOk="0" h="358" w="4621">
                    <a:moveTo>
                      <a:pt x="179" y="0"/>
                    </a:moveTo>
                    <a:cubicBezTo>
                      <a:pt x="72" y="0"/>
                      <a:pt x="1" y="84"/>
                      <a:pt x="1" y="179"/>
                    </a:cubicBezTo>
                    <a:cubicBezTo>
                      <a:pt x="1" y="286"/>
                      <a:pt x="72" y="358"/>
                      <a:pt x="179" y="358"/>
                    </a:cubicBezTo>
                    <a:lnTo>
                      <a:pt x="4442" y="358"/>
                    </a:lnTo>
                    <a:cubicBezTo>
                      <a:pt x="4549" y="358"/>
                      <a:pt x="4620" y="286"/>
                      <a:pt x="4620" y="179"/>
                    </a:cubicBezTo>
                    <a:cubicBezTo>
                      <a:pt x="4620" y="84"/>
                      <a:pt x="4537" y="0"/>
                      <a:pt x="444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62"/>
              <p:cNvSpPr/>
              <p:nvPr/>
            </p:nvSpPr>
            <p:spPr>
              <a:xfrm>
                <a:off x="7685907" y="2223280"/>
                <a:ext cx="147075" cy="11394"/>
              </a:xfrm>
              <a:custGeom>
                <a:rect b="b" l="l" r="r" t="t"/>
                <a:pathLst>
                  <a:path extrusionOk="0" h="358" w="4621">
                    <a:moveTo>
                      <a:pt x="179" y="1"/>
                    </a:moveTo>
                    <a:cubicBezTo>
                      <a:pt x="72" y="1"/>
                      <a:pt x="1" y="72"/>
                      <a:pt x="1" y="179"/>
                    </a:cubicBezTo>
                    <a:cubicBezTo>
                      <a:pt x="1" y="286"/>
                      <a:pt x="72" y="358"/>
                      <a:pt x="179" y="358"/>
                    </a:cubicBezTo>
                    <a:lnTo>
                      <a:pt x="4442" y="358"/>
                    </a:lnTo>
                    <a:cubicBezTo>
                      <a:pt x="4549" y="358"/>
                      <a:pt x="4620" y="286"/>
                      <a:pt x="4620" y="179"/>
                    </a:cubicBezTo>
                    <a:cubicBezTo>
                      <a:pt x="4620" y="84"/>
                      <a:pt x="4537" y="1"/>
                      <a:pt x="444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7" name="Google Shape;3617;p62"/>
            <p:cNvGrpSpPr/>
            <p:nvPr/>
          </p:nvGrpSpPr>
          <p:grpSpPr>
            <a:xfrm>
              <a:off x="2882985" y="1525029"/>
              <a:ext cx="255836" cy="240305"/>
              <a:chOff x="1749728" y="2894777"/>
              <a:chExt cx="386927" cy="363438"/>
            </a:xfrm>
          </p:grpSpPr>
          <p:sp>
            <p:nvSpPr>
              <p:cNvPr id="3618" name="Google Shape;3618;p62"/>
              <p:cNvSpPr/>
              <p:nvPr/>
            </p:nvSpPr>
            <p:spPr>
              <a:xfrm>
                <a:off x="1809595" y="3025333"/>
                <a:ext cx="97424" cy="32432"/>
              </a:xfrm>
              <a:custGeom>
                <a:rect b="b" l="l" r="r" t="t"/>
                <a:pathLst>
                  <a:path extrusionOk="0" h="1019" w="3061">
                    <a:moveTo>
                      <a:pt x="1208" y="0"/>
                    </a:moveTo>
                    <a:cubicBezTo>
                      <a:pt x="852" y="0"/>
                      <a:pt x="531" y="35"/>
                      <a:pt x="322" y="66"/>
                    </a:cubicBezTo>
                    <a:cubicBezTo>
                      <a:pt x="143" y="101"/>
                      <a:pt x="1" y="244"/>
                      <a:pt x="1" y="423"/>
                    </a:cubicBezTo>
                    <a:lnTo>
                      <a:pt x="1" y="840"/>
                    </a:lnTo>
                    <a:cubicBezTo>
                      <a:pt x="1" y="947"/>
                      <a:pt x="84" y="1018"/>
                      <a:pt x="179" y="1018"/>
                    </a:cubicBezTo>
                    <a:cubicBezTo>
                      <a:pt x="286" y="1018"/>
                      <a:pt x="358" y="947"/>
                      <a:pt x="358" y="840"/>
                    </a:cubicBezTo>
                    <a:lnTo>
                      <a:pt x="358" y="423"/>
                    </a:lnTo>
                    <a:cubicBezTo>
                      <a:pt x="358" y="423"/>
                      <a:pt x="358" y="411"/>
                      <a:pt x="382" y="411"/>
                    </a:cubicBezTo>
                    <a:cubicBezTo>
                      <a:pt x="549" y="383"/>
                      <a:pt x="870" y="340"/>
                      <a:pt x="1231" y="340"/>
                    </a:cubicBezTo>
                    <a:cubicBezTo>
                      <a:pt x="1330" y="340"/>
                      <a:pt x="1433" y="344"/>
                      <a:pt x="1536" y="351"/>
                    </a:cubicBezTo>
                    <a:cubicBezTo>
                      <a:pt x="2084" y="387"/>
                      <a:pt x="2489" y="530"/>
                      <a:pt x="2727" y="768"/>
                    </a:cubicBezTo>
                    <a:cubicBezTo>
                      <a:pt x="2763" y="804"/>
                      <a:pt x="2807" y="822"/>
                      <a:pt x="2852" y="822"/>
                    </a:cubicBezTo>
                    <a:cubicBezTo>
                      <a:pt x="2897" y="822"/>
                      <a:pt x="2941" y="804"/>
                      <a:pt x="2977" y="768"/>
                    </a:cubicBezTo>
                    <a:cubicBezTo>
                      <a:pt x="3060" y="709"/>
                      <a:pt x="3060" y="590"/>
                      <a:pt x="2977" y="530"/>
                    </a:cubicBezTo>
                    <a:cubicBezTo>
                      <a:pt x="2554" y="107"/>
                      <a:pt x="1828" y="0"/>
                      <a:pt x="1208"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62"/>
              <p:cNvSpPr/>
              <p:nvPr/>
            </p:nvSpPr>
            <p:spPr>
              <a:xfrm>
                <a:off x="1749728" y="2974346"/>
                <a:ext cx="216777" cy="283869"/>
              </a:xfrm>
              <a:custGeom>
                <a:rect b="b" l="l" r="r" t="t"/>
                <a:pathLst>
                  <a:path extrusionOk="0" h="8919" w="6811">
                    <a:moveTo>
                      <a:pt x="5311" y="334"/>
                    </a:moveTo>
                    <a:lnTo>
                      <a:pt x="5311" y="2061"/>
                    </a:lnTo>
                    <a:cubicBezTo>
                      <a:pt x="5311" y="2311"/>
                      <a:pt x="5251" y="2561"/>
                      <a:pt x="5132" y="2799"/>
                    </a:cubicBezTo>
                    <a:cubicBezTo>
                      <a:pt x="5120" y="2835"/>
                      <a:pt x="5120" y="2846"/>
                      <a:pt x="5120" y="2882"/>
                    </a:cubicBezTo>
                    <a:lnTo>
                      <a:pt x="5120" y="3382"/>
                    </a:lnTo>
                    <a:cubicBezTo>
                      <a:pt x="5120" y="3858"/>
                      <a:pt x="4918" y="4311"/>
                      <a:pt x="4560" y="4644"/>
                    </a:cubicBezTo>
                    <a:cubicBezTo>
                      <a:pt x="4227" y="4955"/>
                      <a:pt x="3811" y="5111"/>
                      <a:pt x="3369" y="5111"/>
                    </a:cubicBezTo>
                    <a:cubicBezTo>
                      <a:pt x="3338" y="5111"/>
                      <a:pt x="3306" y="5110"/>
                      <a:pt x="3275" y="5109"/>
                    </a:cubicBezTo>
                    <a:cubicBezTo>
                      <a:pt x="2382" y="5061"/>
                      <a:pt x="1679" y="4275"/>
                      <a:pt x="1679" y="3323"/>
                    </a:cubicBezTo>
                    <a:lnTo>
                      <a:pt x="1679" y="2882"/>
                    </a:lnTo>
                    <a:cubicBezTo>
                      <a:pt x="1679" y="2846"/>
                      <a:pt x="1679" y="2823"/>
                      <a:pt x="1667" y="2799"/>
                    </a:cubicBezTo>
                    <a:cubicBezTo>
                      <a:pt x="1548" y="2561"/>
                      <a:pt x="1489" y="2311"/>
                      <a:pt x="1489" y="2061"/>
                    </a:cubicBezTo>
                    <a:lnTo>
                      <a:pt x="1489" y="1668"/>
                    </a:lnTo>
                    <a:cubicBezTo>
                      <a:pt x="1489" y="930"/>
                      <a:pt x="2096" y="334"/>
                      <a:pt x="2822" y="334"/>
                    </a:cubicBezTo>
                    <a:close/>
                    <a:moveTo>
                      <a:pt x="4358" y="5240"/>
                    </a:moveTo>
                    <a:lnTo>
                      <a:pt x="4358" y="5573"/>
                    </a:lnTo>
                    <a:lnTo>
                      <a:pt x="3406" y="6228"/>
                    </a:lnTo>
                    <a:lnTo>
                      <a:pt x="2441" y="5573"/>
                    </a:lnTo>
                    <a:lnTo>
                      <a:pt x="2441" y="5240"/>
                    </a:lnTo>
                    <a:cubicBezTo>
                      <a:pt x="2691" y="5371"/>
                      <a:pt x="2977" y="5466"/>
                      <a:pt x="3251" y="5478"/>
                    </a:cubicBezTo>
                    <a:lnTo>
                      <a:pt x="3394" y="5478"/>
                    </a:lnTo>
                    <a:cubicBezTo>
                      <a:pt x="3727" y="5478"/>
                      <a:pt x="4060" y="5406"/>
                      <a:pt x="4358" y="5240"/>
                    </a:cubicBezTo>
                    <a:close/>
                    <a:moveTo>
                      <a:pt x="2286" y="5883"/>
                    </a:moveTo>
                    <a:lnTo>
                      <a:pt x="3120" y="6466"/>
                    </a:lnTo>
                    <a:lnTo>
                      <a:pt x="2679" y="6906"/>
                    </a:lnTo>
                    <a:lnTo>
                      <a:pt x="2655" y="6906"/>
                    </a:lnTo>
                    <a:lnTo>
                      <a:pt x="2108" y="6073"/>
                    </a:lnTo>
                    <a:lnTo>
                      <a:pt x="2286" y="5883"/>
                    </a:lnTo>
                    <a:close/>
                    <a:moveTo>
                      <a:pt x="4525" y="5883"/>
                    </a:moveTo>
                    <a:lnTo>
                      <a:pt x="4703" y="6073"/>
                    </a:lnTo>
                    <a:lnTo>
                      <a:pt x="4144" y="6906"/>
                    </a:lnTo>
                    <a:lnTo>
                      <a:pt x="4132" y="6906"/>
                    </a:lnTo>
                    <a:lnTo>
                      <a:pt x="3691" y="6466"/>
                    </a:lnTo>
                    <a:lnTo>
                      <a:pt x="4525" y="5883"/>
                    </a:lnTo>
                    <a:close/>
                    <a:moveTo>
                      <a:pt x="2834" y="1"/>
                    </a:moveTo>
                    <a:cubicBezTo>
                      <a:pt x="1905" y="1"/>
                      <a:pt x="1143" y="763"/>
                      <a:pt x="1143" y="1703"/>
                    </a:cubicBezTo>
                    <a:lnTo>
                      <a:pt x="1143" y="2084"/>
                    </a:lnTo>
                    <a:cubicBezTo>
                      <a:pt x="1143" y="2382"/>
                      <a:pt x="1203" y="2680"/>
                      <a:pt x="1334" y="2954"/>
                    </a:cubicBezTo>
                    <a:lnTo>
                      <a:pt x="1334" y="3358"/>
                    </a:lnTo>
                    <a:cubicBezTo>
                      <a:pt x="1334" y="4025"/>
                      <a:pt x="1631" y="4620"/>
                      <a:pt x="2096" y="5025"/>
                    </a:cubicBezTo>
                    <a:lnTo>
                      <a:pt x="2096" y="5621"/>
                    </a:lnTo>
                    <a:lnTo>
                      <a:pt x="1762" y="5954"/>
                    </a:lnTo>
                    <a:cubicBezTo>
                      <a:pt x="1739" y="6002"/>
                      <a:pt x="1703" y="6049"/>
                      <a:pt x="1727" y="6097"/>
                    </a:cubicBezTo>
                    <a:lnTo>
                      <a:pt x="619" y="6490"/>
                    </a:lnTo>
                    <a:cubicBezTo>
                      <a:pt x="250" y="6633"/>
                      <a:pt x="0" y="6990"/>
                      <a:pt x="0" y="7371"/>
                    </a:cubicBezTo>
                    <a:lnTo>
                      <a:pt x="0" y="8740"/>
                    </a:lnTo>
                    <a:cubicBezTo>
                      <a:pt x="0" y="8847"/>
                      <a:pt x="72" y="8919"/>
                      <a:pt x="179" y="8919"/>
                    </a:cubicBezTo>
                    <a:cubicBezTo>
                      <a:pt x="274" y="8919"/>
                      <a:pt x="358" y="8847"/>
                      <a:pt x="358" y="8740"/>
                    </a:cubicBezTo>
                    <a:lnTo>
                      <a:pt x="358" y="7371"/>
                    </a:lnTo>
                    <a:cubicBezTo>
                      <a:pt x="358" y="7133"/>
                      <a:pt x="500" y="6906"/>
                      <a:pt x="739" y="6823"/>
                    </a:cubicBezTo>
                    <a:lnTo>
                      <a:pt x="1905" y="6406"/>
                    </a:lnTo>
                    <a:lnTo>
                      <a:pt x="2382" y="7121"/>
                    </a:lnTo>
                    <a:cubicBezTo>
                      <a:pt x="2441" y="7204"/>
                      <a:pt x="2536" y="7264"/>
                      <a:pt x="2644" y="7287"/>
                    </a:cubicBezTo>
                    <a:lnTo>
                      <a:pt x="2679" y="7287"/>
                    </a:lnTo>
                    <a:cubicBezTo>
                      <a:pt x="2774" y="7287"/>
                      <a:pt x="2870" y="7240"/>
                      <a:pt x="2929" y="7180"/>
                    </a:cubicBezTo>
                    <a:lnTo>
                      <a:pt x="3227" y="6883"/>
                    </a:lnTo>
                    <a:lnTo>
                      <a:pt x="3227" y="8740"/>
                    </a:lnTo>
                    <a:cubicBezTo>
                      <a:pt x="3227" y="8847"/>
                      <a:pt x="3298" y="8919"/>
                      <a:pt x="3406" y="8919"/>
                    </a:cubicBezTo>
                    <a:cubicBezTo>
                      <a:pt x="3513" y="8919"/>
                      <a:pt x="3584" y="8847"/>
                      <a:pt x="3584" y="8740"/>
                    </a:cubicBezTo>
                    <a:lnTo>
                      <a:pt x="3584" y="6883"/>
                    </a:lnTo>
                    <a:lnTo>
                      <a:pt x="3882" y="7180"/>
                    </a:lnTo>
                    <a:cubicBezTo>
                      <a:pt x="3953" y="7252"/>
                      <a:pt x="4048" y="7287"/>
                      <a:pt x="4132" y="7287"/>
                    </a:cubicBezTo>
                    <a:lnTo>
                      <a:pt x="4168" y="7287"/>
                    </a:lnTo>
                    <a:cubicBezTo>
                      <a:pt x="4263" y="7264"/>
                      <a:pt x="4370" y="7204"/>
                      <a:pt x="4429" y="7121"/>
                    </a:cubicBezTo>
                    <a:lnTo>
                      <a:pt x="4906" y="6406"/>
                    </a:lnTo>
                    <a:lnTo>
                      <a:pt x="6073" y="6823"/>
                    </a:lnTo>
                    <a:cubicBezTo>
                      <a:pt x="6287" y="6906"/>
                      <a:pt x="6454" y="7121"/>
                      <a:pt x="6454" y="7371"/>
                    </a:cubicBezTo>
                    <a:lnTo>
                      <a:pt x="6454" y="8740"/>
                    </a:lnTo>
                    <a:cubicBezTo>
                      <a:pt x="6454" y="8847"/>
                      <a:pt x="6525" y="8919"/>
                      <a:pt x="6632" y="8919"/>
                    </a:cubicBezTo>
                    <a:cubicBezTo>
                      <a:pt x="6739" y="8919"/>
                      <a:pt x="6811" y="8847"/>
                      <a:pt x="6811" y="8740"/>
                    </a:cubicBezTo>
                    <a:lnTo>
                      <a:pt x="6811" y="7371"/>
                    </a:lnTo>
                    <a:cubicBezTo>
                      <a:pt x="6811" y="6954"/>
                      <a:pt x="6573" y="6609"/>
                      <a:pt x="6203" y="6478"/>
                    </a:cubicBezTo>
                    <a:lnTo>
                      <a:pt x="5096" y="6073"/>
                    </a:lnTo>
                    <a:cubicBezTo>
                      <a:pt x="5096" y="6037"/>
                      <a:pt x="5084" y="5966"/>
                      <a:pt x="5060" y="5942"/>
                    </a:cubicBezTo>
                    <a:lnTo>
                      <a:pt x="4727" y="5597"/>
                    </a:lnTo>
                    <a:lnTo>
                      <a:pt x="4727" y="5025"/>
                    </a:lnTo>
                    <a:cubicBezTo>
                      <a:pt x="4763" y="4990"/>
                      <a:pt x="4799" y="4966"/>
                      <a:pt x="4834" y="4930"/>
                    </a:cubicBezTo>
                    <a:cubicBezTo>
                      <a:pt x="5251" y="4549"/>
                      <a:pt x="5489" y="3978"/>
                      <a:pt x="5489" y="3418"/>
                    </a:cubicBezTo>
                    <a:lnTo>
                      <a:pt x="5489" y="2954"/>
                    </a:lnTo>
                    <a:cubicBezTo>
                      <a:pt x="5608" y="2680"/>
                      <a:pt x="5680" y="2382"/>
                      <a:pt x="5680" y="2084"/>
                    </a:cubicBezTo>
                    <a:lnTo>
                      <a:pt x="5680" y="179"/>
                    </a:lnTo>
                    <a:cubicBezTo>
                      <a:pt x="5680" y="84"/>
                      <a:pt x="5608" y="1"/>
                      <a:pt x="550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62"/>
              <p:cNvSpPr/>
              <p:nvPr/>
            </p:nvSpPr>
            <p:spPr>
              <a:xfrm>
                <a:off x="1785725" y="3222186"/>
                <a:ext cx="11394" cy="35647"/>
              </a:xfrm>
              <a:custGeom>
                <a:rect b="b" l="l" r="r" t="t"/>
                <a:pathLst>
                  <a:path extrusionOk="0" h="1120" w="358">
                    <a:moveTo>
                      <a:pt x="179" y="0"/>
                    </a:moveTo>
                    <a:cubicBezTo>
                      <a:pt x="72" y="0"/>
                      <a:pt x="0" y="72"/>
                      <a:pt x="0" y="179"/>
                    </a:cubicBezTo>
                    <a:lnTo>
                      <a:pt x="0" y="941"/>
                    </a:lnTo>
                    <a:cubicBezTo>
                      <a:pt x="0" y="1048"/>
                      <a:pt x="72" y="1120"/>
                      <a:pt x="179" y="1120"/>
                    </a:cubicBezTo>
                    <a:cubicBezTo>
                      <a:pt x="274" y="1120"/>
                      <a:pt x="358" y="1048"/>
                      <a:pt x="358" y="941"/>
                    </a:cubicBezTo>
                    <a:lnTo>
                      <a:pt x="358" y="179"/>
                    </a:lnTo>
                    <a:cubicBezTo>
                      <a:pt x="358" y="72"/>
                      <a:pt x="274" y="0"/>
                      <a:pt x="17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62"/>
              <p:cNvSpPr/>
              <p:nvPr/>
            </p:nvSpPr>
            <p:spPr>
              <a:xfrm>
                <a:off x="1919114" y="3222186"/>
                <a:ext cx="11394" cy="35647"/>
              </a:xfrm>
              <a:custGeom>
                <a:rect b="b" l="l" r="r" t="t"/>
                <a:pathLst>
                  <a:path extrusionOk="0" h="1120" w="358">
                    <a:moveTo>
                      <a:pt x="179" y="0"/>
                    </a:moveTo>
                    <a:cubicBezTo>
                      <a:pt x="72" y="0"/>
                      <a:pt x="0" y="72"/>
                      <a:pt x="0" y="179"/>
                    </a:cubicBezTo>
                    <a:lnTo>
                      <a:pt x="0" y="941"/>
                    </a:lnTo>
                    <a:cubicBezTo>
                      <a:pt x="0" y="1048"/>
                      <a:pt x="72" y="1120"/>
                      <a:pt x="179" y="1120"/>
                    </a:cubicBezTo>
                    <a:cubicBezTo>
                      <a:pt x="286" y="1120"/>
                      <a:pt x="358" y="1048"/>
                      <a:pt x="358" y="941"/>
                    </a:cubicBezTo>
                    <a:lnTo>
                      <a:pt x="358" y="179"/>
                    </a:lnTo>
                    <a:cubicBezTo>
                      <a:pt x="358" y="72"/>
                      <a:pt x="274" y="0"/>
                      <a:pt x="179"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62"/>
              <p:cNvSpPr/>
              <p:nvPr/>
            </p:nvSpPr>
            <p:spPr>
              <a:xfrm>
                <a:off x="1956257" y="2931156"/>
                <a:ext cx="180398" cy="188737"/>
              </a:xfrm>
              <a:custGeom>
                <a:rect b="b" l="l" r="r" t="t"/>
                <a:pathLst>
                  <a:path extrusionOk="0" h="5930" w="5668">
                    <a:moveTo>
                      <a:pt x="738" y="1"/>
                    </a:moveTo>
                    <a:cubicBezTo>
                      <a:pt x="322" y="1"/>
                      <a:pt x="0" y="346"/>
                      <a:pt x="0" y="751"/>
                    </a:cubicBezTo>
                    <a:lnTo>
                      <a:pt x="0" y="3799"/>
                    </a:lnTo>
                    <a:cubicBezTo>
                      <a:pt x="0" y="4215"/>
                      <a:pt x="334" y="4549"/>
                      <a:pt x="738" y="4549"/>
                    </a:cubicBezTo>
                    <a:lnTo>
                      <a:pt x="1084" y="4549"/>
                    </a:lnTo>
                    <a:lnTo>
                      <a:pt x="810" y="5585"/>
                    </a:lnTo>
                    <a:cubicBezTo>
                      <a:pt x="786" y="5704"/>
                      <a:pt x="834" y="5811"/>
                      <a:pt x="929" y="5882"/>
                    </a:cubicBezTo>
                    <a:cubicBezTo>
                      <a:pt x="977" y="5918"/>
                      <a:pt x="1036" y="5930"/>
                      <a:pt x="1084" y="5930"/>
                    </a:cubicBezTo>
                    <a:cubicBezTo>
                      <a:pt x="1143" y="5930"/>
                      <a:pt x="1203" y="5918"/>
                      <a:pt x="1250" y="5870"/>
                    </a:cubicBezTo>
                    <a:lnTo>
                      <a:pt x="3072" y="4525"/>
                    </a:lnTo>
                    <a:lnTo>
                      <a:pt x="4918" y="4525"/>
                    </a:lnTo>
                    <a:cubicBezTo>
                      <a:pt x="5334" y="4525"/>
                      <a:pt x="5668" y="4192"/>
                      <a:pt x="5668" y="3787"/>
                    </a:cubicBezTo>
                    <a:lnTo>
                      <a:pt x="5668" y="751"/>
                    </a:lnTo>
                    <a:cubicBezTo>
                      <a:pt x="5656" y="334"/>
                      <a:pt x="5322" y="12"/>
                      <a:pt x="4906" y="12"/>
                    </a:cubicBezTo>
                    <a:lnTo>
                      <a:pt x="3953" y="12"/>
                    </a:lnTo>
                    <a:cubicBezTo>
                      <a:pt x="3846" y="12"/>
                      <a:pt x="3775" y="84"/>
                      <a:pt x="3775" y="191"/>
                    </a:cubicBezTo>
                    <a:cubicBezTo>
                      <a:pt x="3775" y="286"/>
                      <a:pt x="3846" y="370"/>
                      <a:pt x="3953" y="370"/>
                    </a:cubicBezTo>
                    <a:lnTo>
                      <a:pt x="4906" y="370"/>
                    </a:lnTo>
                    <a:cubicBezTo>
                      <a:pt x="5132" y="370"/>
                      <a:pt x="5299" y="548"/>
                      <a:pt x="5299" y="751"/>
                    </a:cubicBezTo>
                    <a:lnTo>
                      <a:pt x="5299" y="3799"/>
                    </a:lnTo>
                    <a:cubicBezTo>
                      <a:pt x="5299" y="4025"/>
                      <a:pt x="5120" y="4192"/>
                      <a:pt x="4906" y="4192"/>
                    </a:cubicBezTo>
                    <a:lnTo>
                      <a:pt x="3001" y="4192"/>
                    </a:lnTo>
                    <a:cubicBezTo>
                      <a:pt x="2953" y="4192"/>
                      <a:pt x="2929" y="4203"/>
                      <a:pt x="2893" y="4215"/>
                    </a:cubicBezTo>
                    <a:lnTo>
                      <a:pt x="1203" y="5454"/>
                    </a:lnTo>
                    <a:lnTo>
                      <a:pt x="1203" y="5454"/>
                    </a:lnTo>
                    <a:lnTo>
                      <a:pt x="1465" y="4418"/>
                    </a:lnTo>
                    <a:cubicBezTo>
                      <a:pt x="1489" y="4358"/>
                      <a:pt x="1465" y="4311"/>
                      <a:pt x="1441" y="4263"/>
                    </a:cubicBezTo>
                    <a:cubicBezTo>
                      <a:pt x="1405" y="4215"/>
                      <a:pt x="1346" y="4192"/>
                      <a:pt x="1310" y="4192"/>
                    </a:cubicBezTo>
                    <a:lnTo>
                      <a:pt x="738" y="4192"/>
                    </a:lnTo>
                    <a:cubicBezTo>
                      <a:pt x="512" y="4192"/>
                      <a:pt x="357" y="4013"/>
                      <a:pt x="357" y="3799"/>
                    </a:cubicBezTo>
                    <a:lnTo>
                      <a:pt x="357" y="751"/>
                    </a:lnTo>
                    <a:cubicBezTo>
                      <a:pt x="357" y="524"/>
                      <a:pt x="536" y="370"/>
                      <a:pt x="738" y="370"/>
                    </a:cubicBezTo>
                    <a:lnTo>
                      <a:pt x="1691" y="370"/>
                    </a:lnTo>
                    <a:cubicBezTo>
                      <a:pt x="1798" y="370"/>
                      <a:pt x="1870" y="286"/>
                      <a:pt x="1870" y="179"/>
                    </a:cubicBezTo>
                    <a:cubicBezTo>
                      <a:pt x="1870" y="84"/>
                      <a:pt x="1798" y="1"/>
                      <a:pt x="169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62"/>
              <p:cNvSpPr/>
              <p:nvPr/>
            </p:nvSpPr>
            <p:spPr>
              <a:xfrm>
                <a:off x="2027487" y="2894777"/>
                <a:ext cx="36029" cy="108786"/>
              </a:xfrm>
              <a:custGeom>
                <a:rect b="b" l="l" r="r" t="t"/>
                <a:pathLst>
                  <a:path extrusionOk="0" h="3418" w="1132">
                    <a:moveTo>
                      <a:pt x="775" y="358"/>
                    </a:moveTo>
                    <a:lnTo>
                      <a:pt x="596" y="3049"/>
                    </a:lnTo>
                    <a:lnTo>
                      <a:pt x="560" y="3049"/>
                    </a:lnTo>
                    <a:lnTo>
                      <a:pt x="394" y="358"/>
                    </a:lnTo>
                    <a:close/>
                    <a:moveTo>
                      <a:pt x="179" y="1"/>
                    </a:moveTo>
                    <a:cubicBezTo>
                      <a:pt x="143" y="1"/>
                      <a:pt x="96" y="24"/>
                      <a:pt x="48" y="60"/>
                    </a:cubicBezTo>
                    <a:cubicBezTo>
                      <a:pt x="24" y="96"/>
                      <a:pt x="1" y="155"/>
                      <a:pt x="1" y="203"/>
                    </a:cubicBezTo>
                    <a:lnTo>
                      <a:pt x="203" y="3251"/>
                    </a:lnTo>
                    <a:cubicBezTo>
                      <a:pt x="203" y="3334"/>
                      <a:pt x="286" y="3418"/>
                      <a:pt x="382" y="3418"/>
                    </a:cubicBezTo>
                    <a:lnTo>
                      <a:pt x="763" y="3418"/>
                    </a:lnTo>
                    <a:cubicBezTo>
                      <a:pt x="858" y="3418"/>
                      <a:pt x="941" y="3334"/>
                      <a:pt x="941" y="3251"/>
                    </a:cubicBezTo>
                    <a:lnTo>
                      <a:pt x="1132" y="203"/>
                    </a:lnTo>
                    <a:cubicBezTo>
                      <a:pt x="1132" y="155"/>
                      <a:pt x="1120" y="96"/>
                      <a:pt x="1072" y="60"/>
                    </a:cubicBezTo>
                    <a:cubicBezTo>
                      <a:pt x="1048" y="36"/>
                      <a:pt x="1001" y="1"/>
                      <a:pt x="941"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62"/>
              <p:cNvSpPr/>
              <p:nvPr/>
            </p:nvSpPr>
            <p:spPr>
              <a:xfrm>
                <a:off x="2027487" y="3009992"/>
                <a:ext cx="36029" cy="36029"/>
              </a:xfrm>
              <a:custGeom>
                <a:rect b="b" l="l" r="r" t="t"/>
                <a:pathLst>
                  <a:path extrusionOk="0" h="1132" w="1132">
                    <a:moveTo>
                      <a:pt x="572" y="345"/>
                    </a:moveTo>
                    <a:cubicBezTo>
                      <a:pt x="691" y="345"/>
                      <a:pt x="775" y="429"/>
                      <a:pt x="775" y="548"/>
                    </a:cubicBezTo>
                    <a:cubicBezTo>
                      <a:pt x="775" y="667"/>
                      <a:pt x="691" y="762"/>
                      <a:pt x="572" y="762"/>
                    </a:cubicBezTo>
                    <a:cubicBezTo>
                      <a:pt x="453" y="762"/>
                      <a:pt x="358" y="667"/>
                      <a:pt x="358" y="548"/>
                    </a:cubicBezTo>
                    <a:cubicBezTo>
                      <a:pt x="358" y="429"/>
                      <a:pt x="453" y="345"/>
                      <a:pt x="572" y="345"/>
                    </a:cubicBezTo>
                    <a:close/>
                    <a:moveTo>
                      <a:pt x="572" y="0"/>
                    </a:moveTo>
                    <a:cubicBezTo>
                      <a:pt x="263" y="0"/>
                      <a:pt x="1" y="250"/>
                      <a:pt x="1" y="572"/>
                    </a:cubicBezTo>
                    <a:cubicBezTo>
                      <a:pt x="1" y="881"/>
                      <a:pt x="263" y="1131"/>
                      <a:pt x="572" y="1131"/>
                    </a:cubicBezTo>
                    <a:cubicBezTo>
                      <a:pt x="882" y="1131"/>
                      <a:pt x="1132" y="881"/>
                      <a:pt x="1132" y="572"/>
                    </a:cubicBezTo>
                    <a:cubicBezTo>
                      <a:pt x="1132" y="250"/>
                      <a:pt x="882" y="0"/>
                      <a:pt x="572"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25" name="Google Shape;3625;p62"/>
            <p:cNvCxnSpPr/>
            <p:nvPr/>
          </p:nvCxnSpPr>
          <p:spPr>
            <a:xfrm flipH="1">
              <a:off x="3604475" y="1881775"/>
              <a:ext cx="109800" cy="235200"/>
            </a:xfrm>
            <a:prstGeom prst="straightConnector1">
              <a:avLst/>
            </a:prstGeom>
            <a:noFill/>
            <a:ln cap="flat" cmpd="sng" w="9525">
              <a:solidFill>
                <a:srgbClr val="2F293A"/>
              </a:solidFill>
              <a:prstDash val="solid"/>
              <a:round/>
              <a:headEnd len="med" w="med" type="none"/>
              <a:tailEnd len="med" w="med" type="none"/>
            </a:ln>
          </p:spPr>
        </p:cxnSp>
        <p:cxnSp>
          <p:nvCxnSpPr>
            <p:cNvPr id="3626" name="Google Shape;3626;p62"/>
            <p:cNvCxnSpPr/>
            <p:nvPr/>
          </p:nvCxnSpPr>
          <p:spPr>
            <a:xfrm>
              <a:off x="3079200" y="1881775"/>
              <a:ext cx="117600" cy="274500"/>
            </a:xfrm>
            <a:prstGeom prst="straightConnector1">
              <a:avLst/>
            </a:prstGeom>
            <a:noFill/>
            <a:ln cap="flat" cmpd="sng" w="9525">
              <a:solidFill>
                <a:srgbClr val="2F293A"/>
              </a:solidFill>
              <a:prstDash val="solid"/>
              <a:round/>
              <a:headEnd len="med" w="med" type="none"/>
              <a:tailEnd len="med" w="med" type="none"/>
            </a:ln>
          </p:spPr>
        </p:cxnSp>
        <p:cxnSp>
          <p:nvCxnSpPr>
            <p:cNvPr id="3627" name="Google Shape;3627;p62"/>
            <p:cNvCxnSpPr>
              <a:stCxn id="3406" idx="2"/>
              <a:endCxn id="3607" idx="0"/>
            </p:cNvCxnSpPr>
            <p:nvPr/>
          </p:nvCxnSpPr>
          <p:spPr>
            <a:xfrm>
              <a:off x="3408719" y="3016166"/>
              <a:ext cx="0" cy="212100"/>
            </a:xfrm>
            <a:prstGeom prst="straightConnector1">
              <a:avLst/>
            </a:prstGeom>
            <a:noFill/>
            <a:ln cap="flat" cmpd="sng" w="9525">
              <a:solidFill>
                <a:srgbClr val="2F293A"/>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2"/>
                                        </p:tgtEl>
                                        <p:attrNameLst>
                                          <p:attrName>style.visibility</p:attrName>
                                        </p:attrNameLst>
                                      </p:cBhvr>
                                      <p:to>
                                        <p:strVal val="visible"/>
                                      </p:to>
                                    </p:set>
                                    <p:animEffect filter="fade" transition="in">
                                      <p:cBhvr>
                                        <p:cTn dur="300"/>
                                        <p:tgtEl>
                                          <p:spTgt spid="3402"/>
                                        </p:tgtEl>
                                      </p:cBhvr>
                                    </p:animEffect>
                                  </p:childTnLst>
                                </p:cTn>
                              </p:par>
                              <p:par>
                                <p:cTn fill="hold" nodeType="withEffect" presetClass="entr" presetID="10" presetSubtype="0">
                                  <p:stCondLst>
                                    <p:cond delay="0"/>
                                  </p:stCondLst>
                                  <p:childTnLst>
                                    <p:set>
                                      <p:cBhvr>
                                        <p:cTn dur="1" fill="hold">
                                          <p:stCondLst>
                                            <p:cond delay="0"/>
                                          </p:stCondLst>
                                        </p:cTn>
                                        <p:tgtEl>
                                          <p:spTgt spid="3395"/>
                                        </p:tgtEl>
                                        <p:attrNameLst>
                                          <p:attrName>style.visibility</p:attrName>
                                        </p:attrNameLst>
                                      </p:cBhvr>
                                      <p:to>
                                        <p:strVal val="visible"/>
                                      </p:to>
                                    </p:set>
                                    <p:animEffect filter="fade" transition="in">
                                      <p:cBhvr>
                                        <p:cTn dur="300"/>
                                        <p:tgtEl>
                                          <p:spTgt spid="3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gtEl>
                                        <p:attrNameLst>
                                          <p:attrName>style.visibility</p:attrName>
                                        </p:attrNameLst>
                                      </p:cBhvr>
                                      <p:to>
                                        <p:strVal val="visible"/>
                                      </p:to>
                                    </p:set>
                                    <p:animEffect filter="fade" transition="in">
                                      <p:cBhvr>
                                        <p:cTn dur="300"/>
                                        <p:tgtEl>
                                          <p:spTgt spid="3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4"/>
                                        </p:tgtEl>
                                        <p:attrNameLst>
                                          <p:attrName>style.visibility</p:attrName>
                                        </p:attrNameLst>
                                      </p:cBhvr>
                                      <p:to>
                                        <p:strVal val="visible"/>
                                      </p:to>
                                    </p:set>
                                    <p:animEffect filter="fade" transition="in">
                                      <p:cBhvr>
                                        <p:cTn dur="300"/>
                                        <p:tgtEl>
                                          <p:spTgt spid="3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5"/>
                                        </p:tgtEl>
                                        <p:attrNameLst>
                                          <p:attrName>style.visibility</p:attrName>
                                        </p:attrNameLst>
                                      </p:cBhvr>
                                      <p:to>
                                        <p:strVal val="visible"/>
                                      </p:to>
                                    </p:set>
                                    <p:animEffect filter="fade" transition="in">
                                      <p:cBhvr>
                                        <p:cTn dur="300"/>
                                        <p:tgtEl>
                                          <p:spTgt spid="3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7"/>
                                        </p:tgtEl>
                                        <p:attrNameLst>
                                          <p:attrName>style.visibility</p:attrName>
                                        </p:attrNameLst>
                                      </p:cBhvr>
                                      <p:to>
                                        <p:strVal val="visible"/>
                                      </p:to>
                                    </p:set>
                                    <p:animEffect filter="fade" transition="in">
                                      <p:cBhvr>
                                        <p:cTn dur="300"/>
                                        <p:tgtEl>
                                          <p:spTgt spid="3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1"/>
                                        </p:tgtEl>
                                        <p:attrNameLst>
                                          <p:attrName>style.visibility</p:attrName>
                                        </p:attrNameLst>
                                      </p:cBhvr>
                                      <p:to>
                                        <p:strVal val="visible"/>
                                      </p:to>
                                    </p:set>
                                    <p:animEffect filter="fade" transition="in">
                                      <p:cBhvr>
                                        <p:cTn dur="300"/>
                                        <p:tgtEl>
                                          <p:spTgt spid="3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0"/>
                                        </p:tgtEl>
                                        <p:attrNameLst>
                                          <p:attrName>style.visibility</p:attrName>
                                        </p:attrNameLst>
                                      </p:cBhvr>
                                      <p:to>
                                        <p:strVal val="visible"/>
                                      </p:to>
                                    </p:set>
                                    <p:animEffect filter="fade" transition="in">
                                      <p:cBhvr>
                                        <p:cTn dur="300"/>
                                        <p:tgtEl>
                                          <p:spTgt spid="3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7"/>
                                        </p:tgtEl>
                                        <p:attrNameLst>
                                          <p:attrName>style.visibility</p:attrName>
                                        </p:attrNameLst>
                                      </p:cBhvr>
                                      <p:to>
                                        <p:strVal val="visible"/>
                                      </p:to>
                                    </p:set>
                                    <p:animEffect filter="fade" transition="in">
                                      <p:cBhvr>
                                        <p:cTn dur="300"/>
                                        <p:tgtEl>
                                          <p:spTgt spid="35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3"/>
                                        </p:tgtEl>
                                        <p:attrNameLst>
                                          <p:attrName>style.visibility</p:attrName>
                                        </p:attrNameLst>
                                      </p:cBhvr>
                                      <p:to>
                                        <p:strVal val="visible"/>
                                      </p:to>
                                    </p:set>
                                    <p:animEffect filter="fade" transition="in">
                                      <p:cBhvr>
                                        <p:cTn dur="300"/>
                                        <p:tgtEl>
                                          <p:spTgt spid="3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2"/>
                                        </p:tgtEl>
                                        <p:attrNameLst>
                                          <p:attrName>style.visibility</p:attrName>
                                        </p:attrNameLst>
                                      </p:cBhvr>
                                      <p:to>
                                        <p:strVal val="visible"/>
                                      </p:to>
                                    </p:set>
                                    <p:animEffect filter="fade" transition="in">
                                      <p:cBhvr>
                                        <p:cTn dur="300"/>
                                        <p:tgtEl>
                                          <p:spTgt spid="35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9"/>
                                        </p:tgtEl>
                                        <p:attrNameLst>
                                          <p:attrName>style.visibility</p:attrName>
                                        </p:attrNameLst>
                                      </p:cBhvr>
                                      <p:to>
                                        <p:strVal val="visible"/>
                                      </p:to>
                                    </p:set>
                                    <p:animEffect filter="fade" transition="in">
                                      <p:cBhvr>
                                        <p:cTn dur="300"/>
                                        <p:tgtEl>
                                          <p:spTgt spid="3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2"/>
                                        </p:tgtEl>
                                        <p:attrNameLst>
                                          <p:attrName>style.visibility</p:attrName>
                                        </p:attrNameLst>
                                      </p:cBhvr>
                                      <p:to>
                                        <p:strVal val="visible"/>
                                      </p:to>
                                    </p:set>
                                    <p:animEffect filter="fade" transition="in">
                                      <p:cBhvr>
                                        <p:cTn dur="300"/>
                                        <p:tgtEl>
                                          <p:spTgt spid="35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1" name="Shape 3631"/>
        <p:cNvGrpSpPr/>
        <p:nvPr/>
      </p:nvGrpSpPr>
      <p:grpSpPr>
        <a:xfrm>
          <a:off x="0" y="0"/>
          <a:ext cx="0" cy="0"/>
          <a:chOff x="0" y="0"/>
          <a:chExt cx="0" cy="0"/>
        </a:xfrm>
      </p:grpSpPr>
      <p:sp>
        <p:nvSpPr>
          <p:cNvPr id="3632" name="Google Shape;3632;p63"/>
          <p:cNvSpPr txBox="1"/>
          <p:nvPr>
            <p:ph idx="1" type="subTitle"/>
          </p:nvPr>
        </p:nvSpPr>
        <p:spPr>
          <a:xfrm>
            <a:off x="2642550" y="2801819"/>
            <a:ext cx="38589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1"/>
                </a:solidFill>
              </a:rPr>
              <a:t>Do you have any questions? </a:t>
            </a:r>
            <a:br>
              <a:rPr lang="en">
                <a:solidFill>
                  <a:schemeClr val="dk1"/>
                </a:solidFill>
              </a:rPr>
            </a:br>
            <a:r>
              <a:rPr lang="en">
                <a:solidFill>
                  <a:schemeClr val="dk1"/>
                </a:solidFill>
              </a:rPr>
              <a:t>chrizmonkey@gmail.com</a:t>
            </a:r>
            <a:endParaRPr>
              <a:solidFill>
                <a:schemeClr val="dk1"/>
              </a:solidFill>
            </a:endParaRPr>
          </a:p>
          <a:p>
            <a:pPr indent="0" lvl="0" marL="0" rtl="0" algn="ctr">
              <a:spcBef>
                <a:spcPts val="0"/>
              </a:spcBef>
              <a:spcAft>
                <a:spcPts val="0"/>
              </a:spcAft>
              <a:buNone/>
            </a:pPr>
            <a:r>
              <a:rPr lang="en">
                <a:solidFill>
                  <a:schemeClr val="dk1"/>
                </a:solidFill>
              </a:rPr>
              <a:t>+84  0937 566 561 </a:t>
            </a:r>
            <a:endParaRPr>
              <a:solidFill>
                <a:schemeClr val="dk1"/>
              </a:solidFill>
            </a:endParaRPr>
          </a:p>
        </p:txBody>
      </p:sp>
      <p:sp>
        <p:nvSpPr>
          <p:cNvPr id="3633" name="Google Shape;3633;p63"/>
          <p:cNvSpPr txBox="1"/>
          <p:nvPr>
            <p:ph type="title"/>
          </p:nvPr>
        </p:nvSpPr>
        <p:spPr>
          <a:xfrm>
            <a:off x="2642550" y="1772900"/>
            <a:ext cx="3858900" cy="6402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Thanks!</a:t>
            </a:r>
            <a:endParaRPr/>
          </a:p>
        </p:txBody>
      </p:sp>
      <p:pic>
        <p:nvPicPr>
          <p:cNvPr id="3634" name="Google Shape;3634;p63"/>
          <p:cNvPicPr preferRelativeResize="0"/>
          <p:nvPr/>
        </p:nvPicPr>
        <p:blipFill rotWithShape="1">
          <a:blip r:embed="rId3">
            <a:alphaModFix/>
          </a:blip>
          <a:srcRect b="48422" l="4136" r="46625" t="19665"/>
          <a:stretch/>
        </p:blipFill>
        <p:spPr>
          <a:xfrm>
            <a:off x="974575" y="974550"/>
            <a:ext cx="2227550" cy="1082850"/>
          </a:xfrm>
          <a:prstGeom prst="rect">
            <a:avLst/>
          </a:prstGeom>
          <a:noFill/>
          <a:ln>
            <a:noFill/>
          </a:ln>
        </p:spPr>
      </p:pic>
      <p:pic>
        <p:nvPicPr>
          <p:cNvPr id="3635" name="Google Shape;3635;p63"/>
          <p:cNvPicPr preferRelativeResize="0"/>
          <p:nvPr/>
        </p:nvPicPr>
        <p:blipFill rotWithShape="1">
          <a:blip r:embed="rId4">
            <a:alphaModFix/>
          </a:blip>
          <a:srcRect b="24383" l="51266" r="4159" t="41817"/>
          <a:stretch/>
        </p:blipFill>
        <p:spPr>
          <a:xfrm>
            <a:off x="5731350" y="2219950"/>
            <a:ext cx="2026475" cy="1152449"/>
          </a:xfrm>
          <a:prstGeom prst="rect">
            <a:avLst/>
          </a:prstGeom>
          <a:noFill/>
          <a:ln>
            <a:noFill/>
          </a:ln>
        </p:spPr>
      </p:pic>
      <p:pic>
        <p:nvPicPr>
          <p:cNvPr id="3636" name="Google Shape;3636;p63"/>
          <p:cNvPicPr preferRelativeResize="0"/>
          <p:nvPr/>
        </p:nvPicPr>
        <p:blipFill rotWithShape="1">
          <a:blip r:embed="rId5">
            <a:alphaModFix/>
          </a:blip>
          <a:srcRect b="30194" l="16780" r="16793" t="30186"/>
          <a:stretch/>
        </p:blipFill>
        <p:spPr>
          <a:xfrm>
            <a:off x="3932188" y="362300"/>
            <a:ext cx="1279626" cy="7632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loomies Social Media by Slidesgo">
  <a:themeElements>
    <a:clrScheme name="Simple Light">
      <a:dk1>
        <a:srgbClr val="2E2E64"/>
      </a:dk1>
      <a:lt1>
        <a:srgbClr val="FFFFFF"/>
      </a:lt1>
      <a:dk2>
        <a:srgbClr val="F8F8F8"/>
      </a:dk2>
      <a:lt2>
        <a:srgbClr val="C9DAF8"/>
      </a:lt2>
      <a:accent1>
        <a:srgbClr val="921937"/>
      </a:accent1>
      <a:accent2>
        <a:srgbClr val="EFEFEF"/>
      </a:accent2>
      <a:accent3>
        <a:srgbClr val="A9FC4E"/>
      </a:accent3>
      <a:accent4>
        <a:srgbClr val="FFCF13"/>
      </a:accent4>
      <a:accent5>
        <a:srgbClr val="2177CF"/>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